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352" r:id="rId4"/>
    <p:sldId id="353" r:id="rId5"/>
    <p:sldId id="356" r:id="rId6"/>
    <p:sldId id="357" r:id="rId7"/>
    <p:sldId id="358" r:id="rId8"/>
    <p:sldId id="280" r:id="rId9"/>
    <p:sldId id="349" r:id="rId10"/>
    <p:sldId id="281" r:id="rId11"/>
    <p:sldId id="34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E6E6E6"/>
    <a:srgbClr val="FF6600"/>
    <a:srgbClr val="868856"/>
    <a:srgbClr val="6C6E46"/>
    <a:srgbClr val="CDCEBE"/>
    <a:srgbClr val="BBBDA8"/>
    <a:srgbClr val="638955"/>
    <a:srgbClr val="909260"/>
    <a:srgbClr val="888A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62" autoAdjust="0"/>
    <p:restoredTop sz="94660"/>
  </p:normalViewPr>
  <p:slideViewPr>
    <p:cSldViewPr snapToGrid="0">
      <p:cViewPr>
        <p:scale>
          <a:sx n="66" d="100"/>
          <a:sy n="66" d="100"/>
        </p:scale>
        <p:origin x="76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AD4F-E965-4584-A22D-66B0DEFF0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93DDE-5562-4F25-BD31-72CD8F089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61B8D-3405-4997-8938-5D62F8D4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92F-E28C-4594-A38D-C9460A1174E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D7109-63FD-4956-A776-B84B0043D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F3CA8-39B5-43CB-A609-D43147F91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B468-4ED7-47DA-97BB-AA4BF1D67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14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8BA53-BA37-48D2-991E-8E1612A8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0DE06-783C-4468-8471-D4FCD2A3D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C59C7-472F-4E9E-8B8A-A306F4EB5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92F-E28C-4594-A38D-C9460A1174E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BC8DC-C991-4F0B-AB85-2E55D876C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BB826-489C-4C00-9496-80F64A0B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B468-4ED7-47DA-97BB-AA4BF1D67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88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03568-8AB8-487D-A86A-7A80C6252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F370F-8B94-4A92-8175-05FBD99FB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95666-115F-4812-97F6-DB161ECC6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92F-E28C-4594-A38D-C9460A1174E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F3DAE-B874-4205-B023-D42486DEE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7D4C5-0AD4-42DA-ABED-5BB381129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B468-4ED7-47DA-97BB-AA4BF1D67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61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1B5B-B083-4CBC-80F2-3FA8F869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398CB-07A8-4290-9356-976E4AD61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8A805-A744-4C8F-85BA-DADD41CE1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A5FAF-19CE-4489-B463-64D1CF389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92F-E28C-4594-A38D-C9460A1174E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358F4-3D24-4038-BECB-73675BEDE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3895A-D3A3-4C7F-86B9-2766B54B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B468-4ED7-47DA-97BB-AA4BF1D67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59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7CBCF-801E-4216-8B06-00A3E0842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00DAC-6F1D-4AA6-AC85-6A5B5767F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3938B-66C7-4D00-8FDD-31B0471EF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22CA9-E613-4539-9601-69274B2D7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5B9A61-8D2F-406B-997E-6B1237BFE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935A75-FF0C-44F6-BF5E-D8D4300F6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92F-E28C-4594-A38D-C9460A1174E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A5CE35-BAE9-4199-9B1F-733CB1036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A153BF-AB52-4E05-B746-C0ADB7B8D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B468-4ED7-47DA-97BB-AA4BF1D67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37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BF723-0108-4687-B027-57C10901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011DC4-0485-48BF-8F20-68399555D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92F-E28C-4594-A38D-C9460A1174E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DE1BF-8400-47BB-8AAE-343FB461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1454B-3F1D-4AF0-8B13-176359178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B468-4ED7-47DA-97BB-AA4BF1D67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51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5E1F4E-9486-4B24-A5C2-C64F5878C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92F-E28C-4594-A38D-C9460A1174E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00568-2122-428A-9046-0CC95DC03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20F2C-D402-4A7F-BB23-18B91E24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B468-4ED7-47DA-97BB-AA4BF1D67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916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35C04-BEED-44C2-8AC0-CEF576D9B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33E34-12D0-4A15-85E7-010B4DB57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F7AFE2-957F-418C-9B84-6A238439E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3CBE2-5766-46BE-9871-5DB9624FD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92F-E28C-4594-A38D-C9460A1174E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C490A-E10D-4308-A8E4-FE30746D9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19FE8-398C-40D5-89C0-33B352442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B468-4ED7-47DA-97BB-AA4BF1D67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60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AB8B-DC6D-41DB-B9BF-BF90ECDB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CEEBF4-FAA3-4A0D-992F-1EB3DCCF95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C465D-503A-4DE2-B848-29A8BD539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02EA2-1EFD-4019-84C2-713B9E829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92F-E28C-4594-A38D-C9460A1174E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95454-51BC-460B-B588-CBE5005AB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A7CD8-48B7-41EE-9F0E-7CE8E81A0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B468-4ED7-47DA-97BB-AA4BF1D67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73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CB332-D243-4F9D-8187-30928E9B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638F18-EF59-4028-B367-52DF169CA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CAD80-68C2-4775-8EE8-BCA0113F3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92F-E28C-4594-A38D-C9460A1174E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6D61-85C9-4FA0-9F98-1D2C1B2D9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D4B45-B868-4E6F-8C5B-BE89AF551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B468-4ED7-47DA-97BB-AA4BF1D67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7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372FDC-5B49-4B27-8B11-D7788F4D6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7BE28B-B7FD-40B2-857E-B803692B4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79A70-9FC3-4038-B67E-21F7A4FB8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D92F-E28C-4594-A38D-C9460A1174E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0E4CB-C3AB-4499-81B9-C3A2CAFD6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F5913-93A1-4E4C-8BBF-93F18CE86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B468-4ED7-47DA-97BB-AA4BF1D67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09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8382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65EEE1-0094-439C-A280-E2C439C74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E66F5-52DC-4335-B85F-9D36DFA19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FC38F-1C31-4F16-A8F3-1F7C0269C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CD92F-E28C-4594-A38D-C9460A1174E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C4E8C-6ED5-486B-B092-D6C97EBBF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95AFA-FDB3-4BD9-9D46-A745D425E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FB468-4ED7-47DA-97BB-AA4BF1D67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9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gif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CE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Box 212">
            <a:extLst>
              <a:ext uri="{FF2B5EF4-FFF2-40B4-BE49-F238E27FC236}">
                <a16:creationId xmlns:a16="http://schemas.microsoft.com/office/drawing/2014/main" id="{2B9C6598-0BAC-4860-9BC8-52DF9708ADDF}"/>
              </a:ext>
            </a:extLst>
          </p:cNvPr>
          <p:cNvSpPr txBox="1"/>
          <p:nvPr/>
        </p:nvSpPr>
        <p:spPr>
          <a:xfrm>
            <a:off x="12453097" y="2952736"/>
            <a:ext cx="32969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Century Gothic" panose="020B0502020202020204" pitchFamily="34" charset="0"/>
              </a:rPr>
              <a:t>Paperless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D1315-AC59-4153-A5F8-9CD0E087AC39}"/>
              </a:ext>
            </a:extLst>
          </p:cNvPr>
          <p:cNvSpPr txBox="1"/>
          <p:nvPr/>
        </p:nvSpPr>
        <p:spPr>
          <a:xfrm>
            <a:off x="12918243" y="2979678"/>
            <a:ext cx="37378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Century Gothic" panose="020B0502020202020204" pitchFamily="34" charset="0"/>
              </a:rPr>
              <a:t>First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B9C6598-0BAC-4860-9BC8-52DF9708ADDF}"/>
              </a:ext>
            </a:extLst>
          </p:cNvPr>
          <p:cNvSpPr txBox="1"/>
          <p:nvPr/>
        </p:nvSpPr>
        <p:spPr>
          <a:xfrm>
            <a:off x="12903638" y="2992042"/>
            <a:ext cx="3811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Century Gothic" panose="020B0502020202020204" pitchFamily="34" charset="0"/>
              </a:rPr>
              <a:t>Office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F5B44607-CA71-4108-AF35-33A38B973556}"/>
              </a:ext>
            </a:extLst>
          </p:cNvPr>
          <p:cNvSpPr txBox="1"/>
          <p:nvPr/>
        </p:nvSpPr>
        <p:spPr>
          <a:xfrm>
            <a:off x="12446867" y="2959583"/>
            <a:ext cx="27079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Century Gothic" panose="020B0502020202020204" pitchFamily="34" charset="0"/>
              </a:rPr>
              <a:t>Towards</a:t>
            </a:r>
          </a:p>
        </p:txBody>
      </p: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7E51A3AC-8D30-4581-8DD7-74976CF7D0FD}"/>
              </a:ext>
            </a:extLst>
          </p:cNvPr>
          <p:cNvGrpSpPr/>
          <p:nvPr/>
        </p:nvGrpSpPr>
        <p:grpSpPr>
          <a:xfrm>
            <a:off x="1199929" y="598425"/>
            <a:ext cx="5641271" cy="5641271"/>
            <a:chOff x="659666" y="598425"/>
            <a:chExt cx="5641271" cy="5641271"/>
          </a:xfrm>
          <a:effectLst/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91AC262-9716-4414-B895-E4DA7A21C1C5}"/>
                </a:ext>
              </a:extLst>
            </p:cNvPr>
            <p:cNvGrpSpPr/>
            <p:nvPr/>
          </p:nvGrpSpPr>
          <p:grpSpPr>
            <a:xfrm>
              <a:off x="659666" y="598425"/>
              <a:ext cx="5641271" cy="5641271"/>
              <a:chOff x="1224922" y="598425"/>
              <a:chExt cx="5641271" cy="564127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D6C4E4A-E712-41C4-8BD7-851BC1129879}"/>
                  </a:ext>
                </a:extLst>
              </p:cNvPr>
              <p:cNvSpPr/>
              <p:nvPr/>
            </p:nvSpPr>
            <p:spPr>
              <a:xfrm rot="2700000">
                <a:off x="3958590" y="59842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C67887-1461-41D9-97B1-C420F58099E8}"/>
                  </a:ext>
                </a:extLst>
              </p:cNvPr>
              <p:cNvSpPr/>
              <p:nvPr/>
            </p:nvSpPr>
            <p:spPr>
              <a:xfrm rot="2700000">
                <a:off x="3958590" y="606576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3350902-52CA-419B-AF1D-F38AE33A093C}"/>
                  </a:ext>
                </a:extLst>
              </p:cNvPr>
              <p:cNvSpPr/>
              <p:nvPr/>
            </p:nvSpPr>
            <p:spPr>
              <a:xfrm rot="3600000">
                <a:off x="4666115" y="69157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0CB4885-4CED-43DB-BF99-9618319762A5}"/>
                  </a:ext>
                </a:extLst>
              </p:cNvPr>
              <p:cNvSpPr/>
              <p:nvPr/>
            </p:nvSpPr>
            <p:spPr>
              <a:xfrm rot="3600000">
                <a:off x="3251065" y="597261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F41517B-D9B9-468D-B05A-0318386E78EB}"/>
                  </a:ext>
                </a:extLst>
              </p:cNvPr>
              <p:cNvSpPr/>
              <p:nvPr/>
            </p:nvSpPr>
            <p:spPr>
              <a:xfrm rot="4500000">
                <a:off x="5325424" y="964667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B245ADF-7664-4A2B-85EB-A9DFF9EF4AA3}"/>
                  </a:ext>
                </a:extLst>
              </p:cNvPr>
              <p:cNvSpPr/>
              <p:nvPr/>
            </p:nvSpPr>
            <p:spPr>
              <a:xfrm rot="4500000">
                <a:off x="2591756" y="5699520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FEA8A56-F0FF-40B6-8134-A2EF84973616}"/>
                  </a:ext>
                </a:extLst>
              </p:cNvPr>
              <p:cNvSpPr/>
              <p:nvPr/>
            </p:nvSpPr>
            <p:spPr>
              <a:xfrm rot="5400000">
                <a:off x="5891586" y="139909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9D75FC2-F7E9-4D4D-9FB4-1F8C0E886870}"/>
                  </a:ext>
                </a:extLst>
              </p:cNvPr>
              <p:cNvSpPr/>
              <p:nvPr/>
            </p:nvSpPr>
            <p:spPr>
              <a:xfrm rot="5400000">
                <a:off x="2025594" y="526508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3037B79-FF6A-416A-961E-E40A96A1A97A}"/>
                  </a:ext>
                </a:extLst>
              </p:cNvPr>
              <p:cNvSpPr/>
              <p:nvPr/>
            </p:nvSpPr>
            <p:spPr>
              <a:xfrm rot="6300000">
                <a:off x="6326016" y="196525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3105D1F-DECC-46E5-BBBD-AC55B0823584}"/>
                  </a:ext>
                </a:extLst>
              </p:cNvPr>
              <p:cNvSpPr/>
              <p:nvPr/>
            </p:nvSpPr>
            <p:spPr>
              <a:xfrm rot="6300000">
                <a:off x="1591164" y="469892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8E7EBE3-7E40-42E5-A553-6A113BF3D7A6}"/>
                  </a:ext>
                </a:extLst>
              </p:cNvPr>
              <p:cNvSpPr/>
              <p:nvPr/>
            </p:nvSpPr>
            <p:spPr>
              <a:xfrm rot="7200000">
                <a:off x="6599111" y="262456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1E2DA96-3FD1-4E7E-B063-ED44E46F92E9}"/>
                  </a:ext>
                </a:extLst>
              </p:cNvPr>
              <p:cNvSpPr/>
              <p:nvPr/>
            </p:nvSpPr>
            <p:spPr>
              <a:xfrm rot="7200000">
                <a:off x="1318069" y="403961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6A79BA0-AD14-4601-AF9F-DF4F417D9A89}"/>
                  </a:ext>
                </a:extLst>
              </p:cNvPr>
              <p:cNvSpPr/>
              <p:nvPr/>
            </p:nvSpPr>
            <p:spPr>
              <a:xfrm rot="8100000">
                <a:off x="6692259" y="3332094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6BA47FB-A6D8-4B11-9CD1-5CB7A17C1EF8}"/>
                  </a:ext>
                </a:extLst>
              </p:cNvPr>
              <p:cNvSpPr/>
              <p:nvPr/>
            </p:nvSpPr>
            <p:spPr>
              <a:xfrm rot="8100000">
                <a:off x="1224922" y="3332094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CC63048-5117-43BE-AF8A-F2E35B24F645}"/>
                  </a:ext>
                </a:extLst>
              </p:cNvPr>
              <p:cNvSpPr/>
              <p:nvPr/>
            </p:nvSpPr>
            <p:spPr>
              <a:xfrm rot="9000000">
                <a:off x="6599111" y="403961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F384C62-BA2B-4436-9AAE-616937EB76B7}"/>
                  </a:ext>
                </a:extLst>
              </p:cNvPr>
              <p:cNvSpPr/>
              <p:nvPr/>
            </p:nvSpPr>
            <p:spPr>
              <a:xfrm rot="9000000">
                <a:off x="1318069" y="262456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59778B3-21D4-419E-9CFF-26B8C203CCC3}"/>
                  </a:ext>
                </a:extLst>
              </p:cNvPr>
              <p:cNvSpPr/>
              <p:nvPr/>
            </p:nvSpPr>
            <p:spPr>
              <a:xfrm rot="9900000">
                <a:off x="6326016" y="469892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5B461A0-4C17-4BB7-BAF2-07508B63B6D0}"/>
                  </a:ext>
                </a:extLst>
              </p:cNvPr>
              <p:cNvSpPr/>
              <p:nvPr/>
            </p:nvSpPr>
            <p:spPr>
              <a:xfrm rot="9900000">
                <a:off x="1591164" y="196525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44B254D-4BA6-4FAE-B78C-48EF9AF181F0}"/>
                  </a:ext>
                </a:extLst>
              </p:cNvPr>
              <p:cNvSpPr/>
              <p:nvPr/>
            </p:nvSpPr>
            <p:spPr>
              <a:xfrm rot="10800000">
                <a:off x="5891586" y="526508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9C5F3A3-918C-485E-9126-80ED9D437032}"/>
                  </a:ext>
                </a:extLst>
              </p:cNvPr>
              <p:cNvSpPr/>
              <p:nvPr/>
            </p:nvSpPr>
            <p:spPr>
              <a:xfrm rot="10800000">
                <a:off x="2025594" y="139909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3A59EE9-CB46-4C47-A3D2-7599DFB2040E}"/>
                  </a:ext>
                </a:extLst>
              </p:cNvPr>
              <p:cNvSpPr/>
              <p:nvPr/>
            </p:nvSpPr>
            <p:spPr>
              <a:xfrm rot="11700000">
                <a:off x="5325424" y="5699520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E3ABB18-67C8-4E10-9660-B246F371916B}"/>
                  </a:ext>
                </a:extLst>
              </p:cNvPr>
              <p:cNvSpPr/>
              <p:nvPr/>
            </p:nvSpPr>
            <p:spPr>
              <a:xfrm rot="11700000">
                <a:off x="2591756" y="964667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C8CC82E7-8A36-4941-A18E-FB3C9DFB68B5}"/>
                  </a:ext>
                </a:extLst>
              </p:cNvPr>
              <p:cNvSpPr/>
              <p:nvPr/>
            </p:nvSpPr>
            <p:spPr>
              <a:xfrm rot="12600000">
                <a:off x="4666115" y="597261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B032F6F-913C-45CB-9277-3D87DD21BA0E}"/>
                  </a:ext>
                </a:extLst>
              </p:cNvPr>
              <p:cNvSpPr/>
              <p:nvPr/>
            </p:nvSpPr>
            <p:spPr>
              <a:xfrm rot="12600000">
                <a:off x="3251065" y="69157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" name="Circle: Hollow 53">
              <a:extLst>
                <a:ext uri="{FF2B5EF4-FFF2-40B4-BE49-F238E27FC236}">
                  <a16:creationId xmlns:a16="http://schemas.microsoft.com/office/drawing/2014/main" id="{2DAB6D9C-DC4E-48FC-9383-17D84B61470E}"/>
                </a:ext>
              </a:extLst>
            </p:cNvPr>
            <p:cNvSpPr/>
            <p:nvPr/>
          </p:nvSpPr>
          <p:spPr>
            <a:xfrm>
              <a:off x="1041620" y="980379"/>
              <a:ext cx="4877362" cy="4877362"/>
            </a:xfrm>
            <a:prstGeom prst="donut">
              <a:avLst>
                <a:gd name="adj" fmla="val 1206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8EF0485B-6316-47CB-BD53-A6B7F147B84F}"/>
              </a:ext>
            </a:extLst>
          </p:cNvPr>
          <p:cNvGrpSpPr/>
          <p:nvPr/>
        </p:nvGrpSpPr>
        <p:grpSpPr>
          <a:xfrm>
            <a:off x="1794908" y="1193405"/>
            <a:ext cx="4451312" cy="4451310"/>
            <a:chOff x="2154470" y="585173"/>
            <a:chExt cx="5641271" cy="5641271"/>
          </a:xfrm>
          <a:effectLst/>
        </p:grpSpPr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AC2DE40F-5C83-47EE-83FE-3C4EFFC5AC39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</p:grpSpPr>
          <p:grpSp>
            <p:nvGrpSpPr>
              <p:cNvPr id="266" name="Group 265">
                <a:extLst>
                  <a:ext uri="{FF2B5EF4-FFF2-40B4-BE49-F238E27FC236}">
                    <a16:creationId xmlns:a16="http://schemas.microsoft.com/office/drawing/2014/main" id="{28D561E5-258A-4123-ACAB-EFF3AF49D376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</p:grpSpPr>
            <p:sp>
              <p:nvSpPr>
                <p:cNvPr id="292" name="Rectangle 80">
                  <a:extLst>
                    <a:ext uri="{FF2B5EF4-FFF2-40B4-BE49-F238E27FC236}">
                      <a16:creationId xmlns:a16="http://schemas.microsoft.com/office/drawing/2014/main" id="{EE683968-58D8-4CDE-8C6E-C776B1A79A12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3" name="Rectangle 81">
                  <a:extLst>
                    <a:ext uri="{FF2B5EF4-FFF2-40B4-BE49-F238E27FC236}">
                      <a16:creationId xmlns:a16="http://schemas.microsoft.com/office/drawing/2014/main" id="{E50FF7FD-AF1E-43AC-AF82-54551E787F41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4" name="Rectangle 82">
                  <a:extLst>
                    <a:ext uri="{FF2B5EF4-FFF2-40B4-BE49-F238E27FC236}">
                      <a16:creationId xmlns:a16="http://schemas.microsoft.com/office/drawing/2014/main" id="{4103FBED-7F78-4FCE-8A6D-E74A55AE24E7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5" name="Rectangle 83">
                  <a:extLst>
                    <a:ext uri="{FF2B5EF4-FFF2-40B4-BE49-F238E27FC236}">
                      <a16:creationId xmlns:a16="http://schemas.microsoft.com/office/drawing/2014/main" id="{8A2A6440-B405-409D-A82A-52AA6AC13E9D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6" name="Rectangle 84">
                  <a:extLst>
                    <a:ext uri="{FF2B5EF4-FFF2-40B4-BE49-F238E27FC236}">
                      <a16:creationId xmlns:a16="http://schemas.microsoft.com/office/drawing/2014/main" id="{EC860494-78B1-400C-8BA0-1151E41F455D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7" name="Rectangle 85">
                  <a:extLst>
                    <a:ext uri="{FF2B5EF4-FFF2-40B4-BE49-F238E27FC236}">
                      <a16:creationId xmlns:a16="http://schemas.microsoft.com/office/drawing/2014/main" id="{66434C06-0653-4A24-9BD3-8C8CD6FE85B7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8" name="Rectangle 86">
                  <a:extLst>
                    <a:ext uri="{FF2B5EF4-FFF2-40B4-BE49-F238E27FC236}">
                      <a16:creationId xmlns:a16="http://schemas.microsoft.com/office/drawing/2014/main" id="{39D6C104-41E3-47AA-8FCB-077F34FB1F8A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9" name="Rectangle 87">
                  <a:extLst>
                    <a:ext uri="{FF2B5EF4-FFF2-40B4-BE49-F238E27FC236}">
                      <a16:creationId xmlns:a16="http://schemas.microsoft.com/office/drawing/2014/main" id="{AD8AD4A8-C588-4168-8693-F0E358BEAFA4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0" name="Rectangle 88">
                  <a:extLst>
                    <a:ext uri="{FF2B5EF4-FFF2-40B4-BE49-F238E27FC236}">
                      <a16:creationId xmlns:a16="http://schemas.microsoft.com/office/drawing/2014/main" id="{CD6B9561-4F74-4D55-AE75-4EA034B80A59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1" name="Rectangle 89">
                  <a:extLst>
                    <a:ext uri="{FF2B5EF4-FFF2-40B4-BE49-F238E27FC236}">
                      <a16:creationId xmlns:a16="http://schemas.microsoft.com/office/drawing/2014/main" id="{064E8FDA-845B-42C5-B559-3A742E7FAC71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2" name="Rectangle 90">
                  <a:extLst>
                    <a:ext uri="{FF2B5EF4-FFF2-40B4-BE49-F238E27FC236}">
                      <a16:creationId xmlns:a16="http://schemas.microsoft.com/office/drawing/2014/main" id="{DADAC996-3936-4CDF-A6CB-3CDDC773127C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3" name="Rectangle 91">
                  <a:extLst>
                    <a:ext uri="{FF2B5EF4-FFF2-40B4-BE49-F238E27FC236}">
                      <a16:creationId xmlns:a16="http://schemas.microsoft.com/office/drawing/2014/main" id="{DEB43521-0BEC-4EB1-B13A-94BBAF89C61E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4" name="Rectangle 92">
                  <a:extLst>
                    <a:ext uri="{FF2B5EF4-FFF2-40B4-BE49-F238E27FC236}">
                      <a16:creationId xmlns:a16="http://schemas.microsoft.com/office/drawing/2014/main" id="{F3244BEC-CD1E-422E-B30B-24E1261C9368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5" name="Rectangle 93">
                  <a:extLst>
                    <a:ext uri="{FF2B5EF4-FFF2-40B4-BE49-F238E27FC236}">
                      <a16:creationId xmlns:a16="http://schemas.microsoft.com/office/drawing/2014/main" id="{12C6BC75-9263-4940-AB54-90D513C072DB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6" name="Rectangle 94">
                  <a:extLst>
                    <a:ext uri="{FF2B5EF4-FFF2-40B4-BE49-F238E27FC236}">
                      <a16:creationId xmlns:a16="http://schemas.microsoft.com/office/drawing/2014/main" id="{8C376E36-B160-4324-AC54-B9FBDEADB83F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" name="Rectangle 95">
                  <a:extLst>
                    <a:ext uri="{FF2B5EF4-FFF2-40B4-BE49-F238E27FC236}">
                      <a16:creationId xmlns:a16="http://schemas.microsoft.com/office/drawing/2014/main" id="{B8EAA488-3E51-4C2E-8EAD-462CD3D15D22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8" name="Rectangle 96">
                  <a:extLst>
                    <a:ext uri="{FF2B5EF4-FFF2-40B4-BE49-F238E27FC236}">
                      <a16:creationId xmlns:a16="http://schemas.microsoft.com/office/drawing/2014/main" id="{983F5CFD-7937-47E0-BB9B-B8282B28B064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9" name="Rectangle 97">
                  <a:extLst>
                    <a:ext uri="{FF2B5EF4-FFF2-40B4-BE49-F238E27FC236}">
                      <a16:creationId xmlns:a16="http://schemas.microsoft.com/office/drawing/2014/main" id="{7A724156-94FD-40B7-935C-3866E9C694CF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0" name="Rectangle 98">
                  <a:extLst>
                    <a:ext uri="{FF2B5EF4-FFF2-40B4-BE49-F238E27FC236}">
                      <a16:creationId xmlns:a16="http://schemas.microsoft.com/office/drawing/2014/main" id="{1FDB25A4-A63A-42D8-9C45-E14CEC570E31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1" name="Rectangle 99">
                  <a:extLst>
                    <a:ext uri="{FF2B5EF4-FFF2-40B4-BE49-F238E27FC236}">
                      <a16:creationId xmlns:a16="http://schemas.microsoft.com/office/drawing/2014/main" id="{88E075F3-AE03-4D73-AD08-C2F7B816408F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2" name="Rectangle 100">
                  <a:extLst>
                    <a:ext uri="{FF2B5EF4-FFF2-40B4-BE49-F238E27FC236}">
                      <a16:creationId xmlns:a16="http://schemas.microsoft.com/office/drawing/2014/main" id="{1C08D680-0C06-4EFA-8E25-721DF825184F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3" name="Rectangle 101">
                  <a:extLst>
                    <a:ext uri="{FF2B5EF4-FFF2-40B4-BE49-F238E27FC236}">
                      <a16:creationId xmlns:a16="http://schemas.microsoft.com/office/drawing/2014/main" id="{C57ABF66-C507-4306-9766-DEA076E6FCF2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4" name="Rectangle 102">
                  <a:extLst>
                    <a:ext uri="{FF2B5EF4-FFF2-40B4-BE49-F238E27FC236}">
                      <a16:creationId xmlns:a16="http://schemas.microsoft.com/office/drawing/2014/main" id="{B4E2C5E9-5B21-4452-B65A-E396DB498033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5" name="Rectangle 103">
                  <a:extLst>
                    <a:ext uri="{FF2B5EF4-FFF2-40B4-BE49-F238E27FC236}">
                      <a16:creationId xmlns:a16="http://schemas.microsoft.com/office/drawing/2014/main" id="{D2960129-B074-40EB-B1A1-1CFAFE6F7C23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0C15E60E-39C6-4684-AE42-9A077E931443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</p:grpSpPr>
            <p:sp>
              <p:nvSpPr>
                <p:cNvPr id="268" name="Freeform: Shape 267">
                  <a:extLst>
                    <a:ext uri="{FF2B5EF4-FFF2-40B4-BE49-F238E27FC236}">
                      <a16:creationId xmlns:a16="http://schemas.microsoft.com/office/drawing/2014/main" id="{AF3D4EBF-7670-498B-A909-C78B155648D5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9" name="Freeform: Shape 268">
                  <a:extLst>
                    <a:ext uri="{FF2B5EF4-FFF2-40B4-BE49-F238E27FC236}">
                      <a16:creationId xmlns:a16="http://schemas.microsoft.com/office/drawing/2014/main" id="{53F081AF-D26A-45A6-8A8A-A2BE1EA111B3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0" name="Freeform: Shape 269">
                  <a:extLst>
                    <a:ext uri="{FF2B5EF4-FFF2-40B4-BE49-F238E27FC236}">
                      <a16:creationId xmlns:a16="http://schemas.microsoft.com/office/drawing/2014/main" id="{F459A4EE-F7CF-449E-A108-282D2EFCF7DD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1" name="Freeform: Shape 270">
                  <a:extLst>
                    <a:ext uri="{FF2B5EF4-FFF2-40B4-BE49-F238E27FC236}">
                      <a16:creationId xmlns:a16="http://schemas.microsoft.com/office/drawing/2014/main" id="{6A45962C-B110-441B-9D03-7618358FD5A4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2" name="Freeform: Shape 271">
                  <a:extLst>
                    <a:ext uri="{FF2B5EF4-FFF2-40B4-BE49-F238E27FC236}">
                      <a16:creationId xmlns:a16="http://schemas.microsoft.com/office/drawing/2014/main" id="{A945B6E0-C3D1-4690-9959-8F4CEFEB91E4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3" name="Freeform: Shape 272">
                  <a:extLst>
                    <a:ext uri="{FF2B5EF4-FFF2-40B4-BE49-F238E27FC236}">
                      <a16:creationId xmlns:a16="http://schemas.microsoft.com/office/drawing/2014/main" id="{3F5944D1-E7B1-472A-82C7-CFA13ACA7BFB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4" name="Freeform: Shape 273">
                  <a:extLst>
                    <a:ext uri="{FF2B5EF4-FFF2-40B4-BE49-F238E27FC236}">
                      <a16:creationId xmlns:a16="http://schemas.microsoft.com/office/drawing/2014/main" id="{42E93AAD-2A4B-4E75-A280-48E9BDAF9C6D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5" name="Freeform: Shape 274">
                  <a:extLst>
                    <a:ext uri="{FF2B5EF4-FFF2-40B4-BE49-F238E27FC236}">
                      <a16:creationId xmlns:a16="http://schemas.microsoft.com/office/drawing/2014/main" id="{EE98365A-48FC-4045-9CA8-5BA32067953F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6" name="Freeform: Shape 275">
                  <a:extLst>
                    <a:ext uri="{FF2B5EF4-FFF2-40B4-BE49-F238E27FC236}">
                      <a16:creationId xmlns:a16="http://schemas.microsoft.com/office/drawing/2014/main" id="{E79F88B1-374E-4EF1-BC60-50916EACADF8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7" name="Freeform: Shape 276">
                  <a:extLst>
                    <a:ext uri="{FF2B5EF4-FFF2-40B4-BE49-F238E27FC236}">
                      <a16:creationId xmlns:a16="http://schemas.microsoft.com/office/drawing/2014/main" id="{28D11CE6-3BE0-4EC8-BBF8-6048E4D8EEC2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8" name="Freeform: Shape 277">
                  <a:extLst>
                    <a:ext uri="{FF2B5EF4-FFF2-40B4-BE49-F238E27FC236}">
                      <a16:creationId xmlns:a16="http://schemas.microsoft.com/office/drawing/2014/main" id="{40439566-25CE-4922-88F2-F8B9DD431B1F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9" name="Freeform: Shape 278">
                  <a:extLst>
                    <a:ext uri="{FF2B5EF4-FFF2-40B4-BE49-F238E27FC236}">
                      <a16:creationId xmlns:a16="http://schemas.microsoft.com/office/drawing/2014/main" id="{EF0DF8C1-70EB-426E-9066-045E7ECADFD8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0" name="Freeform: Shape 279">
                  <a:extLst>
                    <a:ext uri="{FF2B5EF4-FFF2-40B4-BE49-F238E27FC236}">
                      <a16:creationId xmlns:a16="http://schemas.microsoft.com/office/drawing/2014/main" id="{C35E3E14-E212-4682-938C-EE14FF7B3CEF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1" name="Freeform: Shape 280">
                  <a:extLst>
                    <a:ext uri="{FF2B5EF4-FFF2-40B4-BE49-F238E27FC236}">
                      <a16:creationId xmlns:a16="http://schemas.microsoft.com/office/drawing/2014/main" id="{A1C9C705-A412-400A-A281-4A4C17650D66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2" name="Freeform: Shape 281">
                  <a:extLst>
                    <a:ext uri="{FF2B5EF4-FFF2-40B4-BE49-F238E27FC236}">
                      <a16:creationId xmlns:a16="http://schemas.microsoft.com/office/drawing/2014/main" id="{6701850A-64DE-4848-AD54-BDFEB59EED9C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3" name="Freeform: Shape 282">
                  <a:extLst>
                    <a:ext uri="{FF2B5EF4-FFF2-40B4-BE49-F238E27FC236}">
                      <a16:creationId xmlns:a16="http://schemas.microsoft.com/office/drawing/2014/main" id="{C23D418F-1A20-4A03-9707-90ADD15DE3E9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4" name="Freeform: Shape 283">
                  <a:extLst>
                    <a:ext uri="{FF2B5EF4-FFF2-40B4-BE49-F238E27FC236}">
                      <a16:creationId xmlns:a16="http://schemas.microsoft.com/office/drawing/2014/main" id="{C9E6D86D-64B3-47E7-BB7C-F30FB7149671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5" name="Freeform: Shape 284">
                  <a:extLst>
                    <a:ext uri="{FF2B5EF4-FFF2-40B4-BE49-F238E27FC236}">
                      <a16:creationId xmlns:a16="http://schemas.microsoft.com/office/drawing/2014/main" id="{60681EA8-44EB-4BDD-981D-1278ED758716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6" name="Freeform: Shape 285">
                  <a:extLst>
                    <a:ext uri="{FF2B5EF4-FFF2-40B4-BE49-F238E27FC236}">
                      <a16:creationId xmlns:a16="http://schemas.microsoft.com/office/drawing/2014/main" id="{19DA99E3-0489-4388-8BF9-3F77979A8F69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7" name="Freeform: Shape 286">
                  <a:extLst>
                    <a:ext uri="{FF2B5EF4-FFF2-40B4-BE49-F238E27FC236}">
                      <a16:creationId xmlns:a16="http://schemas.microsoft.com/office/drawing/2014/main" id="{2F8E4404-382A-45EC-A405-ACE25E93B100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8" name="Freeform: Shape 287">
                  <a:extLst>
                    <a:ext uri="{FF2B5EF4-FFF2-40B4-BE49-F238E27FC236}">
                      <a16:creationId xmlns:a16="http://schemas.microsoft.com/office/drawing/2014/main" id="{46B6B3E8-BD8D-4CF0-BC62-466E2D0AD17C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9" name="Freeform: Shape 288">
                  <a:extLst>
                    <a:ext uri="{FF2B5EF4-FFF2-40B4-BE49-F238E27FC236}">
                      <a16:creationId xmlns:a16="http://schemas.microsoft.com/office/drawing/2014/main" id="{C42A47A3-F6C4-42F5-B30D-4FEF894ABC1A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0" name="Freeform: Shape 289">
                  <a:extLst>
                    <a:ext uri="{FF2B5EF4-FFF2-40B4-BE49-F238E27FC236}">
                      <a16:creationId xmlns:a16="http://schemas.microsoft.com/office/drawing/2014/main" id="{69578DF4-029D-4C0B-AD2F-7DC0CB3573A2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1" name="Freeform: Shape 290">
                  <a:extLst>
                    <a:ext uri="{FF2B5EF4-FFF2-40B4-BE49-F238E27FC236}">
                      <a16:creationId xmlns:a16="http://schemas.microsoft.com/office/drawing/2014/main" id="{1F0AB1F4-C5C7-4003-BA8A-9F3D243CB8E0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64" name="Circle: Hollow 263">
              <a:extLst>
                <a:ext uri="{FF2B5EF4-FFF2-40B4-BE49-F238E27FC236}">
                  <a16:creationId xmlns:a16="http://schemas.microsoft.com/office/drawing/2014/main" id="{147B0A70-CA52-4A66-BD4A-95983FD682F1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5" name="Circle: Hollow 264">
              <a:extLst>
                <a:ext uri="{FF2B5EF4-FFF2-40B4-BE49-F238E27FC236}">
                  <a16:creationId xmlns:a16="http://schemas.microsoft.com/office/drawing/2014/main" id="{93A84295-0701-4803-A8A4-7CC35A2B54F6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2C8D1315-AC59-4153-A5F8-9CD0E087AC39}"/>
              </a:ext>
            </a:extLst>
          </p:cNvPr>
          <p:cNvSpPr txBox="1"/>
          <p:nvPr/>
        </p:nvSpPr>
        <p:spPr>
          <a:xfrm>
            <a:off x="12903638" y="2959583"/>
            <a:ext cx="37213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Century Gothic" panose="020B0502020202020204" pitchFamily="34" charset="0"/>
              </a:rPr>
              <a:t>Step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4A974D-E813-4212-861D-91944B46B51E}"/>
              </a:ext>
            </a:extLst>
          </p:cNvPr>
          <p:cNvSpPr/>
          <p:nvPr/>
        </p:nvSpPr>
        <p:spPr>
          <a:xfrm>
            <a:off x="10388599" y="2839054"/>
            <a:ext cx="1803399" cy="1326942"/>
          </a:xfrm>
          <a:prstGeom prst="rect">
            <a:avLst/>
          </a:prstGeom>
          <a:solidFill>
            <a:srgbClr val="CDCE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8F75B49E-0147-4EE7-A1FF-864A86918FED}"/>
              </a:ext>
            </a:extLst>
          </p:cNvPr>
          <p:cNvGrpSpPr/>
          <p:nvPr/>
        </p:nvGrpSpPr>
        <p:grpSpPr>
          <a:xfrm>
            <a:off x="2551359" y="1949856"/>
            <a:ext cx="2938410" cy="2938408"/>
            <a:chOff x="2551359" y="1949856"/>
            <a:chExt cx="2938410" cy="2938408"/>
          </a:xfrm>
          <a:effectLst/>
        </p:grpSpPr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8B6DE93E-EF3B-4CDC-BF62-1E2B7F6DD9F5}"/>
                </a:ext>
              </a:extLst>
            </p:cNvPr>
            <p:cNvGrpSpPr/>
            <p:nvPr/>
          </p:nvGrpSpPr>
          <p:grpSpPr>
            <a:xfrm>
              <a:off x="2551359" y="1949856"/>
              <a:ext cx="2938410" cy="2938408"/>
              <a:chOff x="1224922" y="598425"/>
              <a:chExt cx="5641271" cy="5641271"/>
            </a:xfrm>
          </p:grpSpPr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CD29EB79-E417-40C2-A4AB-B44B4A562ACA}"/>
                  </a:ext>
                </a:extLst>
              </p:cNvPr>
              <p:cNvSpPr/>
              <p:nvPr/>
            </p:nvSpPr>
            <p:spPr>
              <a:xfrm rot="2700000">
                <a:off x="3958590" y="59842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049F2F69-5F6D-4715-9C51-A60273C01554}"/>
                  </a:ext>
                </a:extLst>
              </p:cNvPr>
              <p:cNvSpPr/>
              <p:nvPr/>
            </p:nvSpPr>
            <p:spPr>
              <a:xfrm rot="2700000">
                <a:off x="3958590" y="606576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41EF09A0-2840-490B-A985-774CD66B805D}"/>
                  </a:ext>
                </a:extLst>
              </p:cNvPr>
              <p:cNvSpPr/>
              <p:nvPr/>
            </p:nvSpPr>
            <p:spPr>
              <a:xfrm rot="3600000">
                <a:off x="4666115" y="69157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57EAAFB1-8C37-47B9-AFED-E9DB47367003}"/>
                  </a:ext>
                </a:extLst>
              </p:cNvPr>
              <p:cNvSpPr/>
              <p:nvPr/>
            </p:nvSpPr>
            <p:spPr>
              <a:xfrm rot="3600000">
                <a:off x="3251065" y="597261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3A25CC5E-E6E8-4A69-A386-9E7A2578FFB0}"/>
                  </a:ext>
                </a:extLst>
              </p:cNvPr>
              <p:cNvSpPr/>
              <p:nvPr/>
            </p:nvSpPr>
            <p:spPr>
              <a:xfrm rot="4500000">
                <a:off x="5325424" y="964667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49BB8E80-4435-4B3E-96DC-6C44E4D17DFA}"/>
                  </a:ext>
                </a:extLst>
              </p:cNvPr>
              <p:cNvSpPr/>
              <p:nvPr/>
            </p:nvSpPr>
            <p:spPr>
              <a:xfrm rot="4500000">
                <a:off x="2591756" y="5699520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A133B53C-D09E-4F52-985B-22A877B729B6}"/>
                  </a:ext>
                </a:extLst>
              </p:cNvPr>
              <p:cNvSpPr/>
              <p:nvPr/>
            </p:nvSpPr>
            <p:spPr>
              <a:xfrm rot="5400000">
                <a:off x="5891586" y="139909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1910E2E4-6AB1-4C35-9EF5-6357DB9531CB}"/>
                  </a:ext>
                </a:extLst>
              </p:cNvPr>
              <p:cNvSpPr/>
              <p:nvPr/>
            </p:nvSpPr>
            <p:spPr>
              <a:xfrm rot="5400000">
                <a:off x="2025594" y="526508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19EEED5D-1466-4943-8E63-7F083FC848E4}"/>
                  </a:ext>
                </a:extLst>
              </p:cNvPr>
              <p:cNvSpPr/>
              <p:nvPr/>
            </p:nvSpPr>
            <p:spPr>
              <a:xfrm rot="6300000">
                <a:off x="6326016" y="196525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D005903D-46E6-4F38-8FB0-A04DDC6C1231}"/>
                  </a:ext>
                </a:extLst>
              </p:cNvPr>
              <p:cNvSpPr/>
              <p:nvPr/>
            </p:nvSpPr>
            <p:spPr>
              <a:xfrm rot="6300000">
                <a:off x="1591164" y="469892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0B6C7D2F-B444-4935-81D5-A881756BA06A}"/>
                  </a:ext>
                </a:extLst>
              </p:cNvPr>
              <p:cNvSpPr/>
              <p:nvPr/>
            </p:nvSpPr>
            <p:spPr>
              <a:xfrm rot="7200000">
                <a:off x="6599111" y="262456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51F1DF29-5F86-4954-B0DC-8E2FCEE76A67}"/>
                  </a:ext>
                </a:extLst>
              </p:cNvPr>
              <p:cNvSpPr/>
              <p:nvPr/>
            </p:nvSpPr>
            <p:spPr>
              <a:xfrm rot="7200000">
                <a:off x="1318069" y="403961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15E95714-FFC2-4B55-BB19-B626775556D1}"/>
                  </a:ext>
                </a:extLst>
              </p:cNvPr>
              <p:cNvSpPr/>
              <p:nvPr/>
            </p:nvSpPr>
            <p:spPr>
              <a:xfrm rot="8100000">
                <a:off x="6692259" y="3332094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657283F3-3D9C-4EBF-98DD-BFAA6F30F728}"/>
                  </a:ext>
                </a:extLst>
              </p:cNvPr>
              <p:cNvSpPr/>
              <p:nvPr/>
            </p:nvSpPr>
            <p:spPr>
              <a:xfrm rot="8100000">
                <a:off x="1224922" y="3332094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8DBC9F9E-3DFF-440E-AC3D-E830A235A041}"/>
                  </a:ext>
                </a:extLst>
              </p:cNvPr>
              <p:cNvSpPr/>
              <p:nvPr/>
            </p:nvSpPr>
            <p:spPr>
              <a:xfrm rot="9000000">
                <a:off x="6599111" y="403961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CD90AC8F-B7F0-4DE0-B4C8-4E695C25029F}"/>
                  </a:ext>
                </a:extLst>
              </p:cNvPr>
              <p:cNvSpPr/>
              <p:nvPr/>
            </p:nvSpPr>
            <p:spPr>
              <a:xfrm rot="9000000">
                <a:off x="1318069" y="262456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2D59AD85-C77E-4D44-9899-64A5136BFE1B}"/>
                  </a:ext>
                </a:extLst>
              </p:cNvPr>
              <p:cNvSpPr/>
              <p:nvPr/>
            </p:nvSpPr>
            <p:spPr>
              <a:xfrm rot="9900000">
                <a:off x="6326016" y="469892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717596C3-0278-4DF6-B84F-03A2F6D2A744}"/>
                  </a:ext>
                </a:extLst>
              </p:cNvPr>
              <p:cNvSpPr/>
              <p:nvPr/>
            </p:nvSpPr>
            <p:spPr>
              <a:xfrm rot="9900000">
                <a:off x="1591164" y="196525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8F8B3281-8081-481D-A63B-63AA6129D952}"/>
                  </a:ext>
                </a:extLst>
              </p:cNvPr>
              <p:cNvSpPr/>
              <p:nvPr/>
            </p:nvSpPr>
            <p:spPr>
              <a:xfrm rot="10800000">
                <a:off x="5891586" y="526508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9A506D71-9019-4725-9DA6-B214B2912106}"/>
                  </a:ext>
                </a:extLst>
              </p:cNvPr>
              <p:cNvSpPr/>
              <p:nvPr/>
            </p:nvSpPr>
            <p:spPr>
              <a:xfrm rot="10800000">
                <a:off x="2025594" y="139909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3A32BD10-EE54-4701-8035-5A52F2B0D61D}"/>
                  </a:ext>
                </a:extLst>
              </p:cNvPr>
              <p:cNvSpPr/>
              <p:nvPr/>
            </p:nvSpPr>
            <p:spPr>
              <a:xfrm rot="11700000">
                <a:off x="5325424" y="5699520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D2A4CBC0-8235-4C1D-85F8-0F61140BC793}"/>
                  </a:ext>
                </a:extLst>
              </p:cNvPr>
              <p:cNvSpPr/>
              <p:nvPr/>
            </p:nvSpPr>
            <p:spPr>
              <a:xfrm rot="11700000">
                <a:off x="2591756" y="964667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" name="Rectangle 340">
                <a:extLst>
                  <a:ext uri="{FF2B5EF4-FFF2-40B4-BE49-F238E27FC236}">
                    <a16:creationId xmlns:a16="http://schemas.microsoft.com/office/drawing/2014/main" id="{C3A2912C-2D13-4094-82E8-F2B4C4F9897C}"/>
                  </a:ext>
                </a:extLst>
              </p:cNvPr>
              <p:cNvSpPr/>
              <p:nvPr/>
            </p:nvSpPr>
            <p:spPr>
              <a:xfrm rot="12600000">
                <a:off x="4666115" y="597261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5490B398-59FC-4FBE-B233-FF9E081A6ADE}"/>
                  </a:ext>
                </a:extLst>
              </p:cNvPr>
              <p:cNvSpPr/>
              <p:nvPr/>
            </p:nvSpPr>
            <p:spPr>
              <a:xfrm rot="12600000">
                <a:off x="3251065" y="69157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8" name="Circle: Hollow 317">
              <a:extLst>
                <a:ext uri="{FF2B5EF4-FFF2-40B4-BE49-F238E27FC236}">
                  <a16:creationId xmlns:a16="http://schemas.microsoft.com/office/drawing/2014/main" id="{5361CFC7-93B8-47BC-9400-BF5F474E3E22}"/>
                </a:ext>
              </a:extLst>
            </p:cNvPr>
            <p:cNvSpPr/>
            <p:nvPr/>
          </p:nvSpPr>
          <p:spPr>
            <a:xfrm>
              <a:off x="2750310" y="2148807"/>
              <a:ext cx="2540507" cy="2540505"/>
            </a:xfrm>
            <a:prstGeom prst="donut">
              <a:avLst>
                <a:gd name="adj" fmla="val 1206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6B0A2DD9-D480-49E9-AA36-465330FD36C4}"/>
              </a:ext>
            </a:extLst>
          </p:cNvPr>
          <p:cNvGrpSpPr/>
          <p:nvPr/>
        </p:nvGrpSpPr>
        <p:grpSpPr>
          <a:xfrm>
            <a:off x="2861271" y="2259768"/>
            <a:ext cx="2318586" cy="2318584"/>
            <a:chOff x="2154470" y="585173"/>
            <a:chExt cx="5641271" cy="5641271"/>
          </a:xfrm>
          <a:effectLst/>
        </p:grpSpPr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FB0827B9-4C32-4A2B-A4A1-1CB7FF7B3370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</p:grpSpPr>
          <p:grpSp>
            <p:nvGrpSpPr>
              <p:cNvPr id="347" name="Group 346">
                <a:extLst>
                  <a:ext uri="{FF2B5EF4-FFF2-40B4-BE49-F238E27FC236}">
                    <a16:creationId xmlns:a16="http://schemas.microsoft.com/office/drawing/2014/main" id="{28CFCC16-4787-439F-B81E-5A163392EDD4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</p:grpSpPr>
            <p:sp>
              <p:nvSpPr>
                <p:cNvPr id="373" name="Rectangle 80">
                  <a:extLst>
                    <a:ext uri="{FF2B5EF4-FFF2-40B4-BE49-F238E27FC236}">
                      <a16:creationId xmlns:a16="http://schemas.microsoft.com/office/drawing/2014/main" id="{CBD690E4-AE88-4DBD-AB5F-7B36CABA1FA6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4" name="Rectangle 81">
                  <a:extLst>
                    <a:ext uri="{FF2B5EF4-FFF2-40B4-BE49-F238E27FC236}">
                      <a16:creationId xmlns:a16="http://schemas.microsoft.com/office/drawing/2014/main" id="{CC7E5DAD-6BE6-4172-A2E5-D17991ADBFA8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5" name="Rectangle 82">
                  <a:extLst>
                    <a:ext uri="{FF2B5EF4-FFF2-40B4-BE49-F238E27FC236}">
                      <a16:creationId xmlns:a16="http://schemas.microsoft.com/office/drawing/2014/main" id="{B485CD5B-B65E-4E53-9357-18BBB9E7A3DA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6" name="Rectangle 83">
                  <a:extLst>
                    <a:ext uri="{FF2B5EF4-FFF2-40B4-BE49-F238E27FC236}">
                      <a16:creationId xmlns:a16="http://schemas.microsoft.com/office/drawing/2014/main" id="{3A18313A-4421-4148-BA7A-90FE8F059758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7" name="Rectangle 84">
                  <a:extLst>
                    <a:ext uri="{FF2B5EF4-FFF2-40B4-BE49-F238E27FC236}">
                      <a16:creationId xmlns:a16="http://schemas.microsoft.com/office/drawing/2014/main" id="{2DC1511A-BF68-4E75-A903-C6E476AE1973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8" name="Rectangle 85">
                  <a:extLst>
                    <a:ext uri="{FF2B5EF4-FFF2-40B4-BE49-F238E27FC236}">
                      <a16:creationId xmlns:a16="http://schemas.microsoft.com/office/drawing/2014/main" id="{74502575-71BC-4036-AFA3-B8AFA67BD47F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9" name="Rectangle 86">
                  <a:extLst>
                    <a:ext uri="{FF2B5EF4-FFF2-40B4-BE49-F238E27FC236}">
                      <a16:creationId xmlns:a16="http://schemas.microsoft.com/office/drawing/2014/main" id="{0D2E1A97-1933-46C9-9FF3-0B0AC48AA4AC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0" name="Rectangle 87">
                  <a:extLst>
                    <a:ext uri="{FF2B5EF4-FFF2-40B4-BE49-F238E27FC236}">
                      <a16:creationId xmlns:a16="http://schemas.microsoft.com/office/drawing/2014/main" id="{515EF11A-9281-4117-B15D-C6FEA0D41308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1" name="Rectangle 88">
                  <a:extLst>
                    <a:ext uri="{FF2B5EF4-FFF2-40B4-BE49-F238E27FC236}">
                      <a16:creationId xmlns:a16="http://schemas.microsoft.com/office/drawing/2014/main" id="{48935BC6-C802-44F1-93C8-09BF4EAABDEB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2" name="Rectangle 89">
                  <a:extLst>
                    <a:ext uri="{FF2B5EF4-FFF2-40B4-BE49-F238E27FC236}">
                      <a16:creationId xmlns:a16="http://schemas.microsoft.com/office/drawing/2014/main" id="{88D62032-8795-465C-8D61-B6DAA7F9FB05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3" name="Rectangle 90">
                  <a:extLst>
                    <a:ext uri="{FF2B5EF4-FFF2-40B4-BE49-F238E27FC236}">
                      <a16:creationId xmlns:a16="http://schemas.microsoft.com/office/drawing/2014/main" id="{3DC9683C-3020-41F2-B13A-1223704FE359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4" name="Rectangle 91">
                  <a:extLst>
                    <a:ext uri="{FF2B5EF4-FFF2-40B4-BE49-F238E27FC236}">
                      <a16:creationId xmlns:a16="http://schemas.microsoft.com/office/drawing/2014/main" id="{12D3E660-A8B1-4552-8C2D-DB5865191991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5" name="Rectangle 92">
                  <a:extLst>
                    <a:ext uri="{FF2B5EF4-FFF2-40B4-BE49-F238E27FC236}">
                      <a16:creationId xmlns:a16="http://schemas.microsoft.com/office/drawing/2014/main" id="{A6D76923-E193-4DDE-AA62-B4FEE0A5BAB1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6" name="Rectangle 93">
                  <a:extLst>
                    <a:ext uri="{FF2B5EF4-FFF2-40B4-BE49-F238E27FC236}">
                      <a16:creationId xmlns:a16="http://schemas.microsoft.com/office/drawing/2014/main" id="{9E06B0DE-5B61-4E29-BAB9-722C040E5E59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7" name="Rectangle 94">
                  <a:extLst>
                    <a:ext uri="{FF2B5EF4-FFF2-40B4-BE49-F238E27FC236}">
                      <a16:creationId xmlns:a16="http://schemas.microsoft.com/office/drawing/2014/main" id="{3A9DBEDB-DEC7-4B1A-8D7E-464D8D1D8568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8" name="Rectangle 95">
                  <a:extLst>
                    <a:ext uri="{FF2B5EF4-FFF2-40B4-BE49-F238E27FC236}">
                      <a16:creationId xmlns:a16="http://schemas.microsoft.com/office/drawing/2014/main" id="{8FDECD82-D8DF-4130-805F-F2AF01A0C353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9" name="Rectangle 96">
                  <a:extLst>
                    <a:ext uri="{FF2B5EF4-FFF2-40B4-BE49-F238E27FC236}">
                      <a16:creationId xmlns:a16="http://schemas.microsoft.com/office/drawing/2014/main" id="{C23180AB-A7FF-4C82-AA17-FA17F70A5EA0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0" name="Rectangle 97">
                  <a:extLst>
                    <a:ext uri="{FF2B5EF4-FFF2-40B4-BE49-F238E27FC236}">
                      <a16:creationId xmlns:a16="http://schemas.microsoft.com/office/drawing/2014/main" id="{5A2203B2-3C8F-4F35-A46B-4AD15F37448C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1" name="Rectangle 98">
                  <a:extLst>
                    <a:ext uri="{FF2B5EF4-FFF2-40B4-BE49-F238E27FC236}">
                      <a16:creationId xmlns:a16="http://schemas.microsoft.com/office/drawing/2014/main" id="{2C006030-8500-407F-A5AD-D7B583A5073B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2" name="Rectangle 99">
                  <a:extLst>
                    <a:ext uri="{FF2B5EF4-FFF2-40B4-BE49-F238E27FC236}">
                      <a16:creationId xmlns:a16="http://schemas.microsoft.com/office/drawing/2014/main" id="{BA41CA40-A981-41AF-B2B8-0CE9D672ADF2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3" name="Rectangle 100">
                  <a:extLst>
                    <a:ext uri="{FF2B5EF4-FFF2-40B4-BE49-F238E27FC236}">
                      <a16:creationId xmlns:a16="http://schemas.microsoft.com/office/drawing/2014/main" id="{F2DF6981-F11F-4DC1-96A0-269219D41A51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4" name="Rectangle 101">
                  <a:extLst>
                    <a:ext uri="{FF2B5EF4-FFF2-40B4-BE49-F238E27FC236}">
                      <a16:creationId xmlns:a16="http://schemas.microsoft.com/office/drawing/2014/main" id="{2070EB8E-C031-472D-B27C-25C0187802E8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5" name="Rectangle 102">
                  <a:extLst>
                    <a:ext uri="{FF2B5EF4-FFF2-40B4-BE49-F238E27FC236}">
                      <a16:creationId xmlns:a16="http://schemas.microsoft.com/office/drawing/2014/main" id="{D09F619D-98B8-4617-BE92-50F7433B82A6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6" name="Rectangle 103">
                  <a:extLst>
                    <a:ext uri="{FF2B5EF4-FFF2-40B4-BE49-F238E27FC236}">
                      <a16:creationId xmlns:a16="http://schemas.microsoft.com/office/drawing/2014/main" id="{9F778E1D-12E8-4DE7-A216-633B080E33C7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8" name="Group 347">
                <a:extLst>
                  <a:ext uri="{FF2B5EF4-FFF2-40B4-BE49-F238E27FC236}">
                    <a16:creationId xmlns:a16="http://schemas.microsoft.com/office/drawing/2014/main" id="{A8E3FEF1-66FB-4D3E-8C91-6C5CC7CD276E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</p:grpSpPr>
            <p:sp>
              <p:nvSpPr>
                <p:cNvPr id="349" name="Freeform: Shape 348">
                  <a:extLst>
                    <a:ext uri="{FF2B5EF4-FFF2-40B4-BE49-F238E27FC236}">
                      <a16:creationId xmlns:a16="http://schemas.microsoft.com/office/drawing/2014/main" id="{F3398C0F-5202-4306-BF68-3DE3910C5DD8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0" name="Freeform: Shape 349">
                  <a:extLst>
                    <a:ext uri="{FF2B5EF4-FFF2-40B4-BE49-F238E27FC236}">
                      <a16:creationId xmlns:a16="http://schemas.microsoft.com/office/drawing/2014/main" id="{04D23447-7355-4631-814C-4CBFDA13E968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1" name="Freeform: Shape 350">
                  <a:extLst>
                    <a:ext uri="{FF2B5EF4-FFF2-40B4-BE49-F238E27FC236}">
                      <a16:creationId xmlns:a16="http://schemas.microsoft.com/office/drawing/2014/main" id="{FEC22F0E-8185-4AB2-9815-B3D8B8DC08F2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2" name="Freeform: Shape 351">
                  <a:extLst>
                    <a:ext uri="{FF2B5EF4-FFF2-40B4-BE49-F238E27FC236}">
                      <a16:creationId xmlns:a16="http://schemas.microsoft.com/office/drawing/2014/main" id="{E8F438B2-0D1E-43B2-9F9E-DC318BA09109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3" name="Freeform: Shape 352">
                  <a:extLst>
                    <a:ext uri="{FF2B5EF4-FFF2-40B4-BE49-F238E27FC236}">
                      <a16:creationId xmlns:a16="http://schemas.microsoft.com/office/drawing/2014/main" id="{65E726E6-02B6-47D9-8650-F7CC4196AD3E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4" name="Freeform: Shape 353">
                  <a:extLst>
                    <a:ext uri="{FF2B5EF4-FFF2-40B4-BE49-F238E27FC236}">
                      <a16:creationId xmlns:a16="http://schemas.microsoft.com/office/drawing/2014/main" id="{4A027513-B863-4E3A-98F8-0CAF4EBE055F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5" name="Freeform: Shape 354">
                  <a:extLst>
                    <a:ext uri="{FF2B5EF4-FFF2-40B4-BE49-F238E27FC236}">
                      <a16:creationId xmlns:a16="http://schemas.microsoft.com/office/drawing/2014/main" id="{598BA572-D7B8-4F6C-94B4-B30F41C135DE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6" name="Freeform: Shape 355">
                  <a:extLst>
                    <a:ext uri="{FF2B5EF4-FFF2-40B4-BE49-F238E27FC236}">
                      <a16:creationId xmlns:a16="http://schemas.microsoft.com/office/drawing/2014/main" id="{2DC4A1D7-6794-4A06-A118-136963D06A4F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7" name="Freeform: Shape 356">
                  <a:extLst>
                    <a:ext uri="{FF2B5EF4-FFF2-40B4-BE49-F238E27FC236}">
                      <a16:creationId xmlns:a16="http://schemas.microsoft.com/office/drawing/2014/main" id="{56D97B37-2BE6-4649-81A4-447306C8F174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8" name="Freeform: Shape 357">
                  <a:extLst>
                    <a:ext uri="{FF2B5EF4-FFF2-40B4-BE49-F238E27FC236}">
                      <a16:creationId xmlns:a16="http://schemas.microsoft.com/office/drawing/2014/main" id="{5D7349F8-6D97-46A3-BB9E-3EF4721F15E4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9" name="Freeform: Shape 358">
                  <a:extLst>
                    <a:ext uri="{FF2B5EF4-FFF2-40B4-BE49-F238E27FC236}">
                      <a16:creationId xmlns:a16="http://schemas.microsoft.com/office/drawing/2014/main" id="{023D2CF4-8D04-4CD3-B0C6-32F27EF52B74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0" name="Freeform: Shape 359">
                  <a:extLst>
                    <a:ext uri="{FF2B5EF4-FFF2-40B4-BE49-F238E27FC236}">
                      <a16:creationId xmlns:a16="http://schemas.microsoft.com/office/drawing/2014/main" id="{FFC43EAD-DD84-4932-9F92-6F6D232FB463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1" name="Freeform: Shape 360">
                  <a:extLst>
                    <a:ext uri="{FF2B5EF4-FFF2-40B4-BE49-F238E27FC236}">
                      <a16:creationId xmlns:a16="http://schemas.microsoft.com/office/drawing/2014/main" id="{94B465E1-BA65-460B-8624-B01F33230C27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2" name="Freeform: Shape 361">
                  <a:extLst>
                    <a:ext uri="{FF2B5EF4-FFF2-40B4-BE49-F238E27FC236}">
                      <a16:creationId xmlns:a16="http://schemas.microsoft.com/office/drawing/2014/main" id="{6D4A5C95-F064-4EE6-863C-075152EB61B6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3" name="Freeform: Shape 362">
                  <a:extLst>
                    <a:ext uri="{FF2B5EF4-FFF2-40B4-BE49-F238E27FC236}">
                      <a16:creationId xmlns:a16="http://schemas.microsoft.com/office/drawing/2014/main" id="{AED73AA9-3F2D-4415-8FDC-EB56FA514B3B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4" name="Freeform: Shape 363">
                  <a:extLst>
                    <a:ext uri="{FF2B5EF4-FFF2-40B4-BE49-F238E27FC236}">
                      <a16:creationId xmlns:a16="http://schemas.microsoft.com/office/drawing/2014/main" id="{D9831BD8-580B-42D2-AE95-58458337AE0F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5" name="Freeform: Shape 364">
                  <a:extLst>
                    <a:ext uri="{FF2B5EF4-FFF2-40B4-BE49-F238E27FC236}">
                      <a16:creationId xmlns:a16="http://schemas.microsoft.com/office/drawing/2014/main" id="{55CE90B6-568D-4DC1-A7D8-97A57950A7A4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6" name="Freeform: Shape 365">
                  <a:extLst>
                    <a:ext uri="{FF2B5EF4-FFF2-40B4-BE49-F238E27FC236}">
                      <a16:creationId xmlns:a16="http://schemas.microsoft.com/office/drawing/2014/main" id="{25092D40-8F64-4481-BE6C-9B1A5442BAAA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7" name="Freeform: Shape 366">
                  <a:extLst>
                    <a:ext uri="{FF2B5EF4-FFF2-40B4-BE49-F238E27FC236}">
                      <a16:creationId xmlns:a16="http://schemas.microsoft.com/office/drawing/2014/main" id="{9829E0F5-3057-493E-94E2-537A3B35971D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8" name="Freeform: Shape 367">
                  <a:extLst>
                    <a:ext uri="{FF2B5EF4-FFF2-40B4-BE49-F238E27FC236}">
                      <a16:creationId xmlns:a16="http://schemas.microsoft.com/office/drawing/2014/main" id="{9C3FDF29-4177-446D-B87C-FA1892F2D9B1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9" name="Freeform: Shape 368">
                  <a:extLst>
                    <a:ext uri="{FF2B5EF4-FFF2-40B4-BE49-F238E27FC236}">
                      <a16:creationId xmlns:a16="http://schemas.microsoft.com/office/drawing/2014/main" id="{80DD1EDF-8C22-4919-B784-81E9756B3831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0" name="Freeform: Shape 369">
                  <a:extLst>
                    <a:ext uri="{FF2B5EF4-FFF2-40B4-BE49-F238E27FC236}">
                      <a16:creationId xmlns:a16="http://schemas.microsoft.com/office/drawing/2014/main" id="{F8A20935-667F-424C-B933-8D38B6714E68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1" name="Freeform: Shape 370">
                  <a:extLst>
                    <a:ext uri="{FF2B5EF4-FFF2-40B4-BE49-F238E27FC236}">
                      <a16:creationId xmlns:a16="http://schemas.microsoft.com/office/drawing/2014/main" id="{58D38FA2-C45C-4BCE-B5CE-B5D73F77382E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2" name="Freeform: Shape 371">
                  <a:extLst>
                    <a:ext uri="{FF2B5EF4-FFF2-40B4-BE49-F238E27FC236}">
                      <a16:creationId xmlns:a16="http://schemas.microsoft.com/office/drawing/2014/main" id="{37C85F78-F434-4786-9863-C0710AE7AD2E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345" name="Circle: Hollow 344">
              <a:extLst>
                <a:ext uri="{FF2B5EF4-FFF2-40B4-BE49-F238E27FC236}">
                  <a16:creationId xmlns:a16="http://schemas.microsoft.com/office/drawing/2014/main" id="{0F7EBE6B-8668-4279-9F91-87D9A02440EB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6" name="Circle: Hollow 345">
              <a:extLst>
                <a:ext uri="{FF2B5EF4-FFF2-40B4-BE49-F238E27FC236}">
                  <a16:creationId xmlns:a16="http://schemas.microsoft.com/office/drawing/2014/main" id="{341D0121-11B9-467A-B811-15986868094E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060DA7C8-07C3-488A-A28F-73B7FDD68D82}"/>
              </a:ext>
            </a:extLst>
          </p:cNvPr>
          <p:cNvGrpSpPr/>
          <p:nvPr/>
        </p:nvGrpSpPr>
        <p:grpSpPr>
          <a:xfrm>
            <a:off x="3378959" y="2777455"/>
            <a:ext cx="1283210" cy="1283210"/>
            <a:chOff x="1224922" y="598425"/>
            <a:chExt cx="5641271" cy="5641271"/>
          </a:xfrm>
          <a:effectLst/>
        </p:grpSpPr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4E6A399C-C269-402B-B2D9-D4F37BABD98B}"/>
                </a:ext>
              </a:extLst>
            </p:cNvPr>
            <p:cNvSpPr/>
            <p:nvPr/>
          </p:nvSpPr>
          <p:spPr>
            <a:xfrm rot="2700000">
              <a:off x="3958590" y="598425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F394055E-FFFA-461E-B09C-6F988D27D8A1}"/>
                </a:ext>
              </a:extLst>
            </p:cNvPr>
            <p:cNvSpPr/>
            <p:nvPr/>
          </p:nvSpPr>
          <p:spPr>
            <a:xfrm rot="2700000">
              <a:off x="3958590" y="6065762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F6979BC9-301F-4E9B-8D86-5565114FD13E}"/>
                </a:ext>
              </a:extLst>
            </p:cNvPr>
            <p:cNvSpPr/>
            <p:nvPr/>
          </p:nvSpPr>
          <p:spPr>
            <a:xfrm rot="3600000">
              <a:off x="4666115" y="691572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0975EB7B-C94A-41CF-AB97-8E96DD8F6AF1}"/>
                </a:ext>
              </a:extLst>
            </p:cNvPr>
            <p:cNvSpPr/>
            <p:nvPr/>
          </p:nvSpPr>
          <p:spPr>
            <a:xfrm rot="3600000">
              <a:off x="3251065" y="5972615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45526FD7-63E2-42CD-B87F-2E81C9EE0E22}"/>
                </a:ext>
              </a:extLst>
            </p:cNvPr>
            <p:cNvSpPr/>
            <p:nvPr/>
          </p:nvSpPr>
          <p:spPr>
            <a:xfrm rot="4500000">
              <a:off x="5325424" y="964667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AB0629A7-4FDB-4CDA-9A37-CADF67404CF3}"/>
                </a:ext>
              </a:extLst>
            </p:cNvPr>
            <p:cNvSpPr/>
            <p:nvPr/>
          </p:nvSpPr>
          <p:spPr>
            <a:xfrm rot="4500000">
              <a:off x="2591756" y="5699520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46774DA7-FE3C-4E0F-A848-F1F28855091E}"/>
                </a:ext>
              </a:extLst>
            </p:cNvPr>
            <p:cNvSpPr/>
            <p:nvPr/>
          </p:nvSpPr>
          <p:spPr>
            <a:xfrm rot="5400000">
              <a:off x="5891586" y="139909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041F119D-0621-4CD9-8D28-AC8CAE1EA97C}"/>
                </a:ext>
              </a:extLst>
            </p:cNvPr>
            <p:cNvSpPr/>
            <p:nvPr/>
          </p:nvSpPr>
          <p:spPr>
            <a:xfrm rot="5400000">
              <a:off x="2025594" y="526508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8A09B88B-7DC0-4272-BF19-89FED5D812B6}"/>
                </a:ext>
              </a:extLst>
            </p:cNvPr>
            <p:cNvSpPr/>
            <p:nvPr/>
          </p:nvSpPr>
          <p:spPr>
            <a:xfrm rot="6300000">
              <a:off x="6326016" y="196525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D30848CD-43B6-4783-8E07-D757DA83564D}"/>
                </a:ext>
              </a:extLst>
            </p:cNvPr>
            <p:cNvSpPr/>
            <p:nvPr/>
          </p:nvSpPr>
          <p:spPr>
            <a:xfrm rot="6300000">
              <a:off x="1591164" y="469892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4FDEABE0-E8EF-464E-9D97-6EFD6FD27386}"/>
                </a:ext>
              </a:extLst>
            </p:cNvPr>
            <p:cNvSpPr/>
            <p:nvPr/>
          </p:nvSpPr>
          <p:spPr>
            <a:xfrm rot="7200000">
              <a:off x="6599111" y="262456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A42E31C3-610D-4CD2-9D17-E423CFACCEAC}"/>
                </a:ext>
              </a:extLst>
            </p:cNvPr>
            <p:cNvSpPr/>
            <p:nvPr/>
          </p:nvSpPr>
          <p:spPr>
            <a:xfrm rot="7200000">
              <a:off x="1318069" y="403961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D64721D4-A549-4501-A1A5-E202CD0BAE51}"/>
                </a:ext>
              </a:extLst>
            </p:cNvPr>
            <p:cNvSpPr/>
            <p:nvPr/>
          </p:nvSpPr>
          <p:spPr>
            <a:xfrm rot="8100000">
              <a:off x="6692259" y="3332094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FEF5B6FA-32BE-4616-BB59-A769A8217D3C}"/>
                </a:ext>
              </a:extLst>
            </p:cNvPr>
            <p:cNvSpPr/>
            <p:nvPr/>
          </p:nvSpPr>
          <p:spPr>
            <a:xfrm rot="8100000">
              <a:off x="1224922" y="3332094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69A7D1F4-13A0-42E6-B37E-14A04EA8D065}"/>
                </a:ext>
              </a:extLst>
            </p:cNvPr>
            <p:cNvSpPr/>
            <p:nvPr/>
          </p:nvSpPr>
          <p:spPr>
            <a:xfrm rot="9000000">
              <a:off x="6599111" y="403961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A28DEDD9-2A79-4143-B985-C5841E0826E9}"/>
                </a:ext>
              </a:extLst>
            </p:cNvPr>
            <p:cNvSpPr/>
            <p:nvPr/>
          </p:nvSpPr>
          <p:spPr>
            <a:xfrm rot="9000000">
              <a:off x="1318069" y="262456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4918041D-9CEA-4C79-BB59-2B8B0BC16D75}"/>
                </a:ext>
              </a:extLst>
            </p:cNvPr>
            <p:cNvSpPr/>
            <p:nvPr/>
          </p:nvSpPr>
          <p:spPr>
            <a:xfrm rot="9900000">
              <a:off x="6326016" y="469892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F60CAEA2-8EA4-4BC4-9B4A-C891A12ED24C}"/>
                </a:ext>
              </a:extLst>
            </p:cNvPr>
            <p:cNvSpPr/>
            <p:nvPr/>
          </p:nvSpPr>
          <p:spPr>
            <a:xfrm rot="9900000">
              <a:off x="1591164" y="196525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64A7454B-2A51-4FFD-9773-C2AF7A3485F8}"/>
                </a:ext>
              </a:extLst>
            </p:cNvPr>
            <p:cNvSpPr/>
            <p:nvPr/>
          </p:nvSpPr>
          <p:spPr>
            <a:xfrm rot="10800000">
              <a:off x="5891586" y="526508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349DC073-778A-4A7A-8FFF-0CE8A04DFF6E}"/>
                </a:ext>
              </a:extLst>
            </p:cNvPr>
            <p:cNvSpPr/>
            <p:nvPr/>
          </p:nvSpPr>
          <p:spPr>
            <a:xfrm rot="10800000">
              <a:off x="2025594" y="139909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0CD5DEE1-511D-4502-8255-C2925E94C218}"/>
                </a:ext>
              </a:extLst>
            </p:cNvPr>
            <p:cNvSpPr/>
            <p:nvPr/>
          </p:nvSpPr>
          <p:spPr>
            <a:xfrm rot="11700000">
              <a:off x="5325424" y="5699520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A2C8E6CE-C455-4988-BCD9-39333DD998D7}"/>
                </a:ext>
              </a:extLst>
            </p:cNvPr>
            <p:cNvSpPr/>
            <p:nvPr/>
          </p:nvSpPr>
          <p:spPr>
            <a:xfrm rot="11700000">
              <a:off x="2591756" y="964667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0FB67B44-56E5-455F-B455-88951EA448F3}"/>
                </a:ext>
              </a:extLst>
            </p:cNvPr>
            <p:cNvSpPr/>
            <p:nvPr/>
          </p:nvSpPr>
          <p:spPr>
            <a:xfrm rot="12600000">
              <a:off x="4666115" y="5972615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30C1E9DF-9F03-441E-8401-2A79C4827A39}"/>
                </a:ext>
              </a:extLst>
            </p:cNvPr>
            <p:cNvSpPr/>
            <p:nvPr/>
          </p:nvSpPr>
          <p:spPr>
            <a:xfrm rot="12600000">
              <a:off x="3251065" y="691572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3" name="Oval 422">
            <a:extLst>
              <a:ext uri="{FF2B5EF4-FFF2-40B4-BE49-F238E27FC236}">
                <a16:creationId xmlns:a16="http://schemas.microsoft.com/office/drawing/2014/main" id="{5AF3EE30-9F79-462D-B47C-BB0F01987629}"/>
              </a:ext>
            </a:extLst>
          </p:cNvPr>
          <p:cNvSpPr/>
          <p:nvPr/>
        </p:nvSpPr>
        <p:spPr>
          <a:xfrm>
            <a:off x="3896579" y="3295075"/>
            <a:ext cx="247970" cy="24797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Freeform: Shape 190">
            <a:extLst>
              <a:ext uri="{FF2B5EF4-FFF2-40B4-BE49-F238E27FC236}">
                <a16:creationId xmlns:a16="http://schemas.microsoft.com/office/drawing/2014/main" id="{A16F3319-95A7-447F-A9A0-BE7E5C298DB8}"/>
              </a:ext>
            </a:extLst>
          </p:cNvPr>
          <p:cNvSpPr/>
          <p:nvPr/>
        </p:nvSpPr>
        <p:spPr>
          <a:xfrm>
            <a:off x="-3793490" y="-4229556"/>
            <a:ext cx="15297232" cy="15297232"/>
          </a:xfrm>
          <a:custGeom>
            <a:avLst/>
            <a:gdLst>
              <a:gd name="connsiteX0" fmla="*/ 1919859 w 4865986"/>
              <a:gd name="connsiteY0" fmla="*/ 4783256 h 4865986"/>
              <a:gd name="connsiteX1" fmla="*/ 1948021 w 4865986"/>
              <a:gd name="connsiteY1" fmla="*/ 4790497 h 4865986"/>
              <a:gd name="connsiteX2" fmla="*/ 2186953 w 4865986"/>
              <a:gd name="connsiteY2" fmla="*/ 4826962 h 4865986"/>
              <a:gd name="connsiteX3" fmla="*/ 2320351 w 4865986"/>
              <a:gd name="connsiteY3" fmla="*/ 4833698 h 4865986"/>
              <a:gd name="connsiteX4" fmla="*/ 2320351 w 4865986"/>
              <a:gd name="connsiteY4" fmla="*/ 4865986 h 4865986"/>
              <a:gd name="connsiteX5" fmla="*/ 2183652 w 4865986"/>
              <a:gd name="connsiteY5" fmla="*/ 4859084 h 4865986"/>
              <a:gd name="connsiteX6" fmla="*/ 1941514 w 4865986"/>
              <a:gd name="connsiteY6" fmla="*/ 4822129 h 4865986"/>
              <a:gd name="connsiteX7" fmla="*/ 1911510 w 4865986"/>
              <a:gd name="connsiteY7" fmla="*/ 4814414 h 4865986"/>
              <a:gd name="connsiteX8" fmla="*/ 2946131 w 4865986"/>
              <a:gd name="connsiteY8" fmla="*/ 4783255 h 4865986"/>
              <a:gd name="connsiteX9" fmla="*/ 2954480 w 4865986"/>
              <a:gd name="connsiteY9" fmla="*/ 4814413 h 4865986"/>
              <a:gd name="connsiteX10" fmla="*/ 2924472 w 4865986"/>
              <a:gd name="connsiteY10" fmla="*/ 4822129 h 4865986"/>
              <a:gd name="connsiteX11" fmla="*/ 2682334 w 4865986"/>
              <a:gd name="connsiteY11" fmla="*/ 4859084 h 4865986"/>
              <a:gd name="connsiteX12" fmla="*/ 2545637 w 4865986"/>
              <a:gd name="connsiteY12" fmla="*/ 4865986 h 4865986"/>
              <a:gd name="connsiteX13" fmla="*/ 2545637 w 4865986"/>
              <a:gd name="connsiteY13" fmla="*/ 4833698 h 4865986"/>
              <a:gd name="connsiteX14" fmla="*/ 2679033 w 4865986"/>
              <a:gd name="connsiteY14" fmla="*/ 4826962 h 4865986"/>
              <a:gd name="connsiteX15" fmla="*/ 2917965 w 4865986"/>
              <a:gd name="connsiteY15" fmla="*/ 4790497 h 4865986"/>
              <a:gd name="connsiteX16" fmla="*/ 1329348 w 4865986"/>
              <a:gd name="connsiteY16" fmla="*/ 4569847 h 4865986"/>
              <a:gd name="connsiteX17" fmla="*/ 1496317 w 4865986"/>
              <a:gd name="connsiteY17" fmla="*/ 4650280 h 4865986"/>
              <a:gd name="connsiteX18" fmla="*/ 1702077 w 4865986"/>
              <a:gd name="connsiteY18" fmla="*/ 4725589 h 4865986"/>
              <a:gd name="connsiteX19" fmla="*/ 1693695 w 4865986"/>
              <a:gd name="connsiteY19" fmla="*/ 4756872 h 4865986"/>
              <a:gd name="connsiteX20" fmla="*/ 1483749 w 4865986"/>
              <a:gd name="connsiteY20" fmla="*/ 4680031 h 4865986"/>
              <a:gd name="connsiteX21" fmla="*/ 1313174 w 4865986"/>
              <a:gd name="connsiteY21" fmla="*/ 4597861 h 4865986"/>
              <a:gd name="connsiteX22" fmla="*/ 3536644 w 4865986"/>
              <a:gd name="connsiteY22" fmla="*/ 4569844 h 4865986"/>
              <a:gd name="connsiteX23" fmla="*/ 3552818 w 4865986"/>
              <a:gd name="connsiteY23" fmla="*/ 4597858 h 4865986"/>
              <a:gd name="connsiteX24" fmla="*/ 3382238 w 4865986"/>
              <a:gd name="connsiteY24" fmla="*/ 4680031 h 4865986"/>
              <a:gd name="connsiteX25" fmla="*/ 3172295 w 4865986"/>
              <a:gd name="connsiteY25" fmla="*/ 4756870 h 4865986"/>
              <a:gd name="connsiteX26" fmla="*/ 3163913 w 4865986"/>
              <a:gd name="connsiteY26" fmla="*/ 4725588 h 4865986"/>
              <a:gd name="connsiteX27" fmla="*/ 3369670 w 4865986"/>
              <a:gd name="connsiteY27" fmla="*/ 4650280 h 4865986"/>
              <a:gd name="connsiteX28" fmla="*/ 814868 w 4865986"/>
              <a:gd name="connsiteY28" fmla="*/ 4210416 h 4865986"/>
              <a:gd name="connsiteX29" fmla="*/ 902304 w 4865986"/>
              <a:gd name="connsiteY29" fmla="*/ 4289883 h 4865986"/>
              <a:gd name="connsiteX30" fmla="*/ 1087556 w 4865986"/>
              <a:gd name="connsiteY30" fmla="*/ 4428412 h 4865986"/>
              <a:gd name="connsiteX31" fmla="*/ 1134427 w 4865986"/>
              <a:gd name="connsiteY31" fmla="*/ 4456887 h 4865986"/>
              <a:gd name="connsiteX32" fmla="*/ 1118296 w 4865986"/>
              <a:gd name="connsiteY32" fmla="*/ 4484828 h 4865986"/>
              <a:gd name="connsiteX33" fmla="*/ 1069504 w 4865986"/>
              <a:gd name="connsiteY33" fmla="*/ 4455186 h 4865986"/>
              <a:gd name="connsiteX34" fmla="*/ 881766 w 4865986"/>
              <a:gd name="connsiteY34" fmla="*/ 4314798 h 4865986"/>
              <a:gd name="connsiteX35" fmla="*/ 792037 w 4865986"/>
              <a:gd name="connsiteY35" fmla="*/ 4233247 h 4865986"/>
              <a:gd name="connsiteX36" fmla="*/ 4051123 w 4865986"/>
              <a:gd name="connsiteY36" fmla="*/ 4210412 h 4865986"/>
              <a:gd name="connsiteX37" fmla="*/ 4073954 w 4865986"/>
              <a:gd name="connsiteY37" fmla="*/ 4233243 h 4865986"/>
              <a:gd name="connsiteX38" fmla="*/ 3984220 w 4865986"/>
              <a:gd name="connsiteY38" fmla="*/ 4314798 h 4865986"/>
              <a:gd name="connsiteX39" fmla="*/ 3796483 w 4865986"/>
              <a:gd name="connsiteY39" fmla="*/ 4455186 h 4865986"/>
              <a:gd name="connsiteX40" fmla="*/ 3747695 w 4865986"/>
              <a:gd name="connsiteY40" fmla="*/ 4484825 h 4865986"/>
              <a:gd name="connsiteX41" fmla="*/ 3731564 w 4865986"/>
              <a:gd name="connsiteY41" fmla="*/ 4456884 h 4865986"/>
              <a:gd name="connsiteX42" fmla="*/ 3778430 w 4865986"/>
              <a:gd name="connsiteY42" fmla="*/ 4428412 h 4865986"/>
              <a:gd name="connsiteX43" fmla="*/ 3963682 w 4865986"/>
              <a:gd name="connsiteY43" fmla="*/ 4289883 h 4865986"/>
              <a:gd name="connsiteX44" fmla="*/ 409097 w 4865986"/>
              <a:gd name="connsiteY44" fmla="*/ 3731554 h 4865986"/>
              <a:gd name="connsiteX45" fmla="*/ 437575 w 4865986"/>
              <a:gd name="connsiteY45" fmla="*/ 3778430 h 4865986"/>
              <a:gd name="connsiteX46" fmla="*/ 576104 w 4865986"/>
              <a:gd name="connsiteY46" fmla="*/ 3963683 h 4865986"/>
              <a:gd name="connsiteX47" fmla="*/ 655567 w 4865986"/>
              <a:gd name="connsiteY47" fmla="*/ 4051114 h 4865986"/>
              <a:gd name="connsiteX48" fmla="*/ 632736 w 4865986"/>
              <a:gd name="connsiteY48" fmla="*/ 4073945 h 4865986"/>
              <a:gd name="connsiteX49" fmla="*/ 551189 w 4865986"/>
              <a:gd name="connsiteY49" fmla="*/ 3984221 h 4865986"/>
              <a:gd name="connsiteX50" fmla="*/ 410801 w 4865986"/>
              <a:gd name="connsiteY50" fmla="*/ 3796483 h 4865986"/>
              <a:gd name="connsiteX51" fmla="*/ 381156 w 4865986"/>
              <a:gd name="connsiteY51" fmla="*/ 3747686 h 4865986"/>
              <a:gd name="connsiteX52" fmla="*/ 4456892 w 4865986"/>
              <a:gd name="connsiteY52" fmla="*/ 3731551 h 4865986"/>
              <a:gd name="connsiteX53" fmla="*/ 4484833 w 4865986"/>
              <a:gd name="connsiteY53" fmla="*/ 3747682 h 4865986"/>
              <a:gd name="connsiteX54" fmla="*/ 4455186 w 4865986"/>
              <a:gd name="connsiteY54" fmla="*/ 3796483 h 4865986"/>
              <a:gd name="connsiteX55" fmla="*/ 4314798 w 4865986"/>
              <a:gd name="connsiteY55" fmla="*/ 3984221 h 4865986"/>
              <a:gd name="connsiteX56" fmla="*/ 4233254 w 4865986"/>
              <a:gd name="connsiteY56" fmla="*/ 4073942 h 4865986"/>
              <a:gd name="connsiteX57" fmla="*/ 4210423 w 4865986"/>
              <a:gd name="connsiteY57" fmla="*/ 4051111 h 4865986"/>
              <a:gd name="connsiteX58" fmla="*/ 4289883 w 4865986"/>
              <a:gd name="connsiteY58" fmla="*/ 3963683 h 4865986"/>
              <a:gd name="connsiteX59" fmla="*/ 4428412 w 4865986"/>
              <a:gd name="connsiteY59" fmla="*/ 3778430 h 4865986"/>
              <a:gd name="connsiteX60" fmla="*/ 140395 w 4865986"/>
              <a:gd name="connsiteY60" fmla="*/ 3163903 h 4865986"/>
              <a:gd name="connsiteX61" fmla="*/ 215707 w 4865986"/>
              <a:gd name="connsiteY61" fmla="*/ 3369670 h 4865986"/>
              <a:gd name="connsiteX62" fmla="*/ 296137 w 4865986"/>
              <a:gd name="connsiteY62" fmla="*/ 3536634 h 4865986"/>
              <a:gd name="connsiteX63" fmla="*/ 268124 w 4865986"/>
              <a:gd name="connsiteY63" fmla="*/ 3552807 h 4865986"/>
              <a:gd name="connsiteX64" fmla="*/ 185956 w 4865986"/>
              <a:gd name="connsiteY64" fmla="*/ 3382238 h 4865986"/>
              <a:gd name="connsiteX65" fmla="*/ 109112 w 4865986"/>
              <a:gd name="connsiteY65" fmla="*/ 3172285 h 4865986"/>
              <a:gd name="connsiteX66" fmla="*/ 4725592 w 4865986"/>
              <a:gd name="connsiteY66" fmla="*/ 3163901 h 4865986"/>
              <a:gd name="connsiteX67" fmla="*/ 4756875 w 4865986"/>
              <a:gd name="connsiteY67" fmla="*/ 3172283 h 4865986"/>
              <a:gd name="connsiteX68" fmla="*/ 4680030 w 4865986"/>
              <a:gd name="connsiteY68" fmla="*/ 3382238 h 4865986"/>
              <a:gd name="connsiteX69" fmla="*/ 4597865 w 4865986"/>
              <a:gd name="connsiteY69" fmla="*/ 3552803 h 4865986"/>
              <a:gd name="connsiteX70" fmla="*/ 4569851 w 4865986"/>
              <a:gd name="connsiteY70" fmla="*/ 3536629 h 4865986"/>
              <a:gd name="connsiteX71" fmla="*/ 4650280 w 4865986"/>
              <a:gd name="connsiteY71" fmla="*/ 3369670 h 4865986"/>
              <a:gd name="connsiteX72" fmla="*/ 32288 w 4865986"/>
              <a:gd name="connsiteY72" fmla="*/ 2545628 h 4865986"/>
              <a:gd name="connsiteX73" fmla="*/ 39024 w 4865986"/>
              <a:gd name="connsiteY73" fmla="*/ 2679033 h 4865986"/>
              <a:gd name="connsiteX74" fmla="*/ 75490 w 4865986"/>
              <a:gd name="connsiteY74" fmla="*/ 2917965 h 4865986"/>
              <a:gd name="connsiteX75" fmla="*/ 82729 w 4865986"/>
              <a:gd name="connsiteY75" fmla="*/ 2946121 h 4865986"/>
              <a:gd name="connsiteX76" fmla="*/ 51571 w 4865986"/>
              <a:gd name="connsiteY76" fmla="*/ 2954470 h 4865986"/>
              <a:gd name="connsiteX77" fmla="*/ 43858 w 4865986"/>
              <a:gd name="connsiteY77" fmla="*/ 2924472 h 4865986"/>
              <a:gd name="connsiteX78" fmla="*/ 6903 w 4865986"/>
              <a:gd name="connsiteY78" fmla="*/ 2682334 h 4865986"/>
              <a:gd name="connsiteX79" fmla="*/ 0 w 4865986"/>
              <a:gd name="connsiteY79" fmla="*/ 2545628 h 4865986"/>
              <a:gd name="connsiteX80" fmla="*/ 4865986 w 4865986"/>
              <a:gd name="connsiteY80" fmla="*/ 2545628 h 4865986"/>
              <a:gd name="connsiteX81" fmla="*/ 4859083 w 4865986"/>
              <a:gd name="connsiteY81" fmla="*/ 2682334 h 4865986"/>
              <a:gd name="connsiteX82" fmla="*/ 4822129 w 4865986"/>
              <a:gd name="connsiteY82" fmla="*/ 2924472 h 4865986"/>
              <a:gd name="connsiteX83" fmla="*/ 4814416 w 4865986"/>
              <a:gd name="connsiteY83" fmla="*/ 2954468 h 4865986"/>
              <a:gd name="connsiteX84" fmla="*/ 4783258 w 4865986"/>
              <a:gd name="connsiteY84" fmla="*/ 2946119 h 4865986"/>
              <a:gd name="connsiteX85" fmla="*/ 4790497 w 4865986"/>
              <a:gd name="connsiteY85" fmla="*/ 2917965 h 4865986"/>
              <a:gd name="connsiteX86" fmla="*/ 4826962 w 4865986"/>
              <a:gd name="connsiteY86" fmla="*/ 2679033 h 4865986"/>
              <a:gd name="connsiteX87" fmla="*/ 4833698 w 4865986"/>
              <a:gd name="connsiteY87" fmla="*/ 2545628 h 4865986"/>
              <a:gd name="connsiteX88" fmla="*/ 4814412 w 4865986"/>
              <a:gd name="connsiteY88" fmla="*/ 1911504 h 4865986"/>
              <a:gd name="connsiteX89" fmla="*/ 4822129 w 4865986"/>
              <a:gd name="connsiteY89" fmla="*/ 1941514 h 4865986"/>
              <a:gd name="connsiteX90" fmla="*/ 4859083 w 4865986"/>
              <a:gd name="connsiteY90" fmla="*/ 2183652 h 4865986"/>
              <a:gd name="connsiteX91" fmla="*/ 4865986 w 4865986"/>
              <a:gd name="connsiteY91" fmla="*/ 2320343 h 4865986"/>
              <a:gd name="connsiteX92" fmla="*/ 4833698 w 4865986"/>
              <a:gd name="connsiteY92" fmla="*/ 2320343 h 4865986"/>
              <a:gd name="connsiteX93" fmla="*/ 4826962 w 4865986"/>
              <a:gd name="connsiteY93" fmla="*/ 2186953 h 4865986"/>
              <a:gd name="connsiteX94" fmla="*/ 4790497 w 4865986"/>
              <a:gd name="connsiteY94" fmla="*/ 1948021 h 4865986"/>
              <a:gd name="connsiteX95" fmla="*/ 4783254 w 4865986"/>
              <a:gd name="connsiteY95" fmla="*/ 1919852 h 4865986"/>
              <a:gd name="connsiteX96" fmla="*/ 51575 w 4865986"/>
              <a:gd name="connsiteY96" fmla="*/ 1911501 h 4865986"/>
              <a:gd name="connsiteX97" fmla="*/ 82733 w 4865986"/>
              <a:gd name="connsiteY97" fmla="*/ 1919850 h 4865986"/>
              <a:gd name="connsiteX98" fmla="*/ 75490 w 4865986"/>
              <a:gd name="connsiteY98" fmla="*/ 1948021 h 4865986"/>
              <a:gd name="connsiteX99" fmla="*/ 39024 w 4865986"/>
              <a:gd name="connsiteY99" fmla="*/ 2186953 h 4865986"/>
              <a:gd name="connsiteX100" fmla="*/ 32289 w 4865986"/>
              <a:gd name="connsiteY100" fmla="*/ 2320342 h 4865986"/>
              <a:gd name="connsiteX101" fmla="*/ 1 w 4865986"/>
              <a:gd name="connsiteY101" fmla="*/ 2320342 h 4865986"/>
              <a:gd name="connsiteX102" fmla="*/ 6903 w 4865986"/>
              <a:gd name="connsiteY102" fmla="*/ 2183652 h 4865986"/>
              <a:gd name="connsiteX103" fmla="*/ 43858 w 4865986"/>
              <a:gd name="connsiteY103" fmla="*/ 1941514 h 4865986"/>
              <a:gd name="connsiteX104" fmla="*/ 4597859 w 4865986"/>
              <a:gd name="connsiteY104" fmla="*/ 1313171 h 4865986"/>
              <a:gd name="connsiteX105" fmla="*/ 4680030 w 4865986"/>
              <a:gd name="connsiteY105" fmla="*/ 1483749 h 4865986"/>
              <a:gd name="connsiteX106" fmla="*/ 4756869 w 4865986"/>
              <a:gd name="connsiteY106" fmla="*/ 1693689 h 4865986"/>
              <a:gd name="connsiteX107" fmla="*/ 4725587 w 4865986"/>
              <a:gd name="connsiteY107" fmla="*/ 1702071 h 4865986"/>
              <a:gd name="connsiteX108" fmla="*/ 4650280 w 4865986"/>
              <a:gd name="connsiteY108" fmla="*/ 1496316 h 4865986"/>
              <a:gd name="connsiteX109" fmla="*/ 4569845 w 4865986"/>
              <a:gd name="connsiteY109" fmla="*/ 1329345 h 4865986"/>
              <a:gd name="connsiteX110" fmla="*/ 268129 w 4865986"/>
              <a:gd name="connsiteY110" fmla="*/ 1313167 h 4865986"/>
              <a:gd name="connsiteX111" fmla="*/ 296143 w 4865986"/>
              <a:gd name="connsiteY111" fmla="*/ 1329341 h 4865986"/>
              <a:gd name="connsiteX112" fmla="*/ 215707 w 4865986"/>
              <a:gd name="connsiteY112" fmla="*/ 1496316 h 4865986"/>
              <a:gd name="connsiteX113" fmla="*/ 140400 w 4865986"/>
              <a:gd name="connsiteY113" fmla="*/ 1702069 h 4865986"/>
              <a:gd name="connsiteX114" fmla="*/ 109118 w 4865986"/>
              <a:gd name="connsiteY114" fmla="*/ 1693687 h 4865986"/>
              <a:gd name="connsiteX115" fmla="*/ 185956 w 4865986"/>
              <a:gd name="connsiteY115" fmla="*/ 1483749 h 4865986"/>
              <a:gd name="connsiteX116" fmla="*/ 4233247 w 4865986"/>
              <a:gd name="connsiteY116" fmla="*/ 792037 h 4865986"/>
              <a:gd name="connsiteX117" fmla="*/ 4314798 w 4865986"/>
              <a:gd name="connsiteY117" fmla="*/ 881766 h 4865986"/>
              <a:gd name="connsiteX118" fmla="*/ 4455186 w 4865986"/>
              <a:gd name="connsiteY118" fmla="*/ 1069504 h 4865986"/>
              <a:gd name="connsiteX119" fmla="*/ 4484826 w 4865986"/>
              <a:gd name="connsiteY119" fmla="*/ 1118293 h 4865986"/>
              <a:gd name="connsiteX120" fmla="*/ 4456885 w 4865986"/>
              <a:gd name="connsiteY120" fmla="*/ 1134425 h 4865986"/>
              <a:gd name="connsiteX121" fmla="*/ 4428412 w 4865986"/>
              <a:gd name="connsiteY121" fmla="*/ 1087556 h 4865986"/>
              <a:gd name="connsiteX122" fmla="*/ 4289883 w 4865986"/>
              <a:gd name="connsiteY122" fmla="*/ 902304 h 4865986"/>
              <a:gd name="connsiteX123" fmla="*/ 4210416 w 4865986"/>
              <a:gd name="connsiteY123" fmla="*/ 814868 h 4865986"/>
              <a:gd name="connsiteX124" fmla="*/ 632743 w 4865986"/>
              <a:gd name="connsiteY124" fmla="*/ 792033 h 4865986"/>
              <a:gd name="connsiteX125" fmla="*/ 655574 w 4865986"/>
              <a:gd name="connsiteY125" fmla="*/ 814864 h 4865986"/>
              <a:gd name="connsiteX126" fmla="*/ 576104 w 4865986"/>
              <a:gd name="connsiteY126" fmla="*/ 902304 h 4865986"/>
              <a:gd name="connsiteX127" fmla="*/ 437575 w 4865986"/>
              <a:gd name="connsiteY127" fmla="*/ 1087556 h 4865986"/>
              <a:gd name="connsiteX128" fmla="*/ 409103 w 4865986"/>
              <a:gd name="connsiteY128" fmla="*/ 1134421 h 4865986"/>
              <a:gd name="connsiteX129" fmla="*/ 381163 w 4865986"/>
              <a:gd name="connsiteY129" fmla="*/ 1118290 h 4865986"/>
              <a:gd name="connsiteX130" fmla="*/ 410801 w 4865986"/>
              <a:gd name="connsiteY130" fmla="*/ 1069504 h 4865986"/>
              <a:gd name="connsiteX131" fmla="*/ 551189 w 4865986"/>
              <a:gd name="connsiteY131" fmla="*/ 881766 h 4865986"/>
              <a:gd name="connsiteX132" fmla="*/ 3747689 w 4865986"/>
              <a:gd name="connsiteY132" fmla="*/ 381158 h 4865986"/>
              <a:gd name="connsiteX133" fmla="*/ 3796483 w 4865986"/>
              <a:gd name="connsiteY133" fmla="*/ 410801 h 4865986"/>
              <a:gd name="connsiteX134" fmla="*/ 3984220 w 4865986"/>
              <a:gd name="connsiteY134" fmla="*/ 551188 h 4865986"/>
              <a:gd name="connsiteX135" fmla="*/ 4073946 w 4865986"/>
              <a:gd name="connsiteY135" fmla="*/ 632736 h 4865986"/>
              <a:gd name="connsiteX136" fmla="*/ 4051115 w 4865986"/>
              <a:gd name="connsiteY136" fmla="*/ 655567 h 4865986"/>
              <a:gd name="connsiteX137" fmla="*/ 3963682 w 4865986"/>
              <a:gd name="connsiteY137" fmla="*/ 576103 h 4865986"/>
              <a:gd name="connsiteX138" fmla="*/ 3778430 w 4865986"/>
              <a:gd name="connsiteY138" fmla="*/ 437574 h 4865986"/>
              <a:gd name="connsiteX139" fmla="*/ 3731557 w 4865986"/>
              <a:gd name="connsiteY139" fmla="*/ 409098 h 4865986"/>
              <a:gd name="connsiteX140" fmla="*/ 1118303 w 4865986"/>
              <a:gd name="connsiteY140" fmla="*/ 381155 h 4865986"/>
              <a:gd name="connsiteX141" fmla="*/ 1134434 w 4865986"/>
              <a:gd name="connsiteY141" fmla="*/ 409095 h 4865986"/>
              <a:gd name="connsiteX142" fmla="*/ 1087556 w 4865986"/>
              <a:gd name="connsiteY142" fmla="*/ 437574 h 4865986"/>
              <a:gd name="connsiteX143" fmla="*/ 902304 w 4865986"/>
              <a:gd name="connsiteY143" fmla="*/ 576103 h 4865986"/>
              <a:gd name="connsiteX144" fmla="*/ 814876 w 4865986"/>
              <a:gd name="connsiteY144" fmla="*/ 655563 h 4865986"/>
              <a:gd name="connsiteX145" fmla="*/ 792045 w 4865986"/>
              <a:gd name="connsiteY145" fmla="*/ 632732 h 4865986"/>
              <a:gd name="connsiteX146" fmla="*/ 881766 w 4865986"/>
              <a:gd name="connsiteY146" fmla="*/ 551188 h 4865986"/>
              <a:gd name="connsiteX147" fmla="*/ 1069504 w 4865986"/>
              <a:gd name="connsiteY147" fmla="*/ 410801 h 4865986"/>
              <a:gd name="connsiteX148" fmla="*/ 3172291 w 4865986"/>
              <a:gd name="connsiteY148" fmla="*/ 109114 h 4865986"/>
              <a:gd name="connsiteX149" fmla="*/ 3382238 w 4865986"/>
              <a:gd name="connsiteY149" fmla="*/ 185956 h 4865986"/>
              <a:gd name="connsiteX150" fmla="*/ 3552811 w 4865986"/>
              <a:gd name="connsiteY150" fmla="*/ 268125 h 4865986"/>
              <a:gd name="connsiteX151" fmla="*/ 3536637 w 4865986"/>
              <a:gd name="connsiteY151" fmla="*/ 296139 h 4865986"/>
              <a:gd name="connsiteX152" fmla="*/ 3369670 w 4865986"/>
              <a:gd name="connsiteY152" fmla="*/ 215706 h 4865986"/>
              <a:gd name="connsiteX153" fmla="*/ 3163909 w 4865986"/>
              <a:gd name="connsiteY153" fmla="*/ 140397 h 4865986"/>
              <a:gd name="connsiteX154" fmla="*/ 1693699 w 4865986"/>
              <a:gd name="connsiteY154" fmla="*/ 109113 h 4865986"/>
              <a:gd name="connsiteX155" fmla="*/ 1702081 w 4865986"/>
              <a:gd name="connsiteY155" fmla="*/ 140396 h 4865986"/>
              <a:gd name="connsiteX156" fmla="*/ 1496317 w 4865986"/>
              <a:gd name="connsiteY156" fmla="*/ 215706 h 4865986"/>
              <a:gd name="connsiteX157" fmla="*/ 1329355 w 4865986"/>
              <a:gd name="connsiteY157" fmla="*/ 296136 h 4865986"/>
              <a:gd name="connsiteX158" fmla="*/ 1313181 w 4865986"/>
              <a:gd name="connsiteY158" fmla="*/ 268123 h 4865986"/>
              <a:gd name="connsiteX159" fmla="*/ 1483749 w 4865986"/>
              <a:gd name="connsiteY159" fmla="*/ 185956 h 4865986"/>
              <a:gd name="connsiteX160" fmla="*/ 2545637 w 4865986"/>
              <a:gd name="connsiteY160" fmla="*/ 0 h 4865986"/>
              <a:gd name="connsiteX161" fmla="*/ 2682334 w 4865986"/>
              <a:gd name="connsiteY161" fmla="*/ 6903 h 4865986"/>
              <a:gd name="connsiteX162" fmla="*/ 2924472 w 4865986"/>
              <a:gd name="connsiteY162" fmla="*/ 43857 h 4865986"/>
              <a:gd name="connsiteX163" fmla="*/ 2954476 w 4865986"/>
              <a:gd name="connsiteY163" fmla="*/ 51572 h 4865986"/>
              <a:gd name="connsiteX164" fmla="*/ 2946127 w 4865986"/>
              <a:gd name="connsiteY164" fmla="*/ 82731 h 4865986"/>
              <a:gd name="connsiteX165" fmla="*/ 2917965 w 4865986"/>
              <a:gd name="connsiteY165" fmla="*/ 75490 h 4865986"/>
              <a:gd name="connsiteX166" fmla="*/ 2679033 w 4865986"/>
              <a:gd name="connsiteY166" fmla="*/ 39024 h 4865986"/>
              <a:gd name="connsiteX167" fmla="*/ 2545637 w 4865986"/>
              <a:gd name="connsiteY167" fmla="*/ 32288 h 4865986"/>
              <a:gd name="connsiteX168" fmla="*/ 2320350 w 4865986"/>
              <a:gd name="connsiteY168" fmla="*/ 0 h 4865986"/>
              <a:gd name="connsiteX169" fmla="*/ 2320350 w 4865986"/>
              <a:gd name="connsiteY169" fmla="*/ 32288 h 4865986"/>
              <a:gd name="connsiteX170" fmla="*/ 2186953 w 4865986"/>
              <a:gd name="connsiteY170" fmla="*/ 39024 h 4865986"/>
              <a:gd name="connsiteX171" fmla="*/ 1948021 w 4865986"/>
              <a:gd name="connsiteY171" fmla="*/ 75490 h 4865986"/>
              <a:gd name="connsiteX172" fmla="*/ 1919863 w 4865986"/>
              <a:gd name="connsiteY172" fmla="*/ 82730 h 4865986"/>
              <a:gd name="connsiteX173" fmla="*/ 1911514 w 4865986"/>
              <a:gd name="connsiteY173" fmla="*/ 51571 h 4865986"/>
              <a:gd name="connsiteX174" fmla="*/ 1941514 w 4865986"/>
              <a:gd name="connsiteY174" fmla="*/ 43857 h 4865986"/>
              <a:gd name="connsiteX175" fmla="*/ 2183652 w 4865986"/>
              <a:gd name="connsiteY175" fmla="*/ 6903 h 486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4865986" h="4865986">
                <a:moveTo>
                  <a:pt x="1919859" y="4783256"/>
                </a:moveTo>
                <a:lnTo>
                  <a:pt x="1948021" y="4790497"/>
                </a:lnTo>
                <a:cubicBezTo>
                  <a:pt x="2026346" y="4806525"/>
                  <a:pt x="2106058" y="4818747"/>
                  <a:pt x="2186953" y="4826962"/>
                </a:cubicBezTo>
                <a:lnTo>
                  <a:pt x="2320351" y="4833698"/>
                </a:lnTo>
                <a:lnTo>
                  <a:pt x="2320351" y="4865986"/>
                </a:lnTo>
                <a:lnTo>
                  <a:pt x="2183652" y="4859084"/>
                </a:lnTo>
                <a:cubicBezTo>
                  <a:pt x="2101671" y="4850758"/>
                  <a:pt x="2020890" y="4838372"/>
                  <a:pt x="1941514" y="4822129"/>
                </a:cubicBezTo>
                <a:lnTo>
                  <a:pt x="1911510" y="4814414"/>
                </a:lnTo>
                <a:close/>
                <a:moveTo>
                  <a:pt x="2946131" y="4783255"/>
                </a:moveTo>
                <a:lnTo>
                  <a:pt x="2954480" y="4814413"/>
                </a:lnTo>
                <a:lnTo>
                  <a:pt x="2924472" y="4822129"/>
                </a:lnTo>
                <a:cubicBezTo>
                  <a:pt x="2845096" y="4838372"/>
                  <a:pt x="2764315" y="4850758"/>
                  <a:pt x="2682334" y="4859084"/>
                </a:cubicBezTo>
                <a:lnTo>
                  <a:pt x="2545637" y="4865986"/>
                </a:lnTo>
                <a:lnTo>
                  <a:pt x="2545637" y="4833698"/>
                </a:lnTo>
                <a:lnTo>
                  <a:pt x="2679033" y="4826962"/>
                </a:lnTo>
                <a:cubicBezTo>
                  <a:pt x="2759929" y="4818747"/>
                  <a:pt x="2839640" y="4806525"/>
                  <a:pt x="2917965" y="4790497"/>
                </a:cubicBezTo>
                <a:close/>
                <a:moveTo>
                  <a:pt x="1329348" y="4569847"/>
                </a:moveTo>
                <a:lnTo>
                  <a:pt x="1496317" y="4650280"/>
                </a:lnTo>
                <a:lnTo>
                  <a:pt x="1702077" y="4725589"/>
                </a:lnTo>
                <a:lnTo>
                  <a:pt x="1693695" y="4756872"/>
                </a:lnTo>
                <a:lnTo>
                  <a:pt x="1483749" y="4680031"/>
                </a:lnTo>
                <a:lnTo>
                  <a:pt x="1313174" y="4597861"/>
                </a:lnTo>
                <a:close/>
                <a:moveTo>
                  <a:pt x="3536644" y="4569844"/>
                </a:moveTo>
                <a:lnTo>
                  <a:pt x="3552818" y="4597858"/>
                </a:lnTo>
                <a:lnTo>
                  <a:pt x="3382238" y="4680031"/>
                </a:lnTo>
                <a:lnTo>
                  <a:pt x="3172295" y="4756870"/>
                </a:lnTo>
                <a:lnTo>
                  <a:pt x="3163913" y="4725588"/>
                </a:lnTo>
                <a:lnTo>
                  <a:pt x="3369670" y="4650280"/>
                </a:lnTo>
                <a:close/>
                <a:moveTo>
                  <a:pt x="814868" y="4210416"/>
                </a:moveTo>
                <a:lnTo>
                  <a:pt x="902304" y="4289883"/>
                </a:lnTo>
                <a:cubicBezTo>
                  <a:pt x="961728" y="4338924"/>
                  <a:pt x="1023546" y="4385167"/>
                  <a:pt x="1087556" y="4428412"/>
                </a:cubicBezTo>
                <a:lnTo>
                  <a:pt x="1134427" y="4456887"/>
                </a:lnTo>
                <a:lnTo>
                  <a:pt x="1118296" y="4484828"/>
                </a:lnTo>
                <a:lnTo>
                  <a:pt x="1069504" y="4455186"/>
                </a:lnTo>
                <a:cubicBezTo>
                  <a:pt x="1004634" y="4411361"/>
                  <a:pt x="941987" y="4364497"/>
                  <a:pt x="881766" y="4314798"/>
                </a:cubicBezTo>
                <a:lnTo>
                  <a:pt x="792037" y="4233247"/>
                </a:lnTo>
                <a:close/>
                <a:moveTo>
                  <a:pt x="4051123" y="4210412"/>
                </a:moveTo>
                <a:lnTo>
                  <a:pt x="4073954" y="4233243"/>
                </a:lnTo>
                <a:lnTo>
                  <a:pt x="3984220" y="4314798"/>
                </a:lnTo>
                <a:cubicBezTo>
                  <a:pt x="3923999" y="4364497"/>
                  <a:pt x="3861352" y="4411361"/>
                  <a:pt x="3796483" y="4455186"/>
                </a:cubicBezTo>
                <a:lnTo>
                  <a:pt x="3747695" y="4484825"/>
                </a:lnTo>
                <a:lnTo>
                  <a:pt x="3731564" y="4456884"/>
                </a:lnTo>
                <a:lnTo>
                  <a:pt x="3778430" y="4428412"/>
                </a:lnTo>
                <a:cubicBezTo>
                  <a:pt x="3842441" y="4385167"/>
                  <a:pt x="3904259" y="4338924"/>
                  <a:pt x="3963682" y="4289883"/>
                </a:cubicBezTo>
                <a:close/>
                <a:moveTo>
                  <a:pt x="409097" y="3731554"/>
                </a:moveTo>
                <a:lnTo>
                  <a:pt x="437575" y="3778430"/>
                </a:lnTo>
                <a:cubicBezTo>
                  <a:pt x="480819" y="3842441"/>
                  <a:pt x="527063" y="3904259"/>
                  <a:pt x="576104" y="3963683"/>
                </a:cubicBezTo>
                <a:lnTo>
                  <a:pt x="655567" y="4051114"/>
                </a:lnTo>
                <a:lnTo>
                  <a:pt x="632736" y="4073945"/>
                </a:lnTo>
                <a:lnTo>
                  <a:pt x="551189" y="3984221"/>
                </a:lnTo>
                <a:cubicBezTo>
                  <a:pt x="501490" y="3924000"/>
                  <a:pt x="454626" y="3861352"/>
                  <a:pt x="410801" y="3796483"/>
                </a:cubicBezTo>
                <a:lnTo>
                  <a:pt x="381156" y="3747686"/>
                </a:lnTo>
                <a:close/>
                <a:moveTo>
                  <a:pt x="4456892" y="3731551"/>
                </a:moveTo>
                <a:lnTo>
                  <a:pt x="4484833" y="3747682"/>
                </a:lnTo>
                <a:lnTo>
                  <a:pt x="4455186" y="3796483"/>
                </a:lnTo>
                <a:cubicBezTo>
                  <a:pt x="4411361" y="3861352"/>
                  <a:pt x="4364497" y="3924000"/>
                  <a:pt x="4314798" y="3984221"/>
                </a:cubicBezTo>
                <a:lnTo>
                  <a:pt x="4233254" y="4073942"/>
                </a:lnTo>
                <a:lnTo>
                  <a:pt x="4210423" y="4051111"/>
                </a:lnTo>
                <a:lnTo>
                  <a:pt x="4289883" y="3963683"/>
                </a:lnTo>
                <a:cubicBezTo>
                  <a:pt x="4338924" y="3904259"/>
                  <a:pt x="4385167" y="3842441"/>
                  <a:pt x="4428412" y="3778430"/>
                </a:cubicBezTo>
                <a:close/>
                <a:moveTo>
                  <a:pt x="140395" y="3163903"/>
                </a:moveTo>
                <a:lnTo>
                  <a:pt x="215707" y="3369670"/>
                </a:lnTo>
                <a:lnTo>
                  <a:pt x="296137" y="3536634"/>
                </a:lnTo>
                <a:lnTo>
                  <a:pt x="268124" y="3552807"/>
                </a:lnTo>
                <a:lnTo>
                  <a:pt x="185956" y="3382238"/>
                </a:lnTo>
                <a:lnTo>
                  <a:pt x="109112" y="3172285"/>
                </a:lnTo>
                <a:close/>
                <a:moveTo>
                  <a:pt x="4725592" y="3163901"/>
                </a:moveTo>
                <a:lnTo>
                  <a:pt x="4756875" y="3172283"/>
                </a:lnTo>
                <a:lnTo>
                  <a:pt x="4680030" y="3382238"/>
                </a:lnTo>
                <a:lnTo>
                  <a:pt x="4597865" y="3552803"/>
                </a:lnTo>
                <a:lnTo>
                  <a:pt x="4569851" y="3536629"/>
                </a:lnTo>
                <a:lnTo>
                  <a:pt x="4650280" y="3369670"/>
                </a:lnTo>
                <a:close/>
                <a:moveTo>
                  <a:pt x="32288" y="2545628"/>
                </a:moveTo>
                <a:lnTo>
                  <a:pt x="39024" y="2679033"/>
                </a:lnTo>
                <a:cubicBezTo>
                  <a:pt x="47240" y="2759929"/>
                  <a:pt x="59462" y="2839640"/>
                  <a:pt x="75490" y="2917965"/>
                </a:cubicBezTo>
                <a:lnTo>
                  <a:pt x="82729" y="2946121"/>
                </a:lnTo>
                <a:lnTo>
                  <a:pt x="51571" y="2954470"/>
                </a:lnTo>
                <a:lnTo>
                  <a:pt x="43858" y="2924472"/>
                </a:lnTo>
                <a:cubicBezTo>
                  <a:pt x="27615" y="2845096"/>
                  <a:pt x="15229" y="2764315"/>
                  <a:pt x="6903" y="2682334"/>
                </a:cubicBezTo>
                <a:lnTo>
                  <a:pt x="0" y="2545628"/>
                </a:lnTo>
                <a:close/>
                <a:moveTo>
                  <a:pt x="4865986" y="2545628"/>
                </a:moveTo>
                <a:lnTo>
                  <a:pt x="4859083" y="2682334"/>
                </a:lnTo>
                <a:cubicBezTo>
                  <a:pt x="4850758" y="2764315"/>
                  <a:pt x="4838371" y="2845096"/>
                  <a:pt x="4822129" y="2924472"/>
                </a:cubicBezTo>
                <a:lnTo>
                  <a:pt x="4814416" y="2954468"/>
                </a:lnTo>
                <a:lnTo>
                  <a:pt x="4783258" y="2946119"/>
                </a:lnTo>
                <a:lnTo>
                  <a:pt x="4790497" y="2917965"/>
                </a:lnTo>
                <a:cubicBezTo>
                  <a:pt x="4806524" y="2839640"/>
                  <a:pt x="4818747" y="2759929"/>
                  <a:pt x="4826962" y="2679033"/>
                </a:cubicBezTo>
                <a:lnTo>
                  <a:pt x="4833698" y="2545628"/>
                </a:lnTo>
                <a:close/>
                <a:moveTo>
                  <a:pt x="4814412" y="1911504"/>
                </a:moveTo>
                <a:lnTo>
                  <a:pt x="4822129" y="1941514"/>
                </a:lnTo>
                <a:cubicBezTo>
                  <a:pt x="4838371" y="2020890"/>
                  <a:pt x="4850758" y="2101671"/>
                  <a:pt x="4859083" y="2183652"/>
                </a:cubicBezTo>
                <a:lnTo>
                  <a:pt x="4865986" y="2320343"/>
                </a:lnTo>
                <a:lnTo>
                  <a:pt x="4833698" y="2320343"/>
                </a:lnTo>
                <a:lnTo>
                  <a:pt x="4826962" y="2186953"/>
                </a:lnTo>
                <a:cubicBezTo>
                  <a:pt x="4818747" y="2106058"/>
                  <a:pt x="4806524" y="2026346"/>
                  <a:pt x="4790497" y="1948021"/>
                </a:cubicBezTo>
                <a:lnTo>
                  <a:pt x="4783254" y="1919852"/>
                </a:lnTo>
                <a:close/>
                <a:moveTo>
                  <a:pt x="51575" y="1911501"/>
                </a:moveTo>
                <a:lnTo>
                  <a:pt x="82733" y="1919850"/>
                </a:lnTo>
                <a:lnTo>
                  <a:pt x="75490" y="1948021"/>
                </a:lnTo>
                <a:cubicBezTo>
                  <a:pt x="59462" y="2026346"/>
                  <a:pt x="47240" y="2106058"/>
                  <a:pt x="39024" y="2186953"/>
                </a:cubicBezTo>
                <a:lnTo>
                  <a:pt x="32289" y="2320342"/>
                </a:lnTo>
                <a:lnTo>
                  <a:pt x="1" y="2320342"/>
                </a:lnTo>
                <a:lnTo>
                  <a:pt x="6903" y="2183652"/>
                </a:lnTo>
                <a:cubicBezTo>
                  <a:pt x="15229" y="2101671"/>
                  <a:pt x="27615" y="2020890"/>
                  <a:pt x="43858" y="1941514"/>
                </a:cubicBezTo>
                <a:close/>
                <a:moveTo>
                  <a:pt x="4597859" y="1313171"/>
                </a:moveTo>
                <a:lnTo>
                  <a:pt x="4680030" y="1483749"/>
                </a:lnTo>
                <a:lnTo>
                  <a:pt x="4756869" y="1693689"/>
                </a:lnTo>
                <a:lnTo>
                  <a:pt x="4725587" y="1702071"/>
                </a:lnTo>
                <a:lnTo>
                  <a:pt x="4650280" y="1496316"/>
                </a:lnTo>
                <a:lnTo>
                  <a:pt x="4569845" y="1329345"/>
                </a:lnTo>
                <a:close/>
                <a:moveTo>
                  <a:pt x="268129" y="1313167"/>
                </a:moveTo>
                <a:lnTo>
                  <a:pt x="296143" y="1329341"/>
                </a:lnTo>
                <a:lnTo>
                  <a:pt x="215707" y="1496316"/>
                </a:lnTo>
                <a:lnTo>
                  <a:pt x="140400" y="1702069"/>
                </a:lnTo>
                <a:lnTo>
                  <a:pt x="109118" y="1693687"/>
                </a:lnTo>
                <a:lnTo>
                  <a:pt x="185956" y="1483749"/>
                </a:lnTo>
                <a:close/>
                <a:moveTo>
                  <a:pt x="4233247" y="792037"/>
                </a:moveTo>
                <a:lnTo>
                  <a:pt x="4314798" y="881766"/>
                </a:lnTo>
                <a:cubicBezTo>
                  <a:pt x="4364497" y="941987"/>
                  <a:pt x="4411361" y="1004634"/>
                  <a:pt x="4455186" y="1069504"/>
                </a:cubicBezTo>
                <a:lnTo>
                  <a:pt x="4484826" y="1118293"/>
                </a:lnTo>
                <a:lnTo>
                  <a:pt x="4456885" y="1134425"/>
                </a:lnTo>
                <a:lnTo>
                  <a:pt x="4428412" y="1087556"/>
                </a:lnTo>
                <a:cubicBezTo>
                  <a:pt x="4385167" y="1023546"/>
                  <a:pt x="4338924" y="961728"/>
                  <a:pt x="4289883" y="902304"/>
                </a:cubicBezTo>
                <a:lnTo>
                  <a:pt x="4210416" y="814868"/>
                </a:lnTo>
                <a:close/>
                <a:moveTo>
                  <a:pt x="632743" y="792033"/>
                </a:moveTo>
                <a:lnTo>
                  <a:pt x="655574" y="814864"/>
                </a:lnTo>
                <a:lnTo>
                  <a:pt x="576104" y="902304"/>
                </a:lnTo>
                <a:cubicBezTo>
                  <a:pt x="527063" y="961728"/>
                  <a:pt x="480819" y="1023546"/>
                  <a:pt x="437575" y="1087556"/>
                </a:cubicBezTo>
                <a:lnTo>
                  <a:pt x="409103" y="1134421"/>
                </a:lnTo>
                <a:lnTo>
                  <a:pt x="381163" y="1118290"/>
                </a:lnTo>
                <a:lnTo>
                  <a:pt x="410801" y="1069504"/>
                </a:lnTo>
                <a:cubicBezTo>
                  <a:pt x="454626" y="1004634"/>
                  <a:pt x="501490" y="941987"/>
                  <a:pt x="551189" y="881766"/>
                </a:cubicBezTo>
                <a:close/>
                <a:moveTo>
                  <a:pt x="3747689" y="381158"/>
                </a:moveTo>
                <a:lnTo>
                  <a:pt x="3796483" y="410801"/>
                </a:lnTo>
                <a:cubicBezTo>
                  <a:pt x="3861352" y="454626"/>
                  <a:pt x="3923999" y="501490"/>
                  <a:pt x="3984220" y="551188"/>
                </a:cubicBezTo>
                <a:lnTo>
                  <a:pt x="4073946" y="632736"/>
                </a:lnTo>
                <a:lnTo>
                  <a:pt x="4051115" y="655567"/>
                </a:lnTo>
                <a:lnTo>
                  <a:pt x="3963682" y="576103"/>
                </a:lnTo>
                <a:cubicBezTo>
                  <a:pt x="3904259" y="527062"/>
                  <a:pt x="3842441" y="480819"/>
                  <a:pt x="3778430" y="437574"/>
                </a:cubicBezTo>
                <a:lnTo>
                  <a:pt x="3731557" y="409098"/>
                </a:lnTo>
                <a:close/>
                <a:moveTo>
                  <a:pt x="1118303" y="381155"/>
                </a:moveTo>
                <a:lnTo>
                  <a:pt x="1134434" y="409095"/>
                </a:lnTo>
                <a:lnTo>
                  <a:pt x="1087556" y="437574"/>
                </a:lnTo>
                <a:cubicBezTo>
                  <a:pt x="1023546" y="480819"/>
                  <a:pt x="961728" y="527062"/>
                  <a:pt x="902304" y="576103"/>
                </a:cubicBezTo>
                <a:lnTo>
                  <a:pt x="814876" y="655563"/>
                </a:lnTo>
                <a:lnTo>
                  <a:pt x="792045" y="632732"/>
                </a:lnTo>
                <a:lnTo>
                  <a:pt x="881766" y="551188"/>
                </a:lnTo>
                <a:cubicBezTo>
                  <a:pt x="941987" y="501490"/>
                  <a:pt x="1004634" y="454626"/>
                  <a:pt x="1069504" y="410801"/>
                </a:cubicBezTo>
                <a:close/>
                <a:moveTo>
                  <a:pt x="3172291" y="109114"/>
                </a:moveTo>
                <a:lnTo>
                  <a:pt x="3382238" y="185956"/>
                </a:lnTo>
                <a:lnTo>
                  <a:pt x="3552811" y="268125"/>
                </a:lnTo>
                <a:lnTo>
                  <a:pt x="3536637" y="296139"/>
                </a:lnTo>
                <a:lnTo>
                  <a:pt x="3369670" y="215706"/>
                </a:lnTo>
                <a:lnTo>
                  <a:pt x="3163909" y="140397"/>
                </a:lnTo>
                <a:close/>
                <a:moveTo>
                  <a:pt x="1693699" y="109113"/>
                </a:moveTo>
                <a:lnTo>
                  <a:pt x="1702081" y="140396"/>
                </a:lnTo>
                <a:lnTo>
                  <a:pt x="1496317" y="215706"/>
                </a:lnTo>
                <a:lnTo>
                  <a:pt x="1329355" y="296136"/>
                </a:lnTo>
                <a:lnTo>
                  <a:pt x="1313181" y="268123"/>
                </a:lnTo>
                <a:lnTo>
                  <a:pt x="1483749" y="185956"/>
                </a:lnTo>
                <a:close/>
                <a:moveTo>
                  <a:pt x="2545637" y="0"/>
                </a:moveTo>
                <a:lnTo>
                  <a:pt x="2682334" y="6903"/>
                </a:lnTo>
                <a:cubicBezTo>
                  <a:pt x="2764315" y="15228"/>
                  <a:pt x="2845096" y="27615"/>
                  <a:pt x="2924472" y="43857"/>
                </a:cubicBezTo>
                <a:lnTo>
                  <a:pt x="2954476" y="51572"/>
                </a:lnTo>
                <a:lnTo>
                  <a:pt x="2946127" y="82731"/>
                </a:lnTo>
                <a:lnTo>
                  <a:pt x="2917965" y="75490"/>
                </a:lnTo>
                <a:cubicBezTo>
                  <a:pt x="2839640" y="59462"/>
                  <a:pt x="2759929" y="47239"/>
                  <a:pt x="2679033" y="39024"/>
                </a:cubicBezTo>
                <a:lnTo>
                  <a:pt x="2545637" y="32288"/>
                </a:lnTo>
                <a:close/>
                <a:moveTo>
                  <a:pt x="2320350" y="0"/>
                </a:moveTo>
                <a:lnTo>
                  <a:pt x="2320350" y="32288"/>
                </a:lnTo>
                <a:lnTo>
                  <a:pt x="2186953" y="39024"/>
                </a:lnTo>
                <a:cubicBezTo>
                  <a:pt x="2106058" y="47239"/>
                  <a:pt x="2026346" y="59462"/>
                  <a:pt x="1948021" y="75490"/>
                </a:cubicBezTo>
                <a:lnTo>
                  <a:pt x="1919863" y="82730"/>
                </a:lnTo>
                <a:lnTo>
                  <a:pt x="1911514" y="51571"/>
                </a:lnTo>
                <a:lnTo>
                  <a:pt x="1941514" y="43857"/>
                </a:lnTo>
                <a:cubicBezTo>
                  <a:pt x="2020890" y="27615"/>
                  <a:pt x="2101671" y="15228"/>
                  <a:pt x="2183652" y="6903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2" name="Circle: Hollow 191">
            <a:extLst>
              <a:ext uri="{FF2B5EF4-FFF2-40B4-BE49-F238E27FC236}">
                <a16:creationId xmlns:a16="http://schemas.microsoft.com/office/drawing/2014/main" id="{52CA9F6B-D647-4E2B-87A5-1693A77F5211}"/>
              </a:ext>
            </a:extLst>
          </p:cNvPr>
          <p:cNvSpPr/>
          <p:nvPr/>
        </p:nvSpPr>
        <p:spPr>
          <a:xfrm>
            <a:off x="-2767248" y="-3203314"/>
            <a:ext cx="13244748" cy="13244748"/>
          </a:xfrm>
          <a:prstGeom prst="donut">
            <a:avLst>
              <a:gd name="adj" fmla="val 694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857802E-8873-4984-BE70-8098C5C1249E}"/>
              </a:ext>
            </a:extLst>
          </p:cNvPr>
          <p:cNvGrpSpPr/>
          <p:nvPr/>
        </p:nvGrpSpPr>
        <p:grpSpPr>
          <a:xfrm>
            <a:off x="-3460516" y="-3912438"/>
            <a:ext cx="14622251" cy="14652473"/>
            <a:chOff x="-3460516" y="-3912438"/>
            <a:chExt cx="14622251" cy="14652473"/>
          </a:xfrm>
        </p:grpSpPr>
        <p:sp>
          <p:nvSpPr>
            <p:cNvPr id="190" name="Circle: Hollow 189">
              <a:extLst>
                <a:ext uri="{FF2B5EF4-FFF2-40B4-BE49-F238E27FC236}">
                  <a16:creationId xmlns:a16="http://schemas.microsoft.com/office/drawing/2014/main" id="{060172ED-5DE2-45B5-833C-7B246397629E}"/>
                </a:ext>
              </a:extLst>
            </p:cNvPr>
            <p:cNvSpPr/>
            <p:nvPr/>
          </p:nvSpPr>
          <p:spPr>
            <a:xfrm>
              <a:off x="-3319698" y="-3755764"/>
              <a:ext cx="14349648" cy="14349648"/>
            </a:xfrm>
            <a:prstGeom prst="donut">
              <a:avLst>
                <a:gd name="adj" fmla="val 694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55729676-DF1E-4985-960A-FA69052090EF}"/>
                </a:ext>
              </a:extLst>
            </p:cNvPr>
            <p:cNvSpPr/>
            <p:nvPr/>
          </p:nvSpPr>
          <p:spPr>
            <a:xfrm>
              <a:off x="10785811" y="3231098"/>
              <a:ext cx="375924" cy="375924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3B4BBEF6-BBCD-4595-86B5-E0B5EE5E95D7}"/>
                </a:ext>
              </a:extLst>
            </p:cNvPr>
            <p:cNvSpPr/>
            <p:nvPr/>
          </p:nvSpPr>
          <p:spPr>
            <a:xfrm>
              <a:off x="3782052" y="-3912438"/>
              <a:ext cx="375924" cy="375924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A24C338-786B-404A-9C17-E058C1112C75}"/>
                </a:ext>
              </a:extLst>
            </p:cNvPr>
            <p:cNvSpPr/>
            <p:nvPr/>
          </p:nvSpPr>
          <p:spPr>
            <a:xfrm>
              <a:off x="-3460516" y="3117828"/>
              <a:ext cx="375924" cy="375924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4D56DD95-49AA-4C53-9989-3CDB0F0FF695}"/>
                </a:ext>
              </a:extLst>
            </p:cNvPr>
            <p:cNvSpPr/>
            <p:nvPr/>
          </p:nvSpPr>
          <p:spPr>
            <a:xfrm>
              <a:off x="3662356" y="10364111"/>
              <a:ext cx="375924" cy="375924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6FDAF664-A0F9-4E87-9764-9A3355D854FF}"/>
                </a:ext>
              </a:extLst>
            </p:cNvPr>
            <p:cNvSpPr/>
            <p:nvPr/>
          </p:nvSpPr>
          <p:spPr>
            <a:xfrm>
              <a:off x="8811252" y="-1695878"/>
              <a:ext cx="375924" cy="375924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FDD0E481-E02C-435F-9CB9-831ABD9D7713}"/>
                </a:ext>
              </a:extLst>
            </p:cNvPr>
            <p:cNvSpPr/>
            <p:nvPr/>
          </p:nvSpPr>
          <p:spPr>
            <a:xfrm>
              <a:off x="9130338" y="7802628"/>
              <a:ext cx="375924" cy="375924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85E5DDB4-76D6-4417-A208-FCA9366A3416}"/>
                </a:ext>
              </a:extLst>
            </p:cNvPr>
            <p:cNvSpPr/>
            <p:nvPr/>
          </p:nvSpPr>
          <p:spPr>
            <a:xfrm>
              <a:off x="-1666248" y="-1507916"/>
              <a:ext cx="375924" cy="375924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ED83840F-E5B1-4520-B871-CEBC7D5BDB8A}"/>
                </a:ext>
              </a:extLst>
            </p:cNvPr>
            <p:cNvSpPr/>
            <p:nvPr/>
          </p:nvSpPr>
          <p:spPr>
            <a:xfrm>
              <a:off x="-1478286" y="8178552"/>
              <a:ext cx="375924" cy="375924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372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400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40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400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40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400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6" dur="40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" dur="40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5" presetClass="path" presetSubtype="0" decel="100000" autoRev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16667E-7 2.96296E-6 L -0.38164 2.96296E-6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089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35" presetClass="path" presetSubtype="0" decel="100000" autoRev="1" fill="hold" grpId="0" nodeType="withEffect">
                                  <p:stCondLst>
                                    <p:cond delay="8750"/>
                                  </p:stCondLst>
                                  <p:childTnLst>
                                    <p:animMotion origin="layout" path="M -3.33333E-6 -1.11111E-6 L -0.40599 -1.11111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299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35" presetClass="path" presetSubtype="0" decel="100000" autoRev="1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animMotion origin="layout" path="M -1.04167E-6 0 L -0.38164 0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089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35" presetClass="path" presetSubtype="0" decel="100000" autoRev="1" fill="hold" grpId="0" nodeType="withEffect">
                                  <p:stCondLst>
                                    <p:cond delay="6750"/>
                                  </p:stCondLst>
                                  <p:childTnLst>
                                    <p:animMotion origin="layout" path="M -4.16667E-7 -4.07407E-6 L -0.40599 -4.07407E-6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299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35" presetClass="path" presetSubtype="0" decel="100000" autoRev="1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2.5E-6 0 L -0.38164 0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0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/>
      <p:bldP spid="4" grpId="0"/>
      <p:bldP spid="203" grpId="0"/>
      <p:bldP spid="204" grpId="0"/>
      <p:bldP spid="210" grpId="0"/>
      <p:bldP spid="191" grpId="0" animBg="1"/>
      <p:bldP spid="19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33"/>
            <a:ext cx="12192000" cy="6834167"/>
          </a:xfrm>
          <a:prstGeom prst="rect">
            <a:avLst/>
          </a:prstGeom>
        </p:spPr>
      </p:pic>
      <p:sp>
        <p:nvSpPr>
          <p:cNvPr id="2" name="Title 2"/>
          <p:cNvSpPr txBox="1">
            <a:spLocks/>
          </p:cNvSpPr>
          <p:nvPr/>
        </p:nvSpPr>
        <p:spPr>
          <a:xfrm>
            <a:off x="-11086741" y="567638"/>
            <a:ext cx="9100625" cy="76808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latin typeface="Bahnschrift Condensed" panose="020B0502040204020203" pitchFamily="34" charset="0"/>
                <a:cs typeface="Arial" pitchFamily="34" charset="0"/>
              </a:rPr>
              <a:t>Library Book Issue and Return Record Maintaining System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14178116" y="562117"/>
            <a:ext cx="1271376" cy="0"/>
          </a:xfrm>
          <a:prstGeom prst="line">
            <a:avLst/>
          </a:prstGeom>
          <a:ln w="127000">
            <a:solidFill>
              <a:schemeClr val="bg1"/>
            </a:solidFill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H="1">
            <a:off x="10615059" y="-3272683"/>
            <a:ext cx="10204" cy="1123776"/>
          </a:xfrm>
          <a:prstGeom prst="line">
            <a:avLst/>
          </a:prstGeom>
          <a:ln w="127000">
            <a:solidFill>
              <a:schemeClr val="bg1"/>
            </a:solidFill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F53D5B9D-AC85-45D9-94B9-BDD5F5DE25E8}"/>
              </a:ext>
            </a:extLst>
          </p:cNvPr>
          <p:cNvGrpSpPr/>
          <p:nvPr/>
        </p:nvGrpSpPr>
        <p:grpSpPr>
          <a:xfrm>
            <a:off x="750610" y="7109889"/>
            <a:ext cx="10680172" cy="10353744"/>
            <a:chOff x="532492" y="7117344"/>
            <a:chExt cx="11209565" cy="108669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0" name="Oval 19"/>
            <p:cNvSpPr/>
            <p:nvPr/>
          </p:nvSpPr>
          <p:spPr>
            <a:xfrm>
              <a:off x="532492" y="7117344"/>
              <a:ext cx="11209565" cy="10866957"/>
            </a:xfrm>
            <a:prstGeom prst="ellipse">
              <a:avLst/>
            </a:prstGeom>
            <a:solidFill>
              <a:srgbClr val="A5A7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1134855" y="7404843"/>
              <a:ext cx="10039350" cy="10406257"/>
            </a:xfrm>
            <a:prstGeom prst="ellipse">
              <a:avLst/>
            </a:prstGeom>
            <a:solidFill>
              <a:srgbClr val="909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630403" y="7807439"/>
              <a:ext cx="8979439" cy="9150309"/>
            </a:xfrm>
            <a:prstGeom prst="ellipse">
              <a:avLst/>
            </a:prstGeom>
            <a:solidFill>
              <a:srgbClr val="8688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2231611" y="8277011"/>
              <a:ext cx="7845839" cy="8046507"/>
            </a:xfrm>
            <a:prstGeom prst="ellipse">
              <a:avLst/>
            </a:prstGeom>
            <a:solidFill>
              <a:srgbClr val="CDC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6432" y="7329467"/>
              <a:ext cx="7531333" cy="5280970"/>
            </a:xfrm>
            <a:prstGeom prst="rect">
              <a:avLst/>
            </a:prstGeom>
            <a:ln>
              <a:noFill/>
            </a:ln>
            <a:effectLst/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3619E8A-B251-4055-831D-2F1887000C06}"/>
              </a:ext>
            </a:extLst>
          </p:cNvPr>
          <p:cNvSpPr txBox="1"/>
          <p:nvPr/>
        </p:nvSpPr>
        <p:spPr>
          <a:xfrm>
            <a:off x="-11196125" y="1452246"/>
            <a:ext cx="11196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Created By </a:t>
            </a:r>
            <a:r>
              <a:rPr lang="en-IN" sz="2400" b="1" dirty="0"/>
              <a:t>Mr.</a:t>
            </a:r>
            <a:r>
              <a:rPr lang="en-IN" sz="2400" dirty="0"/>
              <a:t> </a:t>
            </a:r>
            <a:r>
              <a:rPr lang="en-IN" sz="2400" b="1" dirty="0"/>
              <a:t>Dhvanil </a:t>
            </a:r>
            <a:r>
              <a:rPr lang="en-IN" sz="2400" b="1" dirty="0">
                <a:latin typeface="Bahnschrift SemiBold" panose="020B0502040204020203" pitchFamily="34" charset="0"/>
              </a:rPr>
              <a:t>Patel</a:t>
            </a:r>
            <a:r>
              <a:rPr lang="en-IN" sz="2400" b="1" dirty="0"/>
              <a:t>, </a:t>
            </a:r>
            <a:r>
              <a:rPr lang="en-IN" sz="2400" dirty="0"/>
              <a:t>Student of </a:t>
            </a:r>
            <a:r>
              <a:rPr lang="en-IN" sz="2400" b="1" dirty="0"/>
              <a:t>M.Sc. Applied Statistics </a:t>
            </a:r>
            <a:r>
              <a:rPr lang="en-IN" sz="2400" dirty="0"/>
              <a:t>Batch </a:t>
            </a:r>
            <a:r>
              <a:rPr lang="en-IN" sz="2400" b="1" dirty="0"/>
              <a:t>2021-23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52962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33"/>
            <a:ext cx="12192000" cy="6834167"/>
          </a:xfrm>
          <a:prstGeom prst="rect">
            <a:avLst/>
          </a:prstGeom>
        </p:spPr>
      </p:pic>
      <p:sp>
        <p:nvSpPr>
          <p:cNvPr id="2" name="Title 2"/>
          <p:cNvSpPr txBox="1">
            <a:spLocks/>
          </p:cNvSpPr>
          <p:nvPr/>
        </p:nvSpPr>
        <p:spPr>
          <a:xfrm>
            <a:off x="1524638" y="567638"/>
            <a:ext cx="9100625" cy="76808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latin typeface="Bahnschrift Condensed" panose="020B0502040204020203" pitchFamily="34" charset="0"/>
                <a:cs typeface="Arial" pitchFamily="34" charset="0"/>
              </a:rPr>
              <a:t>Library Book Issue and Return Record Maintaining System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9913375" y="562117"/>
            <a:ext cx="1271376" cy="0"/>
          </a:xfrm>
          <a:prstGeom prst="line">
            <a:avLst/>
          </a:prstGeom>
          <a:ln w="127000">
            <a:solidFill>
              <a:schemeClr val="bg1"/>
            </a:solidFill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H="1">
            <a:off x="10615059" y="163448"/>
            <a:ext cx="10204" cy="1123776"/>
          </a:xfrm>
          <a:prstGeom prst="line">
            <a:avLst/>
          </a:prstGeom>
          <a:ln w="127000">
            <a:solidFill>
              <a:schemeClr val="bg1"/>
            </a:solidFill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F53D5B9D-AC85-45D9-94B9-BDD5F5DE25E8}"/>
              </a:ext>
            </a:extLst>
          </p:cNvPr>
          <p:cNvGrpSpPr/>
          <p:nvPr/>
        </p:nvGrpSpPr>
        <p:grpSpPr>
          <a:xfrm>
            <a:off x="750610" y="2177352"/>
            <a:ext cx="10680172" cy="10353744"/>
            <a:chOff x="532492" y="7117344"/>
            <a:chExt cx="11209565" cy="108669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0" name="Oval 19"/>
            <p:cNvSpPr/>
            <p:nvPr/>
          </p:nvSpPr>
          <p:spPr>
            <a:xfrm>
              <a:off x="532492" y="7117344"/>
              <a:ext cx="11209565" cy="10866957"/>
            </a:xfrm>
            <a:prstGeom prst="ellipse">
              <a:avLst/>
            </a:prstGeom>
            <a:solidFill>
              <a:srgbClr val="A5A7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1134855" y="7404843"/>
              <a:ext cx="10039350" cy="10406257"/>
            </a:xfrm>
            <a:prstGeom prst="ellipse">
              <a:avLst/>
            </a:prstGeom>
            <a:solidFill>
              <a:srgbClr val="909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630403" y="7807439"/>
              <a:ext cx="8979439" cy="9150309"/>
            </a:xfrm>
            <a:prstGeom prst="ellipse">
              <a:avLst/>
            </a:prstGeom>
            <a:solidFill>
              <a:srgbClr val="8688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2231611" y="8277011"/>
              <a:ext cx="7845839" cy="8046507"/>
            </a:xfrm>
            <a:prstGeom prst="ellipse">
              <a:avLst/>
            </a:prstGeom>
            <a:solidFill>
              <a:srgbClr val="CDC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6432" y="7329467"/>
              <a:ext cx="7531333" cy="5280970"/>
            </a:xfrm>
            <a:prstGeom prst="rect">
              <a:avLst/>
            </a:prstGeom>
            <a:ln>
              <a:noFill/>
            </a:ln>
            <a:effectLst/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3619E8A-B251-4055-831D-2F1887000C06}"/>
              </a:ext>
            </a:extLst>
          </p:cNvPr>
          <p:cNvSpPr txBox="1"/>
          <p:nvPr/>
        </p:nvSpPr>
        <p:spPr>
          <a:xfrm>
            <a:off x="995875" y="1452246"/>
            <a:ext cx="11196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Created By </a:t>
            </a:r>
            <a:r>
              <a:rPr lang="en-IN" sz="2400" b="1" dirty="0"/>
              <a:t>Mr.</a:t>
            </a:r>
            <a:r>
              <a:rPr lang="en-IN" sz="2400" dirty="0"/>
              <a:t> </a:t>
            </a:r>
            <a:r>
              <a:rPr lang="en-IN" sz="2400" b="1" dirty="0"/>
              <a:t>Dhvanil </a:t>
            </a:r>
            <a:r>
              <a:rPr lang="en-IN" sz="2400" b="1" dirty="0">
                <a:latin typeface="Bahnschrift SemiBold" panose="020B0502040204020203" pitchFamily="34" charset="0"/>
              </a:rPr>
              <a:t>Patel</a:t>
            </a:r>
            <a:r>
              <a:rPr lang="en-IN" sz="2400" b="1" dirty="0"/>
              <a:t>, </a:t>
            </a:r>
            <a:r>
              <a:rPr lang="en-IN" sz="2400" dirty="0"/>
              <a:t>Student of </a:t>
            </a:r>
            <a:r>
              <a:rPr lang="en-IN" sz="2400" b="1" dirty="0"/>
              <a:t>M.Sc. Applied Statistics </a:t>
            </a:r>
            <a:r>
              <a:rPr lang="en-IN" sz="2400" dirty="0"/>
              <a:t>Batch </a:t>
            </a:r>
            <a:r>
              <a:rPr lang="en-IN" sz="2400" b="1" dirty="0"/>
              <a:t>2021-23</a:t>
            </a:r>
          </a:p>
          <a:p>
            <a:endParaRPr lang="en-IN" sz="2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082CA11-3A7E-4C5E-B15B-3104BA24D94F}"/>
              </a:ext>
            </a:extLst>
          </p:cNvPr>
          <p:cNvGrpSpPr/>
          <p:nvPr/>
        </p:nvGrpSpPr>
        <p:grpSpPr>
          <a:xfrm>
            <a:off x="5544798" y="8383862"/>
            <a:ext cx="3120400" cy="3328097"/>
            <a:chOff x="7927318" y="2544586"/>
            <a:chExt cx="3120400" cy="332809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55385D0-4968-4697-A3F7-A8EAD59E5C1D}"/>
                </a:ext>
              </a:extLst>
            </p:cNvPr>
            <p:cNvSpPr/>
            <p:nvPr/>
          </p:nvSpPr>
          <p:spPr>
            <a:xfrm>
              <a:off x="10725083" y="2544586"/>
              <a:ext cx="322635" cy="322635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B9DABE0-D0C2-4556-B424-9FE5FFF0D1EA}"/>
                </a:ext>
              </a:extLst>
            </p:cNvPr>
            <p:cNvSpPr/>
            <p:nvPr/>
          </p:nvSpPr>
          <p:spPr>
            <a:xfrm flipV="1">
              <a:off x="9783877" y="3082831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8EE4FCF-C550-4058-88B6-2E0EADEF1C52}"/>
                </a:ext>
              </a:extLst>
            </p:cNvPr>
            <p:cNvSpPr/>
            <p:nvPr/>
          </p:nvSpPr>
          <p:spPr>
            <a:xfrm flipV="1">
              <a:off x="9009649" y="3689956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72C8061-477A-46F6-B1AF-D69E28397A41}"/>
                </a:ext>
              </a:extLst>
            </p:cNvPr>
            <p:cNvSpPr/>
            <p:nvPr/>
          </p:nvSpPr>
          <p:spPr>
            <a:xfrm flipV="1">
              <a:off x="8331270" y="4602057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516A07D-158E-400E-A3B5-5E28004BA551}"/>
                </a:ext>
              </a:extLst>
            </p:cNvPr>
            <p:cNvSpPr/>
            <p:nvPr/>
          </p:nvSpPr>
          <p:spPr>
            <a:xfrm flipV="1">
              <a:off x="7927318" y="5697894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885F61-753C-4E3C-A65D-89A064454FD5}"/>
              </a:ext>
            </a:extLst>
          </p:cNvPr>
          <p:cNvGrpSpPr/>
          <p:nvPr/>
        </p:nvGrpSpPr>
        <p:grpSpPr>
          <a:xfrm>
            <a:off x="-5049234" y="7193940"/>
            <a:ext cx="4616567" cy="1351239"/>
            <a:chOff x="-10512788" y="573950"/>
            <a:chExt cx="4616567" cy="135123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083AA80-8F47-4E9E-9B26-76A319798B59}"/>
                </a:ext>
              </a:extLst>
            </p:cNvPr>
            <p:cNvGrpSpPr/>
            <p:nvPr/>
          </p:nvGrpSpPr>
          <p:grpSpPr>
            <a:xfrm>
              <a:off x="-10512788" y="573950"/>
              <a:ext cx="4616567" cy="1351239"/>
              <a:chOff x="-10512788" y="573950"/>
              <a:chExt cx="4616567" cy="1351239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86739F8-3D7F-424B-A6EC-BA67F784AC71}"/>
                  </a:ext>
                </a:extLst>
              </p:cNvPr>
              <p:cNvSpPr txBox="1"/>
              <p:nvPr/>
            </p:nvSpPr>
            <p:spPr>
              <a:xfrm>
                <a:off x="-10512788" y="847971"/>
                <a:ext cx="3052234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>
                    <a:latin typeface="Bahnschrift SemiBold SemiConden" panose="020B0502040204020203" pitchFamily="34" charset="0"/>
                  </a:rPr>
                  <a:t>Why to switch over this system?</a:t>
                </a: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65DFEFC7-F907-4680-BE1A-203941299CF3}"/>
                  </a:ext>
                </a:extLst>
              </p:cNvPr>
              <p:cNvSpPr/>
              <p:nvPr/>
            </p:nvSpPr>
            <p:spPr>
              <a:xfrm>
                <a:off x="-7540850" y="573950"/>
                <a:ext cx="1644629" cy="1143836"/>
              </a:xfrm>
              <a:custGeom>
                <a:avLst/>
                <a:gdLst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658368 w 5493715"/>
                  <a:gd name="connsiteY4" fmla="*/ 4308653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658368 w 5493715"/>
                  <a:gd name="connsiteY4" fmla="*/ 4308653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658368 w 5493715"/>
                  <a:gd name="connsiteY4" fmla="*/ 4308653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33697 w 5493715"/>
                  <a:gd name="connsiteY8" fmla="*/ 3348624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33697 w 5493715"/>
                  <a:gd name="connsiteY8" fmla="*/ 3348624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9524 w 5493715"/>
                  <a:gd name="connsiteY2" fmla="*/ 5309946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9524 w 5493715"/>
                  <a:gd name="connsiteY2" fmla="*/ 5309946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9524 w 5493715"/>
                  <a:gd name="connsiteY2" fmla="*/ 5309946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453179 w 5493715"/>
                  <a:gd name="connsiteY15" fmla="*/ 5313893 h 5325465"/>
                  <a:gd name="connsiteX16" fmla="*/ 5493715 w 5493715"/>
                  <a:gd name="connsiteY16" fmla="*/ 5069433 h 5325465"/>
                  <a:gd name="connsiteX0" fmla="*/ 0 w 5636283"/>
                  <a:gd name="connsiteY0" fmla="*/ 5325465 h 5329410"/>
                  <a:gd name="connsiteX1" fmla="*/ 0 w 5636283"/>
                  <a:gd name="connsiteY1" fmla="*/ 5325465 h 5329410"/>
                  <a:gd name="connsiteX2" fmla="*/ 2239524 w 5636283"/>
                  <a:gd name="connsiteY2" fmla="*/ 5309946 h 5329410"/>
                  <a:gd name="connsiteX3" fmla="*/ 1938528 w 5636283"/>
                  <a:gd name="connsiteY3" fmla="*/ 4337913 h 5329410"/>
                  <a:gd name="connsiteX4" fmla="*/ 833932 w 5636283"/>
                  <a:gd name="connsiteY4" fmla="*/ 4411066 h 5329410"/>
                  <a:gd name="connsiteX5" fmla="*/ 694944 w 5636283"/>
                  <a:gd name="connsiteY5" fmla="*/ 3745382 h 5329410"/>
                  <a:gd name="connsiteX6" fmla="*/ 519379 w 5636283"/>
                  <a:gd name="connsiteY6" fmla="*/ 3599078 h 5329410"/>
                  <a:gd name="connsiteX7" fmla="*/ 557005 w 5636283"/>
                  <a:gd name="connsiteY7" fmla="*/ 3470193 h 5329410"/>
                  <a:gd name="connsiteX8" fmla="*/ 456331 w 5636283"/>
                  <a:gd name="connsiteY8" fmla="*/ 3362205 h 5329410"/>
                  <a:gd name="connsiteX9" fmla="*/ 559793 w 5636283"/>
                  <a:gd name="connsiteY9" fmla="*/ 3057428 h 5329410"/>
                  <a:gd name="connsiteX10" fmla="*/ 118419 w 5636283"/>
                  <a:gd name="connsiteY10" fmla="*/ 2818778 h 5329410"/>
                  <a:gd name="connsiteX11" fmla="*/ 665683 w 5636283"/>
                  <a:gd name="connsiteY11" fmla="*/ 1975104 h 5329410"/>
                  <a:gd name="connsiteX12" fmla="*/ 2633472 w 5636283"/>
                  <a:gd name="connsiteY12" fmla="*/ 0 h 5329410"/>
                  <a:gd name="connsiteX13" fmla="*/ 4712039 w 5636283"/>
                  <a:gd name="connsiteY13" fmla="*/ 2543951 h 5329410"/>
                  <a:gd name="connsiteX14" fmla="*/ 4030675 w 5636283"/>
                  <a:gd name="connsiteY14" fmla="*/ 3928262 h 5329410"/>
                  <a:gd name="connsiteX15" fmla="*/ 4453179 w 5636283"/>
                  <a:gd name="connsiteY15" fmla="*/ 5313893 h 5329410"/>
                  <a:gd name="connsiteX16" fmla="*/ 5636283 w 5636283"/>
                  <a:gd name="connsiteY16" fmla="*/ 5329410 h 5329410"/>
                  <a:gd name="connsiteX0" fmla="*/ 0 w 5636283"/>
                  <a:gd name="connsiteY0" fmla="*/ 5325465 h 5325465"/>
                  <a:gd name="connsiteX1" fmla="*/ 0 w 5636283"/>
                  <a:gd name="connsiteY1" fmla="*/ 5325465 h 5325465"/>
                  <a:gd name="connsiteX2" fmla="*/ 2239524 w 5636283"/>
                  <a:gd name="connsiteY2" fmla="*/ 5309946 h 5325465"/>
                  <a:gd name="connsiteX3" fmla="*/ 1938528 w 5636283"/>
                  <a:gd name="connsiteY3" fmla="*/ 4337913 h 5325465"/>
                  <a:gd name="connsiteX4" fmla="*/ 833932 w 5636283"/>
                  <a:gd name="connsiteY4" fmla="*/ 4411066 h 5325465"/>
                  <a:gd name="connsiteX5" fmla="*/ 694944 w 5636283"/>
                  <a:gd name="connsiteY5" fmla="*/ 3745382 h 5325465"/>
                  <a:gd name="connsiteX6" fmla="*/ 519379 w 5636283"/>
                  <a:gd name="connsiteY6" fmla="*/ 3599078 h 5325465"/>
                  <a:gd name="connsiteX7" fmla="*/ 557005 w 5636283"/>
                  <a:gd name="connsiteY7" fmla="*/ 3470193 h 5325465"/>
                  <a:gd name="connsiteX8" fmla="*/ 456331 w 5636283"/>
                  <a:gd name="connsiteY8" fmla="*/ 3362205 h 5325465"/>
                  <a:gd name="connsiteX9" fmla="*/ 559793 w 5636283"/>
                  <a:gd name="connsiteY9" fmla="*/ 3057428 h 5325465"/>
                  <a:gd name="connsiteX10" fmla="*/ 118419 w 5636283"/>
                  <a:gd name="connsiteY10" fmla="*/ 2818778 h 5325465"/>
                  <a:gd name="connsiteX11" fmla="*/ 665683 w 5636283"/>
                  <a:gd name="connsiteY11" fmla="*/ 1975104 h 5325465"/>
                  <a:gd name="connsiteX12" fmla="*/ 2633472 w 5636283"/>
                  <a:gd name="connsiteY12" fmla="*/ 0 h 5325465"/>
                  <a:gd name="connsiteX13" fmla="*/ 4712039 w 5636283"/>
                  <a:gd name="connsiteY13" fmla="*/ 2543951 h 5325465"/>
                  <a:gd name="connsiteX14" fmla="*/ 4030675 w 5636283"/>
                  <a:gd name="connsiteY14" fmla="*/ 3928262 h 5325465"/>
                  <a:gd name="connsiteX15" fmla="*/ 4453179 w 5636283"/>
                  <a:gd name="connsiteY15" fmla="*/ 5313893 h 5325465"/>
                  <a:gd name="connsiteX16" fmla="*/ 5636283 w 5636283"/>
                  <a:gd name="connsiteY16" fmla="*/ 5304251 h 5325465"/>
                  <a:gd name="connsiteX0" fmla="*/ 0 w 5644670"/>
                  <a:gd name="connsiteY0" fmla="*/ 5325465 h 5337795"/>
                  <a:gd name="connsiteX1" fmla="*/ 0 w 5644670"/>
                  <a:gd name="connsiteY1" fmla="*/ 5325465 h 5337795"/>
                  <a:gd name="connsiteX2" fmla="*/ 2239524 w 5644670"/>
                  <a:gd name="connsiteY2" fmla="*/ 5309946 h 5337795"/>
                  <a:gd name="connsiteX3" fmla="*/ 1938528 w 5644670"/>
                  <a:gd name="connsiteY3" fmla="*/ 4337913 h 5337795"/>
                  <a:gd name="connsiteX4" fmla="*/ 833932 w 5644670"/>
                  <a:gd name="connsiteY4" fmla="*/ 4411066 h 5337795"/>
                  <a:gd name="connsiteX5" fmla="*/ 694944 w 5644670"/>
                  <a:gd name="connsiteY5" fmla="*/ 3745382 h 5337795"/>
                  <a:gd name="connsiteX6" fmla="*/ 519379 w 5644670"/>
                  <a:gd name="connsiteY6" fmla="*/ 3599078 h 5337795"/>
                  <a:gd name="connsiteX7" fmla="*/ 557005 w 5644670"/>
                  <a:gd name="connsiteY7" fmla="*/ 3470193 h 5337795"/>
                  <a:gd name="connsiteX8" fmla="*/ 456331 w 5644670"/>
                  <a:gd name="connsiteY8" fmla="*/ 3362205 h 5337795"/>
                  <a:gd name="connsiteX9" fmla="*/ 559793 w 5644670"/>
                  <a:gd name="connsiteY9" fmla="*/ 3057428 h 5337795"/>
                  <a:gd name="connsiteX10" fmla="*/ 118419 w 5644670"/>
                  <a:gd name="connsiteY10" fmla="*/ 2818778 h 5337795"/>
                  <a:gd name="connsiteX11" fmla="*/ 665683 w 5644670"/>
                  <a:gd name="connsiteY11" fmla="*/ 1975104 h 5337795"/>
                  <a:gd name="connsiteX12" fmla="*/ 2633472 w 5644670"/>
                  <a:gd name="connsiteY12" fmla="*/ 0 h 5337795"/>
                  <a:gd name="connsiteX13" fmla="*/ 4712039 w 5644670"/>
                  <a:gd name="connsiteY13" fmla="*/ 2543951 h 5337795"/>
                  <a:gd name="connsiteX14" fmla="*/ 4030675 w 5644670"/>
                  <a:gd name="connsiteY14" fmla="*/ 3928262 h 5337795"/>
                  <a:gd name="connsiteX15" fmla="*/ 4453179 w 5644670"/>
                  <a:gd name="connsiteY15" fmla="*/ 5313893 h 5337795"/>
                  <a:gd name="connsiteX16" fmla="*/ 5644670 w 5644670"/>
                  <a:gd name="connsiteY16" fmla="*/ 5337795 h 5337795"/>
                  <a:gd name="connsiteX0" fmla="*/ 0 w 5661442"/>
                  <a:gd name="connsiteY0" fmla="*/ 5325465 h 5325465"/>
                  <a:gd name="connsiteX1" fmla="*/ 0 w 5661442"/>
                  <a:gd name="connsiteY1" fmla="*/ 5325465 h 5325465"/>
                  <a:gd name="connsiteX2" fmla="*/ 2239524 w 5661442"/>
                  <a:gd name="connsiteY2" fmla="*/ 5309946 h 5325465"/>
                  <a:gd name="connsiteX3" fmla="*/ 1938528 w 5661442"/>
                  <a:gd name="connsiteY3" fmla="*/ 4337913 h 5325465"/>
                  <a:gd name="connsiteX4" fmla="*/ 833932 w 5661442"/>
                  <a:gd name="connsiteY4" fmla="*/ 4411066 h 5325465"/>
                  <a:gd name="connsiteX5" fmla="*/ 694944 w 5661442"/>
                  <a:gd name="connsiteY5" fmla="*/ 3745382 h 5325465"/>
                  <a:gd name="connsiteX6" fmla="*/ 519379 w 5661442"/>
                  <a:gd name="connsiteY6" fmla="*/ 3599078 h 5325465"/>
                  <a:gd name="connsiteX7" fmla="*/ 557005 w 5661442"/>
                  <a:gd name="connsiteY7" fmla="*/ 3470193 h 5325465"/>
                  <a:gd name="connsiteX8" fmla="*/ 456331 w 5661442"/>
                  <a:gd name="connsiteY8" fmla="*/ 3362205 h 5325465"/>
                  <a:gd name="connsiteX9" fmla="*/ 559793 w 5661442"/>
                  <a:gd name="connsiteY9" fmla="*/ 3057428 h 5325465"/>
                  <a:gd name="connsiteX10" fmla="*/ 118419 w 5661442"/>
                  <a:gd name="connsiteY10" fmla="*/ 2818778 h 5325465"/>
                  <a:gd name="connsiteX11" fmla="*/ 665683 w 5661442"/>
                  <a:gd name="connsiteY11" fmla="*/ 1975104 h 5325465"/>
                  <a:gd name="connsiteX12" fmla="*/ 2633472 w 5661442"/>
                  <a:gd name="connsiteY12" fmla="*/ 0 h 5325465"/>
                  <a:gd name="connsiteX13" fmla="*/ 4712039 w 5661442"/>
                  <a:gd name="connsiteY13" fmla="*/ 2543951 h 5325465"/>
                  <a:gd name="connsiteX14" fmla="*/ 4030675 w 5661442"/>
                  <a:gd name="connsiteY14" fmla="*/ 3928262 h 5325465"/>
                  <a:gd name="connsiteX15" fmla="*/ 4453179 w 5661442"/>
                  <a:gd name="connsiteY15" fmla="*/ 5313893 h 5325465"/>
                  <a:gd name="connsiteX16" fmla="*/ 5661442 w 5661442"/>
                  <a:gd name="connsiteY16" fmla="*/ 5312636 h 5325465"/>
                  <a:gd name="connsiteX0" fmla="*/ 0 w 5661442"/>
                  <a:gd name="connsiteY0" fmla="*/ 5325465 h 5325465"/>
                  <a:gd name="connsiteX1" fmla="*/ 0 w 5661442"/>
                  <a:gd name="connsiteY1" fmla="*/ 5325465 h 5325465"/>
                  <a:gd name="connsiteX2" fmla="*/ 2239524 w 5661442"/>
                  <a:gd name="connsiteY2" fmla="*/ 5309946 h 5325465"/>
                  <a:gd name="connsiteX3" fmla="*/ 1938528 w 5661442"/>
                  <a:gd name="connsiteY3" fmla="*/ 4337913 h 5325465"/>
                  <a:gd name="connsiteX4" fmla="*/ 833932 w 5661442"/>
                  <a:gd name="connsiteY4" fmla="*/ 4411066 h 5325465"/>
                  <a:gd name="connsiteX5" fmla="*/ 694944 w 5661442"/>
                  <a:gd name="connsiteY5" fmla="*/ 3745382 h 5325465"/>
                  <a:gd name="connsiteX6" fmla="*/ 519379 w 5661442"/>
                  <a:gd name="connsiteY6" fmla="*/ 3599078 h 5325465"/>
                  <a:gd name="connsiteX7" fmla="*/ 557005 w 5661442"/>
                  <a:gd name="connsiteY7" fmla="*/ 3470193 h 5325465"/>
                  <a:gd name="connsiteX8" fmla="*/ 456331 w 5661442"/>
                  <a:gd name="connsiteY8" fmla="*/ 3362205 h 5325465"/>
                  <a:gd name="connsiteX9" fmla="*/ 559793 w 5661442"/>
                  <a:gd name="connsiteY9" fmla="*/ 3057428 h 5325465"/>
                  <a:gd name="connsiteX10" fmla="*/ 118419 w 5661442"/>
                  <a:gd name="connsiteY10" fmla="*/ 2818778 h 5325465"/>
                  <a:gd name="connsiteX11" fmla="*/ 665683 w 5661442"/>
                  <a:gd name="connsiteY11" fmla="*/ 1975104 h 5325465"/>
                  <a:gd name="connsiteX12" fmla="*/ 2633472 w 5661442"/>
                  <a:gd name="connsiteY12" fmla="*/ 0 h 5325465"/>
                  <a:gd name="connsiteX13" fmla="*/ 4712039 w 5661442"/>
                  <a:gd name="connsiteY13" fmla="*/ 2543951 h 5325465"/>
                  <a:gd name="connsiteX14" fmla="*/ 4030675 w 5661442"/>
                  <a:gd name="connsiteY14" fmla="*/ 3928262 h 5325465"/>
                  <a:gd name="connsiteX15" fmla="*/ 4453179 w 5661442"/>
                  <a:gd name="connsiteY15" fmla="*/ 5313893 h 5325465"/>
                  <a:gd name="connsiteX16" fmla="*/ 5661442 w 5661442"/>
                  <a:gd name="connsiteY16" fmla="*/ 5312636 h 5325465"/>
                  <a:gd name="connsiteX0" fmla="*/ 0 w 5661442"/>
                  <a:gd name="connsiteY0" fmla="*/ 5325465 h 5342856"/>
                  <a:gd name="connsiteX1" fmla="*/ 0 w 5661442"/>
                  <a:gd name="connsiteY1" fmla="*/ 5325465 h 5342856"/>
                  <a:gd name="connsiteX2" fmla="*/ 2239524 w 5661442"/>
                  <a:gd name="connsiteY2" fmla="*/ 5309946 h 5342856"/>
                  <a:gd name="connsiteX3" fmla="*/ 1938528 w 5661442"/>
                  <a:gd name="connsiteY3" fmla="*/ 4337913 h 5342856"/>
                  <a:gd name="connsiteX4" fmla="*/ 833932 w 5661442"/>
                  <a:gd name="connsiteY4" fmla="*/ 4411066 h 5342856"/>
                  <a:gd name="connsiteX5" fmla="*/ 694944 w 5661442"/>
                  <a:gd name="connsiteY5" fmla="*/ 3745382 h 5342856"/>
                  <a:gd name="connsiteX6" fmla="*/ 519379 w 5661442"/>
                  <a:gd name="connsiteY6" fmla="*/ 3599078 h 5342856"/>
                  <a:gd name="connsiteX7" fmla="*/ 557005 w 5661442"/>
                  <a:gd name="connsiteY7" fmla="*/ 3470193 h 5342856"/>
                  <a:gd name="connsiteX8" fmla="*/ 456331 w 5661442"/>
                  <a:gd name="connsiteY8" fmla="*/ 3362205 h 5342856"/>
                  <a:gd name="connsiteX9" fmla="*/ 559793 w 5661442"/>
                  <a:gd name="connsiteY9" fmla="*/ 3057428 h 5342856"/>
                  <a:gd name="connsiteX10" fmla="*/ 118419 w 5661442"/>
                  <a:gd name="connsiteY10" fmla="*/ 2818778 h 5342856"/>
                  <a:gd name="connsiteX11" fmla="*/ 665683 w 5661442"/>
                  <a:gd name="connsiteY11" fmla="*/ 1975104 h 5342856"/>
                  <a:gd name="connsiteX12" fmla="*/ 2633472 w 5661442"/>
                  <a:gd name="connsiteY12" fmla="*/ 0 h 5342856"/>
                  <a:gd name="connsiteX13" fmla="*/ 4712039 w 5661442"/>
                  <a:gd name="connsiteY13" fmla="*/ 2543951 h 5342856"/>
                  <a:gd name="connsiteX14" fmla="*/ 4030675 w 5661442"/>
                  <a:gd name="connsiteY14" fmla="*/ 3928262 h 5342856"/>
                  <a:gd name="connsiteX15" fmla="*/ 4453179 w 5661442"/>
                  <a:gd name="connsiteY15" fmla="*/ 5313893 h 5342856"/>
                  <a:gd name="connsiteX16" fmla="*/ 5661442 w 5661442"/>
                  <a:gd name="connsiteY16" fmla="*/ 5342856 h 5342856"/>
                  <a:gd name="connsiteX0" fmla="*/ 0 w 5691660"/>
                  <a:gd name="connsiteY0" fmla="*/ 5325465 h 5325465"/>
                  <a:gd name="connsiteX1" fmla="*/ 0 w 5691660"/>
                  <a:gd name="connsiteY1" fmla="*/ 5325465 h 5325465"/>
                  <a:gd name="connsiteX2" fmla="*/ 2239524 w 5691660"/>
                  <a:gd name="connsiteY2" fmla="*/ 5309946 h 5325465"/>
                  <a:gd name="connsiteX3" fmla="*/ 1938528 w 5691660"/>
                  <a:gd name="connsiteY3" fmla="*/ 4337913 h 5325465"/>
                  <a:gd name="connsiteX4" fmla="*/ 833932 w 5691660"/>
                  <a:gd name="connsiteY4" fmla="*/ 4411066 h 5325465"/>
                  <a:gd name="connsiteX5" fmla="*/ 694944 w 5691660"/>
                  <a:gd name="connsiteY5" fmla="*/ 3745382 h 5325465"/>
                  <a:gd name="connsiteX6" fmla="*/ 519379 w 5691660"/>
                  <a:gd name="connsiteY6" fmla="*/ 3599078 h 5325465"/>
                  <a:gd name="connsiteX7" fmla="*/ 557005 w 5691660"/>
                  <a:gd name="connsiteY7" fmla="*/ 3470193 h 5325465"/>
                  <a:gd name="connsiteX8" fmla="*/ 456331 w 5691660"/>
                  <a:gd name="connsiteY8" fmla="*/ 3362205 h 5325465"/>
                  <a:gd name="connsiteX9" fmla="*/ 559793 w 5691660"/>
                  <a:gd name="connsiteY9" fmla="*/ 3057428 h 5325465"/>
                  <a:gd name="connsiteX10" fmla="*/ 118419 w 5691660"/>
                  <a:gd name="connsiteY10" fmla="*/ 2818778 h 5325465"/>
                  <a:gd name="connsiteX11" fmla="*/ 665683 w 5691660"/>
                  <a:gd name="connsiteY11" fmla="*/ 1975104 h 5325465"/>
                  <a:gd name="connsiteX12" fmla="*/ 2633472 w 5691660"/>
                  <a:gd name="connsiteY12" fmla="*/ 0 h 5325465"/>
                  <a:gd name="connsiteX13" fmla="*/ 4712039 w 5691660"/>
                  <a:gd name="connsiteY13" fmla="*/ 2543951 h 5325465"/>
                  <a:gd name="connsiteX14" fmla="*/ 4030675 w 5691660"/>
                  <a:gd name="connsiteY14" fmla="*/ 3928262 h 5325465"/>
                  <a:gd name="connsiteX15" fmla="*/ 4453179 w 5691660"/>
                  <a:gd name="connsiteY15" fmla="*/ 5313893 h 5325465"/>
                  <a:gd name="connsiteX16" fmla="*/ 5691660 w 5691660"/>
                  <a:gd name="connsiteY16" fmla="*/ 5292490 h 5325465"/>
                  <a:gd name="connsiteX0" fmla="*/ 0 w 5691660"/>
                  <a:gd name="connsiteY0" fmla="*/ 5325465 h 5332783"/>
                  <a:gd name="connsiteX1" fmla="*/ 0 w 5691660"/>
                  <a:gd name="connsiteY1" fmla="*/ 5325465 h 5332783"/>
                  <a:gd name="connsiteX2" fmla="*/ 2239524 w 5691660"/>
                  <a:gd name="connsiteY2" fmla="*/ 5309946 h 5332783"/>
                  <a:gd name="connsiteX3" fmla="*/ 1938528 w 5691660"/>
                  <a:gd name="connsiteY3" fmla="*/ 4337913 h 5332783"/>
                  <a:gd name="connsiteX4" fmla="*/ 833932 w 5691660"/>
                  <a:gd name="connsiteY4" fmla="*/ 4411066 h 5332783"/>
                  <a:gd name="connsiteX5" fmla="*/ 694944 w 5691660"/>
                  <a:gd name="connsiteY5" fmla="*/ 3745382 h 5332783"/>
                  <a:gd name="connsiteX6" fmla="*/ 519379 w 5691660"/>
                  <a:gd name="connsiteY6" fmla="*/ 3599078 h 5332783"/>
                  <a:gd name="connsiteX7" fmla="*/ 557005 w 5691660"/>
                  <a:gd name="connsiteY7" fmla="*/ 3470193 h 5332783"/>
                  <a:gd name="connsiteX8" fmla="*/ 456331 w 5691660"/>
                  <a:gd name="connsiteY8" fmla="*/ 3362205 h 5332783"/>
                  <a:gd name="connsiteX9" fmla="*/ 559793 w 5691660"/>
                  <a:gd name="connsiteY9" fmla="*/ 3057428 h 5332783"/>
                  <a:gd name="connsiteX10" fmla="*/ 118419 w 5691660"/>
                  <a:gd name="connsiteY10" fmla="*/ 2818778 h 5332783"/>
                  <a:gd name="connsiteX11" fmla="*/ 665683 w 5691660"/>
                  <a:gd name="connsiteY11" fmla="*/ 1975104 h 5332783"/>
                  <a:gd name="connsiteX12" fmla="*/ 2633472 w 5691660"/>
                  <a:gd name="connsiteY12" fmla="*/ 0 h 5332783"/>
                  <a:gd name="connsiteX13" fmla="*/ 4712039 w 5691660"/>
                  <a:gd name="connsiteY13" fmla="*/ 2543951 h 5332783"/>
                  <a:gd name="connsiteX14" fmla="*/ 4030675 w 5691660"/>
                  <a:gd name="connsiteY14" fmla="*/ 3928262 h 5332783"/>
                  <a:gd name="connsiteX15" fmla="*/ 4453179 w 5691660"/>
                  <a:gd name="connsiteY15" fmla="*/ 5313893 h 5332783"/>
                  <a:gd name="connsiteX16" fmla="*/ 5691660 w 5691660"/>
                  <a:gd name="connsiteY16" fmla="*/ 5332783 h 5332783"/>
                  <a:gd name="connsiteX0" fmla="*/ 0 w 5631220"/>
                  <a:gd name="connsiteY0" fmla="*/ 5325465 h 5325465"/>
                  <a:gd name="connsiteX1" fmla="*/ 0 w 5631220"/>
                  <a:gd name="connsiteY1" fmla="*/ 5325465 h 5325465"/>
                  <a:gd name="connsiteX2" fmla="*/ 2239524 w 5631220"/>
                  <a:gd name="connsiteY2" fmla="*/ 5309946 h 5325465"/>
                  <a:gd name="connsiteX3" fmla="*/ 1938528 w 5631220"/>
                  <a:gd name="connsiteY3" fmla="*/ 4337913 h 5325465"/>
                  <a:gd name="connsiteX4" fmla="*/ 833932 w 5631220"/>
                  <a:gd name="connsiteY4" fmla="*/ 4411066 h 5325465"/>
                  <a:gd name="connsiteX5" fmla="*/ 694944 w 5631220"/>
                  <a:gd name="connsiteY5" fmla="*/ 3745382 h 5325465"/>
                  <a:gd name="connsiteX6" fmla="*/ 519379 w 5631220"/>
                  <a:gd name="connsiteY6" fmla="*/ 3599078 h 5325465"/>
                  <a:gd name="connsiteX7" fmla="*/ 557005 w 5631220"/>
                  <a:gd name="connsiteY7" fmla="*/ 3470193 h 5325465"/>
                  <a:gd name="connsiteX8" fmla="*/ 456331 w 5631220"/>
                  <a:gd name="connsiteY8" fmla="*/ 3362205 h 5325465"/>
                  <a:gd name="connsiteX9" fmla="*/ 559793 w 5631220"/>
                  <a:gd name="connsiteY9" fmla="*/ 3057428 h 5325465"/>
                  <a:gd name="connsiteX10" fmla="*/ 118419 w 5631220"/>
                  <a:gd name="connsiteY10" fmla="*/ 2818778 h 5325465"/>
                  <a:gd name="connsiteX11" fmla="*/ 665683 w 5631220"/>
                  <a:gd name="connsiteY11" fmla="*/ 1975104 h 5325465"/>
                  <a:gd name="connsiteX12" fmla="*/ 2633472 w 5631220"/>
                  <a:gd name="connsiteY12" fmla="*/ 0 h 5325465"/>
                  <a:gd name="connsiteX13" fmla="*/ 4712039 w 5631220"/>
                  <a:gd name="connsiteY13" fmla="*/ 2543951 h 5325465"/>
                  <a:gd name="connsiteX14" fmla="*/ 4030675 w 5631220"/>
                  <a:gd name="connsiteY14" fmla="*/ 3928262 h 5325465"/>
                  <a:gd name="connsiteX15" fmla="*/ 4453179 w 5631220"/>
                  <a:gd name="connsiteY15" fmla="*/ 5313893 h 5325465"/>
                  <a:gd name="connsiteX16" fmla="*/ 5631220 w 5631220"/>
                  <a:gd name="connsiteY16" fmla="*/ 5302565 h 5325465"/>
                  <a:gd name="connsiteX0" fmla="*/ 0 w 5641293"/>
                  <a:gd name="connsiteY0" fmla="*/ 5325465 h 5332785"/>
                  <a:gd name="connsiteX1" fmla="*/ 0 w 5641293"/>
                  <a:gd name="connsiteY1" fmla="*/ 5325465 h 5332785"/>
                  <a:gd name="connsiteX2" fmla="*/ 2239524 w 5641293"/>
                  <a:gd name="connsiteY2" fmla="*/ 5309946 h 5332785"/>
                  <a:gd name="connsiteX3" fmla="*/ 1938528 w 5641293"/>
                  <a:gd name="connsiteY3" fmla="*/ 4337913 h 5332785"/>
                  <a:gd name="connsiteX4" fmla="*/ 833932 w 5641293"/>
                  <a:gd name="connsiteY4" fmla="*/ 4411066 h 5332785"/>
                  <a:gd name="connsiteX5" fmla="*/ 694944 w 5641293"/>
                  <a:gd name="connsiteY5" fmla="*/ 3745382 h 5332785"/>
                  <a:gd name="connsiteX6" fmla="*/ 519379 w 5641293"/>
                  <a:gd name="connsiteY6" fmla="*/ 3599078 h 5332785"/>
                  <a:gd name="connsiteX7" fmla="*/ 557005 w 5641293"/>
                  <a:gd name="connsiteY7" fmla="*/ 3470193 h 5332785"/>
                  <a:gd name="connsiteX8" fmla="*/ 456331 w 5641293"/>
                  <a:gd name="connsiteY8" fmla="*/ 3362205 h 5332785"/>
                  <a:gd name="connsiteX9" fmla="*/ 559793 w 5641293"/>
                  <a:gd name="connsiteY9" fmla="*/ 3057428 h 5332785"/>
                  <a:gd name="connsiteX10" fmla="*/ 118419 w 5641293"/>
                  <a:gd name="connsiteY10" fmla="*/ 2818778 h 5332785"/>
                  <a:gd name="connsiteX11" fmla="*/ 665683 w 5641293"/>
                  <a:gd name="connsiteY11" fmla="*/ 1975104 h 5332785"/>
                  <a:gd name="connsiteX12" fmla="*/ 2633472 w 5641293"/>
                  <a:gd name="connsiteY12" fmla="*/ 0 h 5332785"/>
                  <a:gd name="connsiteX13" fmla="*/ 4712039 w 5641293"/>
                  <a:gd name="connsiteY13" fmla="*/ 2543951 h 5332785"/>
                  <a:gd name="connsiteX14" fmla="*/ 4030675 w 5641293"/>
                  <a:gd name="connsiteY14" fmla="*/ 3928262 h 5332785"/>
                  <a:gd name="connsiteX15" fmla="*/ 4453179 w 5641293"/>
                  <a:gd name="connsiteY15" fmla="*/ 5313893 h 5332785"/>
                  <a:gd name="connsiteX16" fmla="*/ 5641293 w 5641293"/>
                  <a:gd name="connsiteY16" fmla="*/ 5332785 h 5332785"/>
                  <a:gd name="connsiteX0" fmla="*/ 0 w 5641293"/>
                  <a:gd name="connsiteY0" fmla="*/ 5325465 h 5325465"/>
                  <a:gd name="connsiteX1" fmla="*/ 0 w 5641293"/>
                  <a:gd name="connsiteY1" fmla="*/ 5325465 h 5325465"/>
                  <a:gd name="connsiteX2" fmla="*/ 2239524 w 5641293"/>
                  <a:gd name="connsiteY2" fmla="*/ 5309946 h 5325465"/>
                  <a:gd name="connsiteX3" fmla="*/ 1938528 w 5641293"/>
                  <a:gd name="connsiteY3" fmla="*/ 4337913 h 5325465"/>
                  <a:gd name="connsiteX4" fmla="*/ 833932 w 5641293"/>
                  <a:gd name="connsiteY4" fmla="*/ 4411066 h 5325465"/>
                  <a:gd name="connsiteX5" fmla="*/ 694944 w 5641293"/>
                  <a:gd name="connsiteY5" fmla="*/ 3745382 h 5325465"/>
                  <a:gd name="connsiteX6" fmla="*/ 519379 w 5641293"/>
                  <a:gd name="connsiteY6" fmla="*/ 3599078 h 5325465"/>
                  <a:gd name="connsiteX7" fmla="*/ 557005 w 5641293"/>
                  <a:gd name="connsiteY7" fmla="*/ 3470193 h 5325465"/>
                  <a:gd name="connsiteX8" fmla="*/ 456331 w 5641293"/>
                  <a:gd name="connsiteY8" fmla="*/ 3362205 h 5325465"/>
                  <a:gd name="connsiteX9" fmla="*/ 559793 w 5641293"/>
                  <a:gd name="connsiteY9" fmla="*/ 3057428 h 5325465"/>
                  <a:gd name="connsiteX10" fmla="*/ 118419 w 5641293"/>
                  <a:gd name="connsiteY10" fmla="*/ 2818778 h 5325465"/>
                  <a:gd name="connsiteX11" fmla="*/ 665683 w 5641293"/>
                  <a:gd name="connsiteY11" fmla="*/ 1975104 h 5325465"/>
                  <a:gd name="connsiteX12" fmla="*/ 2633472 w 5641293"/>
                  <a:gd name="connsiteY12" fmla="*/ 0 h 5325465"/>
                  <a:gd name="connsiteX13" fmla="*/ 4712039 w 5641293"/>
                  <a:gd name="connsiteY13" fmla="*/ 2543951 h 5325465"/>
                  <a:gd name="connsiteX14" fmla="*/ 4030675 w 5641293"/>
                  <a:gd name="connsiteY14" fmla="*/ 3928262 h 5325465"/>
                  <a:gd name="connsiteX15" fmla="*/ 4453179 w 5641293"/>
                  <a:gd name="connsiteY15" fmla="*/ 5313893 h 5325465"/>
                  <a:gd name="connsiteX16" fmla="*/ 5641293 w 5641293"/>
                  <a:gd name="connsiteY16" fmla="*/ 5302567 h 5325465"/>
                  <a:gd name="connsiteX0" fmla="*/ 0 w 5651366"/>
                  <a:gd name="connsiteY0" fmla="*/ 5325465 h 5332785"/>
                  <a:gd name="connsiteX1" fmla="*/ 0 w 5651366"/>
                  <a:gd name="connsiteY1" fmla="*/ 5325465 h 5332785"/>
                  <a:gd name="connsiteX2" fmla="*/ 2239524 w 5651366"/>
                  <a:gd name="connsiteY2" fmla="*/ 5309946 h 5332785"/>
                  <a:gd name="connsiteX3" fmla="*/ 1938528 w 5651366"/>
                  <a:gd name="connsiteY3" fmla="*/ 4337913 h 5332785"/>
                  <a:gd name="connsiteX4" fmla="*/ 833932 w 5651366"/>
                  <a:gd name="connsiteY4" fmla="*/ 4411066 h 5332785"/>
                  <a:gd name="connsiteX5" fmla="*/ 694944 w 5651366"/>
                  <a:gd name="connsiteY5" fmla="*/ 3745382 h 5332785"/>
                  <a:gd name="connsiteX6" fmla="*/ 519379 w 5651366"/>
                  <a:gd name="connsiteY6" fmla="*/ 3599078 h 5332785"/>
                  <a:gd name="connsiteX7" fmla="*/ 557005 w 5651366"/>
                  <a:gd name="connsiteY7" fmla="*/ 3470193 h 5332785"/>
                  <a:gd name="connsiteX8" fmla="*/ 456331 w 5651366"/>
                  <a:gd name="connsiteY8" fmla="*/ 3362205 h 5332785"/>
                  <a:gd name="connsiteX9" fmla="*/ 559793 w 5651366"/>
                  <a:gd name="connsiteY9" fmla="*/ 3057428 h 5332785"/>
                  <a:gd name="connsiteX10" fmla="*/ 118419 w 5651366"/>
                  <a:gd name="connsiteY10" fmla="*/ 2818778 h 5332785"/>
                  <a:gd name="connsiteX11" fmla="*/ 665683 w 5651366"/>
                  <a:gd name="connsiteY11" fmla="*/ 1975104 h 5332785"/>
                  <a:gd name="connsiteX12" fmla="*/ 2633472 w 5651366"/>
                  <a:gd name="connsiteY12" fmla="*/ 0 h 5332785"/>
                  <a:gd name="connsiteX13" fmla="*/ 4712039 w 5651366"/>
                  <a:gd name="connsiteY13" fmla="*/ 2543951 h 5332785"/>
                  <a:gd name="connsiteX14" fmla="*/ 4030675 w 5651366"/>
                  <a:gd name="connsiteY14" fmla="*/ 3928262 h 5332785"/>
                  <a:gd name="connsiteX15" fmla="*/ 4453179 w 5651366"/>
                  <a:gd name="connsiteY15" fmla="*/ 5313893 h 5332785"/>
                  <a:gd name="connsiteX16" fmla="*/ 5651366 w 5651366"/>
                  <a:gd name="connsiteY16" fmla="*/ 5332785 h 5332785"/>
                  <a:gd name="connsiteX0" fmla="*/ 1108042 w 6759408"/>
                  <a:gd name="connsiteY0" fmla="*/ 5325465 h 5332785"/>
                  <a:gd name="connsiteX1" fmla="*/ 0 w 6759408"/>
                  <a:gd name="connsiteY1" fmla="*/ 5315392 h 5332785"/>
                  <a:gd name="connsiteX2" fmla="*/ 3347566 w 6759408"/>
                  <a:gd name="connsiteY2" fmla="*/ 5309946 h 5332785"/>
                  <a:gd name="connsiteX3" fmla="*/ 3046570 w 6759408"/>
                  <a:gd name="connsiteY3" fmla="*/ 4337913 h 5332785"/>
                  <a:gd name="connsiteX4" fmla="*/ 1941974 w 6759408"/>
                  <a:gd name="connsiteY4" fmla="*/ 4411066 h 5332785"/>
                  <a:gd name="connsiteX5" fmla="*/ 1802986 w 6759408"/>
                  <a:gd name="connsiteY5" fmla="*/ 3745382 h 5332785"/>
                  <a:gd name="connsiteX6" fmla="*/ 1627421 w 6759408"/>
                  <a:gd name="connsiteY6" fmla="*/ 3599078 h 5332785"/>
                  <a:gd name="connsiteX7" fmla="*/ 1665047 w 6759408"/>
                  <a:gd name="connsiteY7" fmla="*/ 3470193 h 5332785"/>
                  <a:gd name="connsiteX8" fmla="*/ 1564373 w 6759408"/>
                  <a:gd name="connsiteY8" fmla="*/ 3362205 h 5332785"/>
                  <a:gd name="connsiteX9" fmla="*/ 1667835 w 6759408"/>
                  <a:gd name="connsiteY9" fmla="*/ 3057428 h 5332785"/>
                  <a:gd name="connsiteX10" fmla="*/ 1226461 w 6759408"/>
                  <a:gd name="connsiteY10" fmla="*/ 2818778 h 5332785"/>
                  <a:gd name="connsiteX11" fmla="*/ 1773725 w 6759408"/>
                  <a:gd name="connsiteY11" fmla="*/ 1975104 h 5332785"/>
                  <a:gd name="connsiteX12" fmla="*/ 3741514 w 6759408"/>
                  <a:gd name="connsiteY12" fmla="*/ 0 h 5332785"/>
                  <a:gd name="connsiteX13" fmla="*/ 5820081 w 6759408"/>
                  <a:gd name="connsiteY13" fmla="*/ 2543951 h 5332785"/>
                  <a:gd name="connsiteX14" fmla="*/ 5138717 w 6759408"/>
                  <a:gd name="connsiteY14" fmla="*/ 3928262 h 5332785"/>
                  <a:gd name="connsiteX15" fmla="*/ 5561221 w 6759408"/>
                  <a:gd name="connsiteY15" fmla="*/ 5313893 h 5332785"/>
                  <a:gd name="connsiteX16" fmla="*/ 6759408 w 6759408"/>
                  <a:gd name="connsiteY16" fmla="*/ 5332785 h 5332785"/>
                  <a:gd name="connsiteX0" fmla="*/ 0 w 6759408"/>
                  <a:gd name="connsiteY0" fmla="*/ 5315392 h 5332785"/>
                  <a:gd name="connsiteX1" fmla="*/ 3347566 w 6759408"/>
                  <a:gd name="connsiteY1" fmla="*/ 5309946 h 5332785"/>
                  <a:gd name="connsiteX2" fmla="*/ 3046570 w 6759408"/>
                  <a:gd name="connsiteY2" fmla="*/ 4337913 h 5332785"/>
                  <a:gd name="connsiteX3" fmla="*/ 1941974 w 6759408"/>
                  <a:gd name="connsiteY3" fmla="*/ 4411066 h 5332785"/>
                  <a:gd name="connsiteX4" fmla="*/ 1802986 w 6759408"/>
                  <a:gd name="connsiteY4" fmla="*/ 3745382 h 5332785"/>
                  <a:gd name="connsiteX5" fmla="*/ 1627421 w 6759408"/>
                  <a:gd name="connsiteY5" fmla="*/ 3599078 h 5332785"/>
                  <a:gd name="connsiteX6" fmla="*/ 1665047 w 6759408"/>
                  <a:gd name="connsiteY6" fmla="*/ 3470193 h 5332785"/>
                  <a:gd name="connsiteX7" fmla="*/ 1564373 w 6759408"/>
                  <a:gd name="connsiteY7" fmla="*/ 3362205 h 5332785"/>
                  <a:gd name="connsiteX8" fmla="*/ 1667835 w 6759408"/>
                  <a:gd name="connsiteY8" fmla="*/ 3057428 h 5332785"/>
                  <a:gd name="connsiteX9" fmla="*/ 1226461 w 6759408"/>
                  <a:gd name="connsiteY9" fmla="*/ 2818778 h 5332785"/>
                  <a:gd name="connsiteX10" fmla="*/ 1773725 w 6759408"/>
                  <a:gd name="connsiteY10" fmla="*/ 1975104 h 5332785"/>
                  <a:gd name="connsiteX11" fmla="*/ 3741514 w 6759408"/>
                  <a:gd name="connsiteY11" fmla="*/ 0 h 5332785"/>
                  <a:gd name="connsiteX12" fmla="*/ 5820081 w 6759408"/>
                  <a:gd name="connsiteY12" fmla="*/ 2543951 h 5332785"/>
                  <a:gd name="connsiteX13" fmla="*/ 5138717 w 6759408"/>
                  <a:gd name="connsiteY13" fmla="*/ 3928262 h 5332785"/>
                  <a:gd name="connsiteX14" fmla="*/ 5561221 w 6759408"/>
                  <a:gd name="connsiteY14" fmla="*/ 5313893 h 5332785"/>
                  <a:gd name="connsiteX15" fmla="*/ 6759408 w 6759408"/>
                  <a:gd name="connsiteY15" fmla="*/ 5332785 h 5332785"/>
                  <a:gd name="connsiteX0" fmla="*/ 0 w 6759408"/>
                  <a:gd name="connsiteY0" fmla="*/ 5315392 h 5332785"/>
                  <a:gd name="connsiteX1" fmla="*/ 3347566 w 6759408"/>
                  <a:gd name="connsiteY1" fmla="*/ 5309946 h 5332785"/>
                  <a:gd name="connsiteX2" fmla="*/ 3046570 w 6759408"/>
                  <a:gd name="connsiteY2" fmla="*/ 4337913 h 5332785"/>
                  <a:gd name="connsiteX3" fmla="*/ 1941974 w 6759408"/>
                  <a:gd name="connsiteY3" fmla="*/ 4411066 h 5332785"/>
                  <a:gd name="connsiteX4" fmla="*/ 1802986 w 6759408"/>
                  <a:gd name="connsiteY4" fmla="*/ 3745382 h 5332785"/>
                  <a:gd name="connsiteX5" fmla="*/ 1627421 w 6759408"/>
                  <a:gd name="connsiteY5" fmla="*/ 3599078 h 5332785"/>
                  <a:gd name="connsiteX6" fmla="*/ 1665047 w 6759408"/>
                  <a:gd name="connsiteY6" fmla="*/ 3470193 h 5332785"/>
                  <a:gd name="connsiteX7" fmla="*/ 1564373 w 6759408"/>
                  <a:gd name="connsiteY7" fmla="*/ 3362205 h 5332785"/>
                  <a:gd name="connsiteX8" fmla="*/ 1667835 w 6759408"/>
                  <a:gd name="connsiteY8" fmla="*/ 3057428 h 5332785"/>
                  <a:gd name="connsiteX9" fmla="*/ 1226461 w 6759408"/>
                  <a:gd name="connsiteY9" fmla="*/ 2818778 h 5332785"/>
                  <a:gd name="connsiteX10" fmla="*/ 1773725 w 6759408"/>
                  <a:gd name="connsiteY10" fmla="*/ 1975104 h 5332785"/>
                  <a:gd name="connsiteX11" fmla="*/ 3741514 w 6759408"/>
                  <a:gd name="connsiteY11" fmla="*/ 0 h 5332785"/>
                  <a:gd name="connsiteX12" fmla="*/ 5820081 w 6759408"/>
                  <a:gd name="connsiteY12" fmla="*/ 2543951 h 5332785"/>
                  <a:gd name="connsiteX13" fmla="*/ 5138717 w 6759408"/>
                  <a:gd name="connsiteY13" fmla="*/ 3928262 h 5332785"/>
                  <a:gd name="connsiteX14" fmla="*/ 5561221 w 6759408"/>
                  <a:gd name="connsiteY14" fmla="*/ 5313893 h 5332785"/>
                  <a:gd name="connsiteX15" fmla="*/ 6759408 w 6759408"/>
                  <a:gd name="connsiteY15" fmla="*/ 5332785 h 5332785"/>
                  <a:gd name="connsiteX0" fmla="*/ 0 w 6759408"/>
                  <a:gd name="connsiteY0" fmla="*/ 5315392 h 5333342"/>
                  <a:gd name="connsiteX1" fmla="*/ 3347566 w 6759408"/>
                  <a:gd name="connsiteY1" fmla="*/ 5309946 h 5333342"/>
                  <a:gd name="connsiteX2" fmla="*/ 3046570 w 6759408"/>
                  <a:gd name="connsiteY2" fmla="*/ 4337913 h 5333342"/>
                  <a:gd name="connsiteX3" fmla="*/ 1941974 w 6759408"/>
                  <a:gd name="connsiteY3" fmla="*/ 4411066 h 5333342"/>
                  <a:gd name="connsiteX4" fmla="*/ 1802986 w 6759408"/>
                  <a:gd name="connsiteY4" fmla="*/ 3745382 h 5333342"/>
                  <a:gd name="connsiteX5" fmla="*/ 1627421 w 6759408"/>
                  <a:gd name="connsiteY5" fmla="*/ 3599078 h 5333342"/>
                  <a:gd name="connsiteX6" fmla="*/ 1665047 w 6759408"/>
                  <a:gd name="connsiteY6" fmla="*/ 3470193 h 5333342"/>
                  <a:gd name="connsiteX7" fmla="*/ 1564373 w 6759408"/>
                  <a:gd name="connsiteY7" fmla="*/ 3362205 h 5333342"/>
                  <a:gd name="connsiteX8" fmla="*/ 1667835 w 6759408"/>
                  <a:gd name="connsiteY8" fmla="*/ 3057428 h 5333342"/>
                  <a:gd name="connsiteX9" fmla="*/ 1226461 w 6759408"/>
                  <a:gd name="connsiteY9" fmla="*/ 2818778 h 5333342"/>
                  <a:gd name="connsiteX10" fmla="*/ 1773725 w 6759408"/>
                  <a:gd name="connsiteY10" fmla="*/ 1975104 h 5333342"/>
                  <a:gd name="connsiteX11" fmla="*/ 3741514 w 6759408"/>
                  <a:gd name="connsiteY11" fmla="*/ 0 h 5333342"/>
                  <a:gd name="connsiteX12" fmla="*/ 5820081 w 6759408"/>
                  <a:gd name="connsiteY12" fmla="*/ 2543951 h 5333342"/>
                  <a:gd name="connsiteX13" fmla="*/ 5138717 w 6759408"/>
                  <a:gd name="connsiteY13" fmla="*/ 3928262 h 5333342"/>
                  <a:gd name="connsiteX14" fmla="*/ 5561221 w 6759408"/>
                  <a:gd name="connsiteY14" fmla="*/ 5313893 h 5333342"/>
                  <a:gd name="connsiteX15" fmla="*/ 6759408 w 6759408"/>
                  <a:gd name="connsiteY15" fmla="*/ 5332785 h 5333342"/>
                  <a:gd name="connsiteX0" fmla="*/ 0 w 6453857"/>
                  <a:gd name="connsiteY0" fmla="*/ 5334489 h 5334489"/>
                  <a:gd name="connsiteX1" fmla="*/ 3042015 w 6453857"/>
                  <a:gd name="connsiteY1" fmla="*/ 5309946 h 5334489"/>
                  <a:gd name="connsiteX2" fmla="*/ 2741019 w 6453857"/>
                  <a:gd name="connsiteY2" fmla="*/ 4337913 h 5334489"/>
                  <a:gd name="connsiteX3" fmla="*/ 1636423 w 6453857"/>
                  <a:gd name="connsiteY3" fmla="*/ 4411066 h 5334489"/>
                  <a:gd name="connsiteX4" fmla="*/ 1497435 w 6453857"/>
                  <a:gd name="connsiteY4" fmla="*/ 3745382 h 5334489"/>
                  <a:gd name="connsiteX5" fmla="*/ 1321870 w 6453857"/>
                  <a:gd name="connsiteY5" fmla="*/ 3599078 h 5334489"/>
                  <a:gd name="connsiteX6" fmla="*/ 1359496 w 6453857"/>
                  <a:gd name="connsiteY6" fmla="*/ 3470193 h 5334489"/>
                  <a:gd name="connsiteX7" fmla="*/ 1258822 w 6453857"/>
                  <a:gd name="connsiteY7" fmla="*/ 3362205 h 5334489"/>
                  <a:gd name="connsiteX8" fmla="*/ 1362284 w 6453857"/>
                  <a:gd name="connsiteY8" fmla="*/ 3057428 h 5334489"/>
                  <a:gd name="connsiteX9" fmla="*/ 920910 w 6453857"/>
                  <a:gd name="connsiteY9" fmla="*/ 2818778 h 5334489"/>
                  <a:gd name="connsiteX10" fmla="*/ 1468174 w 6453857"/>
                  <a:gd name="connsiteY10" fmla="*/ 1975104 h 5334489"/>
                  <a:gd name="connsiteX11" fmla="*/ 3435963 w 6453857"/>
                  <a:gd name="connsiteY11" fmla="*/ 0 h 5334489"/>
                  <a:gd name="connsiteX12" fmla="*/ 5514530 w 6453857"/>
                  <a:gd name="connsiteY12" fmla="*/ 2543951 h 5334489"/>
                  <a:gd name="connsiteX13" fmla="*/ 4833166 w 6453857"/>
                  <a:gd name="connsiteY13" fmla="*/ 3928262 h 5334489"/>
                  <a:gd name="connsiteX14" fmla="*/ 5255670 w 6453857"/>
                  <a:gd name="connsiteY14" fmla="*/ 5313893 h 5334489"/>
                  <a:gd name="connsiteX15" fmla="*/ 6453857 w 6453857"/>
                  <a:gd name="connsiteY15" fmla="*/ 5332785 h 5334489"/>
                  <a:gd name="connsiteX0" fmla="*/ 0 w 7560387"/>
                  <a:gd name="connsiteY0" fmla="*/ 5334489 h 5334489"/>
                  <a:gd name="connsiteX1" fmla="*/ 3042015 w 7560387"/>
                  <a:gd name="connsiteY1" fmla="*/ 5309946 h 5334489"/>
                  <a:gd name="connsiteX2" fmla="*/ 2741019 w 7560387"/>
                  <a:gd name="connsiteY2" fmla="*/ 4337913 h 5334489"/>
                  <a:gd name="connsiteX3" fmla="*/ 1636423 w 7560387"/>
                  <a:gd name="connsiteY3" fmla="*/ 4411066 h 5334489"/>
                  <a:gd name="connsiteX4" fmla="*/ 1497435 w 7560387"/>
                  <a:gd name="connsiteY4" fmla="*/ 3745382 h 5334489"/>
                  <a:gd name="connsiteX5" fmla="*/ 1321870 w 7560387"/>
                  <a:gd name="connsiteY5" fmla="*/ 3599078 h 5334489"/>
                  <a:gd name="connsiteX6" fmla="*/ 1359496 w 7560387"/>
                  <a:gd name="connsiteY6" fmla="*/ 3470193 h 5334489"/>
                  <a:gd name="connsiteX7" fmla="*/ 1258822 w 7560387"/>
                  <a:gd name="connsiteY7" fmla="*/ 3362205 h 5334489"/>
                  <a:gd name="connsiteX8" fmla="*/ 1362284 w 7560387"/>
                  <a:gd name="connsiteY8" fmla="*/ 3057428 h 5334489"/>
                  <a:gd name="connsiteX9" fmla="*/ 920910 w 7560387"/>
                  <a:gd name="connsiteY9" fmla="*/ 2818778 h 5334489"/>
                  <a:gd name="connsiteX10" fmla="*/ 1468174 w 7560387"/>
                  <a:gd name="connsiteY10" fmla="*/ 1975104 h 5334489"/>
                  <a:gd name="connsiteX11" fmla="*/ 3435963 w 7560387"/>
                  <a:gd name="connsiteY11" fmla="*/ 0 h 5334489"/>
                  <a:gd name="connsiteX12" fmla="*/ 5514530 w 7560387"/>
                  <a:gd name="connsiteY12" fmla="*/ 2543951 h 5334489"/>
                  <a:gd name="connsiteX13" fmla="*/ 4833166 w 7560387"/>
                  <a:gd name="connsiteY13" fmla="*/ 3928262 h 5334489"/>
                  <a:gd name="connsiteX14" fmla="*/ 5255670 w 7560387"/>
                  <a:gd name="connsiteY14" fmla="*/ 5313893 h 5334489"/>
                  <a:gd name="connsiteX15" fmla="*/ 7560387 w 7560387"/>
                  <a:gd name="connsiteY15" fmla="*/ 5313143 h 5334489"/>
                  <a:gd name="connsiteX0" fmla="*/ 0 w 7638956"/>
                  <a:gd name="connsiteY0" fmla="*/ 5321395 h 5321395"/>
                  <a:gd name="connsiteX1" fmla="*/ 3120584 w 7638956"/>
                  <a:gd name="connsiteY1" fmla="*/ 5309946 h 5321395"/>
                  <a:gd name="connsiteX2" fmla="*/ 2819588 w 7638956"/>
                  <a:gd name="connsiteY2" fmla="*/ 4337913 h 5321395"/>
                  <a:gd name="connsiteX3" fmla="*/ 1714992 w 7638956"/>
                  <a:gd name="connsiteY3" fmla="*/ 4411066 h 5321395"/>
                  <a:gd name="connsiteX4" fmla="*/ 1576004 w 7638956"/>
                  <a:gd name="connsiteY4" fmla="*/ 3745382 h 5321395"/>
                  <a:gd name="connsiteX5" fmla="*/ 1400439 w 7638956"/>
                  <a:gd name="connsiteY5" fmla="*/ 3599078 h 5321395"/>
                  <a:gd name="connsiteX6" fmla="*/ 1438065 w 7638956"/>
                  <a:gd name="connsiteY6" fmla="*/ 3470193 h 5321395"/>
                  <a:gd name="connsiteX7" fmla="*/ 1337391 w 7638956"/>
                  <a:gd name="connsiteY7" fmla="*/ 3362205 h 5321395"/>
                  <a:gd name="connsiteX8" fmla="*/ 1440853 w 7638956"/>
                  <a:gd name="connsiteY8" fmla="*/ 3057428 h 5321395"/>
                  <a:gd name="connsiteX9" fmla="*/ 999479 w 7638956"/>
                  <a:gd name="connsiteY9" fmla="*/ 2818778 h 5321395"/>
                  <a:gd name="connsiteX10" fmla="*/ 1546743 w 7638956"/>
                  <a:gd name="connsiteY10" fmla="*/ 1975104 h 5321395"/>
                  <a:gd name="connsiteX11" fmla="*/ 3514532 w 7638956"/>
                  <a:gd name="connsiteY11" fmla="*/ 0 h 5321395"/>
                  <a:gd name="connsiteX12" fmla="*/ 5593099 w 7638956"/>
                  <a:gd name="connsiteY12" fmla="*/ 2543951 h 5321395"/>
                  <a:gd name="connsiteX13" fmla="*/ 4911735 w 7638956"/>
                  <a:gd name="connsiteY13" fmla="*/ 3928262 h 5321395"/>
                  <a:gd name="connsiteX14" fmla="*/ 5334239 w 7638956"/>
                  <a:gd name="connsiteY14" fmla="*/ 5313893 h 5321395"/>
                  <a:gd name="connsiteX15" fmla="*/ 7638956 w 7638956"/>
                  <a:gd name="connsiteY15" fmla="*/ 5313143 h 5321395"/>
                  <a:gd name="connsiteX0" fmla="*/ 0 w 7638956"/>
                  <a:gd name="connsiteY0" fmla="*/ 5321395 h 5321395"/>
                  <a:gd name="connsiteX1" fmla="*/ 3120584 w 7638956"/>
                  <a:gd name="connsiteY1" fmla="*/ 5309946 h 5321395"/>
                  <a:gd name="connsiteX2" fmla="*/ 2819588 w 7638956"/>
                  <a:gd name="connsiteY2" fmla="*/ 4337913 h 5321395"/>
                  <a:gd name="connsiteX3" fmla="*/ 1714992 w 7638956"/>
                  <a:gd name="connsiteY3" fmla="*/ 4411066 h 5321395"/>
                  <a:gd name="connsiteX4" fmla="*/ 1576004 w 7638956"/>
                  <a:gd name="connsiteY4" fmla="*/ 3745382 h 5321395"/>
                  <a:gd name="connsiteX5" fmla="*/ 1400439 w 7638956"/>
                  <a:gd name="connsiteY5" fmla="*/ 3599078 h 5321395"/>
                  <a:gd name="connsiteX6" fmla="*/ 1438065 w 7638956"/>
                  <a:gd name="connsiteY6" fmla="*/ 3470193 h 5321395"/>
                  <a:gd name="connsiteX7" fmla="*/ 1337391 w 7638956"/>
                  <a:gd name="connsiteY7" fmla="*/ 3362205 h 5321395"/>
                  <a:gd name="connsiteX8" fmla="*/ 1440853 w 7638956"/>
                  <a:gd name="connsiteY8" fmla="*/ 3057428 h 5321395"/>
                  <a:gd name="connsiteX9" fmla="*/ 999479 w 7638956"/>
                  <a:gd name="connsiteY9" fmla="*/ 2818778 h 5321395"/>
                  <a:gd name="connsiteX10" fmla="*/ 1546743 w 7638956"/>
                  <a:gd name="connsiteY10" fmla="*/ 1975104 h 5321395"/>
                  <a:gd name="connsiteX11" fmla="*/ 3514532 w 7638956"/>
                  <a:gd name="connsiteY11" fmla="*/ 0 h 5321395"/>
                  <a:gd name="connsiteX12" fmla="*/ 5593099 w 7638956"/>
                  <a:gd name="connsiteY12" fmla="*/ 2543951 h 5321395"/>
                  <a:gd name="connsiteX13" fmla="*/ 4911735 w 7638956"/>
                  <a:gd name="connsiteY13" fmla="*/ 3928262 h 5321395"/>
                  <a:gd name="connsiteX14" fmla="*/ 5334239 w 7638956"/>
                  <a:gd name="connsiteY14" fmla="*/ 5313893 h 5321395"/>
                  <a:gd name="connsiteX15" fmla="*/ 7638956 w 7638956"/>
                  <a:gd name="connsiteY15" fmla="*/ 5313143 h 5321395"/>
                  <a:gd name="connsiteX0" fmla="*/ 0 w 7658598"/>
                  <a:gd name="connsiteY0" fmla="*/ 5301753 h 5317437"/>
                  <a:gd name="connsiteX1" fmla="*/ 3140226 w 7658598"/>
                  <a:gd name="connsiteY1" fmla="*/ 5309946 h 5317437"/>
                  <a:gd name="connsiteX2" fmla="*/ 2839230 w 7658598"/>
                  <a:gd name="connsiteY2" fmla="*/ 4337913 h 5317437"/>
                  <a:gd name="connsiteX3" fmla="*/ 1734634 w 7658598"/>
                  <a:gd name="connsiteY3" fmla="*/ 4411066 h 5317437"/>
                  <a:gd name="connsiteX4" fmla="*/ 1595646 w 7658598"/>
                  <a:gd name="connsiteY4" fmla="*/ 3745382 h 5317437"/>
                  <a:gd name="connsiteX5" fmla="*/ 1420081 w 7658598"/>
                  <a:gd name="connsiteY5" fmla="*/ 3599078 h 5317437"/>
                  <a:gd name="connsiteX6" fmla="*/ 1457707 w 7658598"/>
                  <a:gd name="connsiteY6" fmla="*/ 3470193 h 5317437"/>
                  <a:gd name="connsiteX7" fmla="*/ 1357033 w 7658598"/>
                  <a:gd name="connsiteY7" fmla="*/ 3362205 h 5317437"/>
                  <a:gd name="connsiteX8" fmla="*/ 1460495 w 7658598"/>
                  <a:gd name="connsiteY8" fmla="*/ 3057428 h 5317437"/>
                  <a:gd name="connsiteX9" fmla="*/ 1019121 w 7658598"/>
                  <a:gd name="connsiteY9" fmla="*/ 2818778 h 5317437"/>
                  <a:gd name="connsiteX10" fmla="*/ 1566385 w 7658598"/>
                  <a:gd name="connsiteY10" fmla="*/ 1975104 h 5317437"/>
                  <a:gd name="connsiteX11" fmla="*/ 3534174 w 7658598"/>
                  <a:gd name="connsiteY11" fmla="*/ 0 h 5317437"/>
                  <a:gd name="connsiteX12" fmla="*/ 5612741 w 7658598"/>
                  <a:gd name="connsiteY12" fmla="*/ 2543951 h 5317437"/>
                  <a:gd name="connsiteX13" fmla="*/ 4931377 w 7658598"/>
                  <a:gd name="connsiteY13" fmla="*/ 3928262 h 5317437"/>
                  <a:gd name="connsiteX14" fmla="*/ 5353881 w 7658598"/>
                  <a:gd name="connsiteY14" fmla="*/ 5313893 h 5317437"/>
                  <a:gd name="connsiteX15" fmla="*/ 7658598 w 7658598"/>
                  <a:gd name="connsiteY15" fmla="*/ 5313143 h 5317437"/>
                  <a:gd name="connsiteX0" fmla="*/ 0 w 7665144"/>
                  <a:gd name="connsiteY0" fmla="*/ 5314847 h 5317437"/>
                  <a:gd name="connsiteX1" fmla="*/ 3146772 w 7665144"/>
                  <a:gd name="connsiteY1" fmla="*/ 5309946 h 5317437"/>
                  <a:gd name="connsiteX2" fmla="*/ 2845776 w 7665144"/>
                  <a:gd name="connsiteY2" fmla="*/ 4337913 h 5317437"/>
                  <a:gd name="connsiteX3" fmla="*/ 1741180 w 7665144"/>
                  <a:gd name="connsiteY3" fmla="*/ 4411066 h 5317437"/>
                  <a:gd name="connsiteX4" fmla="*/ 1602192 w 7665144"/>
                  <a:gd name="connsiteY4" fmla="*/ 3745382 h 5317437"/>
                  <a:gd name="connsiteX5" fmla="*/ 1426627 w 7665144"/>
                  <a:gd name="connsiteY5" fmla="*/ 3599078 h 5317437"/>
                  <a:gd name="connsiteX6" fmla="*/ 1464253 w 7665144"/>
                  <a:gd name="connsiteY6" fmla="*/ 3470193 h 5317437"/>
                  <a:gd name="connsiteX7" fmla="*/ 1363579 w 7665144"/>
                  <a:gd name="connsiteY7" fmla="*/ 3362205 h 5317437"/>
                  <a:gd name="connsiteX8" fmla="*/ 1467041 w 7665144"/>
                  <a:gd name="connsiteY8" fmla="*/ 3057428 h 5317437"/>
                  <a:gd name="connsiteX9" fmla="*/ 1025667 w 7665144"/>
                  <a:gd name="connsiteY9" fmla="*/ 2818778 h 5317437"/>
                  <a:gd name="connsiteX10" fmla="*/ 1572931 w 7665144"/>
                  <a:gd name="connsiteY10" fmla="*/ 1975104 h 5317437"/>
                  <a:gd name="connsiteX11" fmla="*/ 3540720 w 7665144"/>
                  <a:gd name="connsiteY11" fmla="*/ 0 h 5317437"/>
                  <a:gd name="connsiteX12" fmla="*/ 5619287 w 7665144"/>
                  <a:gd name="connsiteY12" fmla="*/ 2543951 h 5317437"/>
                  <a:gd name="connsiteX13" fmla="*/ 4937923 w 7665144"/>
                  <a:gd name="connsiteY13" fmla="*/ 3928262 h 5317437"/>
                  <a:gd name="connsiteX14" fmla="*/ 5360427 w 7665144"/>
                  <a:gd name="connsiteY14" fmla="*/ 5313893 h 5317437"/>
                  <a:gd name="connsiteX15" fmla="*/ 7665144 w 7665144"/>
                  <a:gd name="connsiteY15" fmla="*/ 5313143 h 5317437"/>
                  <a:gd name="connsiteX0" fmla="*/ 0 w 7625859"/>
                  <a:gd name="connsiteY0" fmla="*/ 5308299 h 5317437"/>
                  <a:gd name="connsiteX1" fmla="*/ 3107487 w 7625859"/>
                  <a:gd name="connsiteY1" fmla="*/ 5309946 h 5317437"/>
                  <a:gd name="connsiteX2" fmla="*/ 2806491 w 7625859"/>
                  <a:gd name="connsiteY2" fmla="*/ 4337913 h 5317437"/>
                  <a:gd name="connsiteX3" fmla="*/ 1701895 w 7625859"/>
                  <a:gd name="connsiteY3" fmla="*/ 4411066 h 5317437"/>
                  <a:gd name="connsiteX4" fmla="*/ 1562907 w 7625859"/>
                  <a:gd name="connsiteY4" fmla="*/ 3745382 h 5317437"/>
                  <a:gd name="connsiteX5" fmla="*/ 1387342 w 7625859"/>
                  <a:gd name="connsiteY5" fmla="*/ 3599078 h 5317437"/>
                  <a:gd name="connsiteX6" fmla="*/ 1424968 w 7625859"/>
                  <a:gd name="connsiteY6" fmla="*/ 3470193 h 5317437"/>
                  <a:gd name="connsiteX7" fmla="*/ 1324294 w 7625859"/>
                  <a:gd name="connsiteY7" fmla="*/ 3362205 h 5317437"/>
                  <a:gd name="connsiteX8" fmla="*/ 1427756 w 7625859"/>
                  <a:gd name="connsiteY8" fmla="*/ 3057428 h 5317437"/>
                  <a:gd name="connsiteX9" fmla="*/ 986382 w 7625859"/>
                  <a:gd name="connsiteY9" fmla="*/ 2818778 h 5317437"/>
                  <a:gd name="connsiteX10" fmla="*/ 1533646 w 7625859"/>
                  <a:gd name="connsiteY10" fmla="*/ 1975104 h 5317437"/>
                  <a:gd name="connsiteX11" fmla="*/ 3501435 w 7625859"/>
                  <a:gd name="connsiteY11" fmla="*/ 0 h 5317437"/>
                  <a:gd name="connsiteX12" fmla="*/ 5580002 w 7625859"/>
                  <a:gd name="connsiteY12" fmla="*/ 2543951 h 5317437"/>
                  <a:gd name="connsiteX13" fmla="*/ 4898638 w 7625859"/>
                  <a:gd name="connsiteY13" fmla="*/ 3928262 h 5317437"/>
                  <a:gd name="connsiteX14" fmla="*/ 5321142 w 7625859"/>
                  <a:gd name="connsiteY14" fmla="*/ 5313893 h 5317437"/>
                  <a:gd name="connsiteX15" fmla="*/ 7625859 w 7625859"/>
                  <a:gd name="connsiteY15" fmla="*/ 5313143 h 5317437"/>
                  <a:gd name="connsiteX0" fmla="*/ 0 w 7645503"/>
                  <a:gd name="connsiteY0" fmla="*/ 5308299 h 5317437"/>
                  <a:gd name="connsiteX1" fmla="*/ 3127131 w 7645503"/>
                  <a:gd name="connsiteY1" fmla="*/ 5309946 h 5317437"/>
                  <a:gd name="connsiteX2" fmla="*/ 2826135 w 7645503"/>
                  <a:gd name="connsiteY2" fmla="*/ 4337913 h 5317437"/>
                  <a:gd name="connsiteX3" fmla="*/ 1721539 w 7645503"/>
                  <a:gd name="connsiteY3" fmla="*/ 4411066 h 5317437"/>
                  <a:gd name="connsiteX4" fmla="*/ 1582551 w 7645503"/>
                  <a:gd name="connsiteY4" fmla="*/ 3745382 h 5317437"/>
                  <a:gd name="connsiteX5" fmla="*/ 1406986 w 7645503"/>
                  <a:gd name="connsiteY5" fmla="*/ 3599078 h 5317437"/>
                  <a:gd name="connsiteX6" fmla="*/ 1444612 w 7645503"/>
                  <a:gd name="connsiteY6" fmla="*/ 3470193 h 5317437"/>
                  <a:gd name="connsiteX7" fmla="*/ 1343938 w 7645503"/>
                  <a:gd name="connsiteY7" fmla="*/ 3362205 h 5317437"/>
                  <a:gd name="connsiteX8" fmla="*/ 1447400 w 7645503"/>
                  <a:gd name="connsiteY8" fmla="*/ 3057428 h 5317437"/>
                  <a:gd name="connsiteX9" fmla="*/ 1006026 w 7645503"/>
                  <a:gd name="connsiteY9" fmla="*/ 2818778 h 5317437"/>
                  <a:gd name="connsiteX10" fmla="*/ 1553290 w 7645503"/>
                  <a:gd name="connsiteY10" fmla="*/ 1975104 h 5317437"/>
                  <a:gd name="connsiteX11" fmla="*/ 3521079 w 7645503"/>
                  <a:gd name="connsiteY11" fmla="*/ 0 h 5317437"/>
                  <a:gd name="connsiteX12" fmla="*/ 5599646 w 7645503"/>
                  <a:gd name="connsiteY12" fmla="*/ 2543951 h 5317437"/>
                  <a:gd name="connsiteX13" fmla="*/ 4918282 w 7645503"/>
                  <a:gd name="connsiteY13" fmla="*/ 3928262 h 5317437"/>
                  <a:gd name="connsiteX14" fmla="*/ 5340786 w 7645503"/>
                  <a:gd name="connsiteY14" fmla="*/ 5313893 h 5317437"/>
                  <a:gd name="connsiteX15" fmla="*/ 7645503 w 7645503"/>
                  <a:gd name="connsiteY15" fmla="*/ 5313143 h 5317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645503" h="5317437">
                    <a:moveTo>
                      <a:pt x="0" y="5308299"/>
                    </a:moveTo>
                    <a:lnTo>
                      <a:pt x="3127131" y="5309946"/>
                    </a:lnTo>
                    <a:cubicBezTo>
                      <a:pt x="3063141" y="5002707"/>
                      <a:pt x="3048029" y="4564685"/>
                      <a:pt x="2826135" y="4337913"/>
                    </a:cubicBezTo>
                    <a:cubicBezTo>
                      <a:pt x="2728599" y="4218431"/>
                      <a:pt x="2023901" y="4625644"/>
                      <a:pt x="1721539" y="4411066"/>
                    </a:cubicBezTo>
                    <a:cubicBezTo>
                      <a:pt x="1399670" y="4162349"/>
                      <a:pt x="1655703" y="3833165"/>
                      <a:pt x="1582551" y="3745382"/>
                    </a:cubicBezTo>
                    <a:cubicBezTo>
                      <a:pt x="1524029" y="3696614"/>
                      <a:pt x="1420929" y="3646108"/>
                      <a:pt x="1406986" y="3599078"/>
                    </a:cubicBezTo>
                    <a:cubicBezTo>
                      <a:pt x="1387841" y="3557625"/>
                      <a:pt x="1413963" y="3507120"/>
                      <a:pt x="1444612" y="3470193"/>
                    </a:cubicBezTo>
                    <a:lnTo>
                      <a:pt x="1343938" y="3362205"/>
                    </a:lnTo>
                    <a:cubicBezTo>
                      <a:pt x="1301472" y="3284755"/>
                      <a:pt x="1417439" y="3157511"/>
                      <a:pt x="1447400" y="3057428"/>
                    </a:cubicBezTo>
                    <a:cubicBezTo>
                      <a:pt x="1300275" y="2977878"/>
                      <a:pt x="1062616" y="2939068"/>
                      <a:pt x="1006026" y="2818778"/>
                    </a:cubicBezTo>
                    <a:cubicBezTo>
                      <a:pt x="957583" y="2691462"/>
                      <a:pt x="1488564" y="2374024"/>
                      <a:pt x="1553290" y="1975104"/>
                    </a:cubicBezTo>
                    <a:cubicBezTo>
                      <a:pt x="1503049" y="266534"/>
                      <a:pt x="2919470" y="11046"/>
                      <a:pt x="3521079" y="0"/>
                    </a:cubicBezTo>
                    <a:cubicBezTo>
                      <a:pt x="4503645" y="-24"/>
                      <a:pt x="6083742" y="647274"/>
                      <a:pt x="5599646" y="2543951"/>
                    </a:cubicBezTo>
                    <a:cubicBezTo>
                      <a:pt x="5413266" y="3037075"/>
                      <a:pt x="4848926" y="3622783"/>
                      <a:pt x="4918282" y="3928262"/>
                    </a:cubicBezTo>
                    <a:cubicBezTo>
                      <a:pt x="4989358" y="4327448"/>
                      <a:pt x="5233496" y="4955448"/>
                      <a:pt x="5340786" y="5313893"/>
                    </a:cubicBezTo>
                    <a:cubicBezTo>
                      <a:pt x="5740182" y="5320190"/>
                      <a:pt x="6450333" y="5316918"/>
                      <a:pt x="7645503" y="5313143"/>
                    </a:cubicBezTo>
                  </a:path>
                </a:pathLst>
              </a:custGeom>
              <a:ln w="38100">
                <a:solidFill>
                  <a:srgbClr val="FF0000"/>
                </a:solidFill>
              </a:ln>
              <a:effectLst>
                <a:outerShdw blurRad="50800" dist="38100" dir="1800000" sx="101000" sy="101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249363E-AF19-4D82-990E-A941C755CD04}"/>
                </a:ext>
              </a:extLst>
            </p:cNvPr>
            <p:cNvGrpSpPr/>
            <p:nvPr/>
          </p:nvGrpSpPr>
          <p:grpSpPr>
            <a:xfrm rot="465644">
              <a:off x="-7078589" y="725538"/>
              <a:ext cx="638564" cy="513521"/>
              <a:chOff x="564533" y="929716"/>
              <a:chExt cx="2194624" cy="1764876"/>
            </a:xfrm>
            <a:solidFill>
              <a:srgbClr val="FF0000"/>
            </a:solidFill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DB95DCF-A430-4A31-95ED-51E01B403606}"/>
                  </a:ext>
                </a:extLst>
              </p:cNvPr>
              <p:cNvSpPr txBox="1"/>
              <p:nvPr/>
            </p:nvSpPr>
            <p:spPr>
              <a:xfrm rot="20092189">
                <a:off x="1201742" y="929716"/>
                <a:ext cx="885051" cy="1658451"/>
              </a:xfrm>
              <a:custGeom>
                <a:avLst/>
                <a:gdLst/>
                <a:ahLst/>
                <a:cxnLst/>
                <a:rect l="l" t="t" r="r" b="b"/>
                <a:pathLst>
                  <a:path w="453033" h="848915">
                    <a:moveTo>
                      <a:pt x="214601" y="695325"/>
                    </a:moveTo>
                    <a:cubicBezTo>
                      <a:pt x="235951" y="695325"/>
                      <a:pt x="254139" y="702837"/>
                      <a:pt x="269165" y="717863"/>
                    </a:cubicBezTo>
                    <a:cubicBezTo>
                      <a:pt x="284190" y="732888"/>
                      <a:pt x="291703" y="751070"/>
                      <a:pt x="291703" y="772408"/>
                    </a:cubicBezTo>
                    <a:cubicBezTo>
                      <a:pt x="291703" y="793486"/>
                      <a:pt x="284221" y="811507"/>
                      <a:pt x="269258" y="826470"/>
                    </a:cubicBezTo>
                    <a:cubicBezTo>
                      <a:pt x="254294" y="841434"/>
                      <a:pt x="236075" y="848915"/>
                      <a:pt x="214601" y="848915"/>
                    </a:cubicBezTo>
                    <a:cubicBezTo>
                      <a:pt x="192897" y="848915"/>
                      <a:pt x="174623" y="841494"/>
                      <a:pt x="159781" y="826652"/>
                    </a:cubicBezTo>
                    <a:cubicBezTo>
                      <a:pt x="144938" y="811809"/>
                      <a:pt x="137517" y="793728"/>
                      <a:pt x="137517" y="772408"/>
                    </a:cubicBezTo>
                    <a:cubicBezTo>
                      <a:pt x="137517" y="750828"/>
                      <a:pt x="144969" y="732586"/>
                      <a:pt x="159874" y="717681"/>
                    </a:cubicBezTo>
                    <a:cubicBezTo>
                      <a:pt x="174778" y="702777"/>
                      <a:pt x="193021" y="695325"/>
                      <a:pt x="214601" y="695325"/>
                    </a:cubicBezTo>
                    <a:close/>
                    <a:moveTo>
                      <a:pt x="222423" y="0"/>
                    </a:moveTo>
                    <a:cubicBezTo>
                      <a:pt x="306486" y="0"/>
                      <a:pt x="369556" y="26324"/>
                      <a:pt x="411631" y="78971"/>
                    </a:cubicBezTo>
                    <a:cubicBezTo>
                      <a:pt x="439232" y="112985"/>
                      <a:pt x="453033" y="152071"/>
                      <a:pt x="453033" y="196229"/>
                    </a:cubicBezTo>
                    <a:cubicBezTo>
                      <a:pt x="453033" y="226007"/>
                      <a:pt x="446377" y="256534"/>
                      <a:pt x="433066" y="287810"/>
                    </a:cubicBezTo>
                    <a:cubicBezTo>
                      <a:pt x="419756" y="319086"/>
                      <a:pt x="396028" y="348775"/>
                      <a:pt x="361885" y="376879"/>
                    </a:cubicBezTo>
                    <a:cubicBezTo>
                      <a:pt x="304096" y="452955"/>
                      <a:pt x="269179" y="503753"/>
                      <a:pt x="257133" y="529274"/>
                    </a:cubicBezTo>
                    <a:cubicBezTo>
                      <a:pt x="245087" y="554795"/>
                      <a:pt x="237536" y="593873"/>
                      <a:pt x="234479" y="646509"/>
                    </a:cubicBezTo>
                    <a:lnTo>
                      <a:pt x="186984" y="646509"/>
                    </a:lnTo>
                    <a:cubicBezTo>
                      <a:pt x="189774" y="587889"/>
                      <a:pt x="195997" y="542267"/>
                      <a:pt x="205652" y="509643"/>
                    </a:cubicBezTo>
                    <a:cubicBezTo>
                      <a:pt x="215308" y="477019"/>
                      <a:pt x="240224" y="429456"/>
                      <a:pt x="280401" y="366954"/>
                    </a:cubicBezTo>
                    <a:cubicBezTo>
                      <a:pt x="293839" y="327955"/>
                      <a:pt x="303944" y="297112"/>
                      <a:pt x="310716" y="274425"/>
                    </a:cubicBezTo>
                    <a:cubicBezTo>
                      <a:pt x="317487" y="251738"/>
                      <a:pt x="320873" y="229260"/>
                      <a:pt x="320873" y="206992"/>
                    </a:cubicBezTo>
                    <a:cubicBezTo>
                      <a:pt x="320873" y="160477"/>
                      <a:pt x="308826" y="123874"/>
                      <a:pt x="284731" y="97184"/>
                    </a:cubicBezTo>
                    <a:cubicBezTo>
                      <a:pt x="260637" y="70494"/>
                      <a:pt x="231325" y="57150"/>
                      <a:pt x="196797" y="57150"/>
                    </a:cubicBezTo>
                    <a:cubicBezTo>
                      <a:pt x="166033" y="57150"/>
                      <a:pt x="142238" y="64022"/>
                      <a:pt x="125411" y="77767"/>
                    </a:cubicBezTo>
                    <a:cubicBezTo>
                      <a:pt x="108584" y="91512"/>
                      <a:pt x="100170" y="105866"/>
                      <a:pt x="100170" y="120829"/>
                    </a:cubicBezTo>
                    <a:cubicBezTo>
                      <a:pt x="100170" y="133040"/>
                      <a:pt x="105998" y="149612"/>
                      <a:pt x="117653" y="170547"/>
                    </a:cubicBezTo>
                    <a:cubicBezTo>
                      <a:pt x="129308" y="191482"/>
                      <a:pt x="135136" y="208244"/>
                      <a:pt x="135136" y="220833"/>
                    </a:cubicBezTo>
                    <a:cubicBezTo>
                      <a:pt x="135136" y="237365"/>
                      <a:pt x="129499" y="251623"/>
                      <a:pt x="118225" y="263607"/>
                    </a:cubicBezTo>
                    <a:cubicBezTo>
                      <a:pt x="106951" y="275591"/>
                      <a:pt x="93269" y="281582"/>
                      <a:pt x="77177" y="281582"/>
                    </a:cubicBezTo>
                    <a:cubicBezTo>
                      <a:pt x="56217" y="281582"/>
                      <a:pt x="38114" y="272271"/>
                      <a:pt x="22868" y="253649"/>
                    </a:cubicBezTo>
                    <a:cubicBezTo>
                      <a:pt x="7623" y="235027"/>
                      <a:pt x="0" y="210043"/>
                      <a:pt x="0" y="178696"/>
                    </a:cubicBezTo>
                    <a:cubicBezTo>
                      <a:pt x="0" y="131263"/>
                      <a:pt x="20098" y="89622"/>
                      <a:pt x="60294" y="53773"/>
                    </a:cubicBezTo>
                    <a:cubicBezTo>
                      <a:pt x="100490" y="17924"/>
                      <a:pt x="154533" y="0"/>
                      <a:pt x="222423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9600" b="1" dirty="0">
                  <a:solidFill>
                    <a:schemeClr val="accent2"/>
                  </a:solidFill>
                  <a:latin typeface="Symbol" panose="05050102010706020507" pitchFamily="18" charset="2"/>
                  <a:cs typeface="Arial" pitchFamily="34" charset="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9831F20-A8D1-4854-9EC4-2DFC2014F6FA}"/>
                  </a:ext>
                </a:extLst>
              </p:cNvPr>
              <p:cNvSpPr txBox="1"/>
              <p:nvPr/>
            </p:nvSpPr>
            <p:spPr>
              <a:xfrm rot="18697702">
                <a:off x="839646" y="1789820"/>
                <a:ext cx="629659" cy="1179886"/>
              </a:xfrm>
              <a:custGeom>
                <a:avLst/>
                <a:gdLst/>
                <a:ahLst/>
                <a:cxnLst/>
                <a:rect l="l" t="t" r="r" b="b"/>
                <a:pathLst>
                  <a:path w="453033" h="848915">
                    <a:moveTo>
                      <a:pt x="214601" y="695325"/>
                    </a:moveTo>
                    <a:cubicBezTo>
                      <a:pt x="235951" y="695325"/>
                      <a:pt x="254139" y="702837"/>
                      <a:pt x="269165" y="717863"/>
                    </a:cubicBezTo>
                    <a:cubicBezTo>
                      <a:pt x="284190" y="732888"/>
                      <a:pt x="291703" y="751070"/>
                      <a:pt x="291703" y="772408"/>
                    </a:cubicBezTo>
                    <a:cubicBezTo>
                      <a:pt x="291703" y="793486"/>
                      <a:pt x="284221" y="811507"/>
                      <a:pt x="269258" y="826470"/>
                    </a:cubicBezTo>
                    <a:cubicBezTo>
                      <a:pt x="254294" y="841434"/>
                      <a:pt x="236075" y="848915"/>
                      <a:pt x="214601" y="848915"/>
                    </a:cubicBezTo>
                    <a:cubicBezTo>
                      <a:pt x="192897" y="848915"/>
                      <a:pt x="174623" y="841494"/>
                      <a:pt x="159781" y="826652"/>
                    </a:cubicBezTo>
                    <a:cubicBezTo>
                      <a:pt x="144938" y="811809"/>
                      <a:pt x="137517" y="793728"/>
                      <a:pt x="137517" y="772408"/>
                    </a:cubicBezTo>
                    <a:cubicBezTo>
                      <a:pt x="137517" y="750828"/>
                      <a:pt x="144969" y="732586"/>
                      <a:pt x="159874" y="717681"/>
                    </a:cubicBezTo>
                    <a:cubicBezTo>
                      <a:pt x="174778" y="702777"/>
                      <a:pt x="193021" y="695325"/>
                      <a:pt x="214601" y="695325"/>
                    </a:cubicBezTo>
                    <a:close/>
                    <a:moveTo>
                      <a:pt x="222423" y="0"/>
                    </a:moveTo>
                    <a:cubicBezTo>
                      <a:pt x="306486" y="0"/>
                      <a:pt x="369556" y="26324"/>
                      <a:pt x="411631" y="78971"/>
                    </a:cubicBezTo>
                    <a:cubicBezTo>
                      <a:pt x="439232" y="112985"/>
                      <a:pt x="453033" y="152071"/>
                      <a:pt x="453033" y="196229"/>
                    </a:cubicBezTo>
                    <a:cubicBezTo>
                      <a:pt x="453033" y="226007"/>
                      <a:pt x="446377" y="256534"/>
                      <a:pt x="433066" y="287810"/>
                    </a:cubicBezTo>
                    <a:cubicBezTo>
                      <a:pt x="419756" y="319086"/>
                      <a:pt x="396028" y="348775"/>
                      <a:pt x="361885" y="376879"/>
                    </a:cubicBezTo>
                    <a:cubicBezTo>
                      <a:pt x="304096" y="452955"/>
                      <a:pt x="269179" y="503753"/>
                      <a:pt x="257133" y="529274"/>
                    </a:cubicBezTo>
                    <a:cubicBezTo>
                      <a:pt x="245087" y="554795"/>
                      <a:pt x="237536" y="593873"/>
                      <a:pt x="234479" y="646509"/>
                    </a:cubicBezTo>
                    <a:lnTo>
                      <a:pt x="186984" y="646509"/>
                    </a:lnTo>
                    <a:cubicBezTo>
                      <a:pt x="189774" y="587889"/>
                      <a:pt x="195997" y="542267"/>
                      <a:pt x="205652" y="509643"/>
                    </a:cubicBezTo>
                    <a:cubicBezTo>
                      <a:pt x="215308" y="477019"/>
                      <a:pt x="240224" y="429456"/>
                      <a:pt x="280401" y="366954"/>
                    </a:cubicBezTo>
                    <a:cubicBezTo>
                      <a:pt x="293839" y="327955"/>
                      <a:pt x="303944" y="297112"/>
                      <a:pt x="310716" y="274425"/>
                    </a:cubicBezTo>
                    <a:cubicBezTo>
                      <a:pt x="317487" y="251738"/>
                      <a:pt x="320873" y="229260"/>
                      <a:pt x="320873" y="206992"/>
                    </a:cubicBezTo>
                    <a:cubicBezTo>
                      <a:pt x="320873" y="160477"/>
                      <a:pt x="308826" y="123874"/>
                      <a:pt x="284731" y="97184"/>
                    </a:cubicBezTo>
                    <a:cubicBezTo>
                      <a:pt x="260637" y="70494"/>
                      <a:pt x="231325" y="57150"/>
                      <a:pt x="196797" y="57150"/>
                    </a:cubicBezTo>
                    <a:cubicBezTo>
                      <a:pt x="166033" y="57150"/>
                      <a:pt x="142238" y="64022"/>
                      <a:pt x="125411" y="77767"/>
                    </a:cubicBezTo>
                    <a:cubicBezTo>
                      <a:pt x="108584" y="91512"/>
                      <a:pt x="100170" y="105866"/>
                      <a:pt x="100170" y="120829"/>
                    </a:cubicBezTo>
                    <a:cubicBezTo>
                      <a:pt x="100170" y="133040"/>
                      <a:pt x="105998" y="149612"/>
                      <a:pt x="117653" y="170547"/>
                    </a:cubicBezTo>
                    <a:cubicBezTo>
                      <a:pt x="129308" y="191482"/>
                      <a:pt x="135136" y="208244"/>
                      <a:pt x="135136" y="220833"/>
                    </a:cubicBezTo>
                    <a:cubicBezTo>
                      <a:pt x="135136" y="237365"/>
                      <a:pt x="129499" y="251623"/>
                      <a:pt x="118225" y="263607"/>
                    </a:cubicBezTo>
                    <a:cubicBezTo>
                      <a:pt x="106951" y="275591"/>
                      <a:pt x="93269" y="281582"/>
                      <a:pt x="77177" y="281582"/>
                    </a:cubicBezTo>
                    <a:cubicBezTo>
                      <a:pt x="56217" y="281582"/>
                      <a:pt x="38114" y="272271"/>
                      <a:pt x="22868" y="253649"/>
                    </a:cubicBezTo>
                    <a:cubicBezTo>
                      <a:pt x="7623" y="235027"/>
                      <a:pt x="0" y="210043"/>
                      <a:pt x="0" y="178696"/>
                    </a:cubicBezTo>
                    <a:cubicBezTo>
                      <a:pt x="0" y="131263"/>
                      <a:pt x="20098" y="89622"/>
                      <a:pt x="60294" y="53773"/>
                    </a:cubicBezTo>
                    <a:cubicBezTo>
                      <a:pt x="100490" y="17924"/>
                      <a:pt x="154533" y="0"/>
                      <a:pt x="222423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9600" b="1" dirty="0">
                  <a:solidFill>
                    <a:schemeClr val="accent2"/>
                  </a:solidFill>
                  <a:latin typeface="Symbol" panose="05050102010706020507" pitchFamily="18" charset="2"/>
                  <a:cs typeface="Arial" pitchFamily="34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DC0CA6-4C34-4A36-AC5C-408CECB58C68}"/>
                  </a:ext>
                </a:extLst>
              </p:cNvPr>
              <p:cNvSpPr txBox="1"/>
              <p:nvPr/>
            </p:nvSpPr>
            <p:spPr>
              <a:xfrm rot="167291">
                <a:off x="2129498" y="1330669"/>
                <a:ext cx="629659" cy="1179886"/>
              </a:xfrm>
              <a:custGeom>
                <a:avLst/>
                <a:gdLst/>
                <a:ahLst/>
                <a:cxnLst/>
                <a:rect l="l" t="t" r="r" b="b"/>
                <a:pathLst>
                  <a:path w="453033" h="848915">
                    <a:moveTo>
                      <a:pt x="214601" y="695325"/>
                    </a:moveTo>
                    <a:cubicBezTo>
                      <a:pt x="235951" y="695325"/>
                      <a:pt x="254139" y="702837"/>
                      <a:pt x="269165" y="717863"/>
                    </a:cubicBezTo>
                    <a:cubicBezTo>
                      <a:pt x="284190" y="732888"/>
                      <a:pt x="291703" y="751070"/>
                      <a:pt x="291703" y="772408"/>
                    </a:cubicBezTo>
                    <a:cubicBezTo>
                      <a:pt x="291703" y="793486"/>
                      <a:pt x="284221" y="811507"/>
                      <a:pt x="269258" y="826470"/>
                    </a:cubicBezTo>
                    <a:cubicBezTo>
                      <a:pt x="254294" y="841434"/>
                      <a:pt x="236075" y="848915"/>
                      <a:pt x="214601" y="848915"/>
                    </a:cubicBezTo>
                    <a:cubicBezTo>
                      <a:pt x="192897" y="848915"/>
                      <a:pt x="174623" y="841494"/>
                      <a:pt x="159781" y="826652"/>
                    </a:cubicBezTo>
                    <a:cubicBezTo>
                      <a:pt x="144938" y="811809"/>
                      <a:pt x="137517" y="793728"/>
                      <a:pt x="137517" y="772408"/>
                    </a:cubicBezTo>
                    <a:cubicBezTo>
                      <a:pt x="137517" y="750828"/>
                      <a:pt x="144969" y="732586"/>
                      <a:pt x="159874" y="717681"/>
                    </a:cubicBezTo>
                    <a:cubicBezTo>
                      <a:pt x="174778" y="702777"/>
                      <a:pt x="193021" y="695325"/>
                      <a:pt x="214601" y="695325"/>
                    </a:cubicBezTo>
                    <a:close/>
                    <a:moveTo>
                      <a:pt x="222423" y="0"/>
                    </a:moveTo>
                    <a:cubicBezTo>
                      <a:pt x="306486" y="0"/>
                      <a:pt x="369556" y="26324"/>
                      <a:pt x="411631" y="78971"/>
                    </a:cubicBezTo>
                    <a:cubicBezTo>
                      <a:pt x="439232" y="112985"/>
                      <a:pt x="453033" y="152071"/>
                      <a:pt x="453033" y="196229"/>
                    </a:cubicBezTo>
                    <a:cubicBezTo>
                      <a:pt x="453033" y="226007"/>
                      <a:pt x="446377" y="256534"/>
                      <a:pt x="433066" y="287810"/>
                    </a:cubicBezTo>
                    <a:cubicBezTo>
                      <a:pt x="419756" y="319086"/>
                      <a:pt x="396028" y="348775"/>
                      <a:pt x="361885" y="376879"/>
                    </a:cubicBezTo>
                    <a:cubicBezTo>
                      <a:pt x="304096" y="452955"/>
                      <a:pt x="269179" y="503753"/>
                      <a:pt x="257133" y="529274"/>
                    </a:cubicBezTo>
                    <a:cubicBezTo>
                      <a:pt x="245087" y="554795"/>
                      <a:pt x="237536" y="593873"/>
                      <a:pt x="234479" y="646509"/>
                    </a:cubicBezTo>
                    <a:lnTo>
                      <a:pt x="186984" y="646509"/>
                    </a:lnTo>
                    <a:cubicBezTo>
                      <a:pt x="189774" y="587889"/>
                      <a:pt x="195997" y="542267"/>
                      <a:pt x="205652" y="509643"/>
                    </a:cubicBezTo>
                    <a:cubicBezTo>
                      <a:pt x="215308" y="477019"/>
                      <a:pt x="240224" y="429456"/>
                      <a:pt x="280401" y="366954"/>
                    </a:cubicBezTo>
                    <a:cubicBezTo>
                      <a:pt x="293839" y="327955"/>
                      <a:pt x="303944" y="297112"/>
                      <a:pt x="310716" y="274425"/>
                    </a:cubicBezTo>
                    <a:cubicBezTo>
                      <a:pt x="317487" y="251738"/>
                      <a:pt x="320873" y="229260"/>
                      <a:pt x="320873" y="206992"/>
                    </a:cubicBezTo>
                    <a:cubicBezTo>
                      <a:pt x="320873" y="160477"/>
                      <a:pt x="308826" y="123874"/>
                      <a:pt x="284731" y="97184"/>
                    </a:cubicBezTo>
                    <a:cubicBezTo>
                      <a:pt x="260637" y="70494"/>
                      <a:pt x="231325" y="57150"/>
                      <a:pt x="196797" y="57150"/>
                    </a:cubicBezTo>
                    <a:cubicBezTo>
                      <a:pt x="166033" y="57150"/>
                      <a:pt x="142238" y="64022"/>
                      <a:pt x="125411" y="77767"/>
                    </a:cubicBezTo>
                    <a:cubicBezTo>
                      <a:pt x="108584" y="91512"/>
                      <a:pt x="100170" y="105866"/>
                      <a:pt x="100170" y="120829"/>
                    </a:cubicBezTo>
                    <a:cubicBezTo>
                      <a:pt x="100170" y="133040"/>
                      <a:pt x="105998" y="149612"/>
                      <a:pt x="117653" y="170547"/>
                    </a:cubicBezTo>
                    <a:cubicBezTo>
                      <a:pt x="129308" y="191482"/>
                      <a:pt x="135136" y="208244"/>
                      <a:pt x="135136" y="220833"/>
                    </a:cubicBezTo>
                    <a:cubicBezTo>
                      <a:pt x="135136" y="237365"/>
                      <a:pt x="129499" y="251623"/>
                      <a:pt x="118225" y="263607"/>
                    </a:cubicBezTo>
                    <a:cubicBezTo>
                      <a:pt x="106951" y="275591"/>
                      <a:pt x="93269" y="281582"/>
                      <a:pt x="77177" y="281582"/>
                    </a:cubicBezTo>
                    <a:cubicBezTo>
                      <a:pt x="56217" y="281582"/>
                      <a:pt x="38114" y="272271"/>
                      <a:pt x="22868" y="253649"/>
                    </a:cubicBezTo>
                    <a:cubicBezTo>
                      <a:pt x="7623" y="235027"/>
                      <a:pt x="0" y="210043"/>
                      <a:pt x="0" y="178696"/>
                    </a:cubicBezTo>
                    <a:cubicBezTo>
                      <a:pt x="0" y="131263"/>
                      <a:pt x="20098" y="89622"/>
                      <a:pt x="60294" y="53773"/>
                    </a:cubicBezTo>
                    <a:cubicBezTo>
                      <a:pt x="100490" y="17924"/>
                      <a:pt x="154533" y="0"/>
                      <a:pt x="222423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9600" b="1" dirty="0">
                  <a:solidFill>
                    <a:schemeClr val="accent2"/>
                  </a:solidFill>
                  <a:latin typeface="Symbol" panose="05050102010706020507" pitchFamily="18" charset="2"/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487455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33"/>
            <a:ext cx="12192000" cy="683416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53D5B9D-AC85-45D9-94B9-BDD5F5DE25E8}"/>
              </a:ext>
            </a:extLst>
          </p:cNvPr>
          <p:cNvGrpSpPr/>
          <p:nvPr/>
        </p:nvGrpSpPr>
        <p:grpSpPr>
          <a:xfrm>
            <a:off x="8378194" y="3221142"/>
            <a:ext cx="7356307" cy="7390855"/>
            <a:chOff x="532492" y="7117344"/>
            <a:chExt cx="11209565" cy="108669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0" name="Oval 19"/>
            <p:cNvSpPr/>
            <p:nvPr/>
          </p:nvSpPr>
          <p:spPr>
            <a:xfrm>
              <a:off x="532492" y="7117344"/>
              <a:ext cx="11209565" cy="10866957"/>
            </a:xfrm>
            <a:prstGeom prst="ellipse">
              <a:avLst/>
            </a:prstGeom>
            <a:solidFill>
              <a:srgbClr val="A5A7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1134855" y="7404843"/>
              <a:ext cx="10039350" cy="10406257"/>
            </a:xfrm>
            <a:prstGeom prst="ellipse">
              <a:avLst/>
            </a:prstGeom>
            <a:solidFill>
              <a:srgbClr val="909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630403" y="7807439"/>
              <a:ext cx="8979439" cy="9150309"/>
            </a:xfrm>
            <a:prstGeom prst="ellipse">
              <a:avLst/>
            </a:prstGeom>
            <a:solidFill>
              <a:srgbClr val="8688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2231611" y="8277011"/>
              <a:ext cx="7845839" cy="8046507"/>
            </a:xfrm>
            <a:prstGeom prst="ellipse">
              <a:avLst/>
            </a:prstGeom>
            <a:solidFill>
              <a:srgbClr val="CDC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6432" y="7329467"/>
              <a:ext cx="7531333" cy="5280970"/>
            </a:xfrm>
            <a:prstGeom prst="rect">
              <a:avLst/>
            </a:prstGeom>
            <a:ln>
              <a:noFill/>
            </a:ln>
            <a:effectLst/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082CA11-3A7E-4C5E-B15B-3104BA24D94F}"/>
              </a:ext>
            </a:extLst>
          </p:cNvPr>
          <p:cNvGrpSpPr/>
          <p:nvPr/>
        </p:nvGrpSpPr>
        <p:grpSpPr>
          <a:xfrm>
            <a:off x="7780012" y="2723718"/>
            <a:ext cx="3120400" cy="3328097"/>
            <a:chOff x="7927318" y="2544586"/>
            <a:chExt cx="3120400" cy="332809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55385D0-4968-4697-A3F7-A8EAD59E5C1D}"/>
                </a:ext>
              </a:extLst>
            </p:cNvPr>
            <p:cNvSpPr/>
            <p:nvPr/>
          </p:nvSpPr>
          <p:spPr>
            <a:xfrm>
              <a:off x="10725083" y="2544586"/>
              <a:ext cx="322635" cy="322635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B9DABE0-D0C2-4556-B424-9FE5FFF0D1EA}"/>
                </a:ext>
              </a:extLst>
            </p:cNvPr>
            <p:cNvSpPr/>
            <p:nvPr/>
          </p:nvSpPr>
          <p:spPr>
            <a:xfrm flipV="1">
              <a:off x="9783877" y="3082831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8EE4FCF-C550-4058-88B6-2E0EADEF1C52}"/>
                </a:ext>
              </a:extLst>
            </p:cNvPr>
            <p:cNvSpPr/>
            <p:nvPr/>
          </p:nvSpPr>
          <p:spPr>
            <a:xfrm flipV="1">
              <a:off x="9009649" y="3689956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72C8061-477A-46F6-B1AF-D69E28397A41}"/>
                </a:ext>
              </a:extLst>
            </p:cNvPr>
            <p:cNvSpPr/>
            <p:nvPr/>
          </p:nvSpPr>
          <p:spPr>
            <a:xfrm flipV="1">
              <a:off x="8331270" y="4602057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516A07D-158E-400E-A3B5-5E28004BA551}"/>
                </a:ext>
              </a:extLst>
            </p:cNvPr>
            <p:cNvSpPr/>
            <p:nvPr/>
          </p:nvSpPr>
          <p:spPr>
            <a:xfrm flipV="1">
              <a:off x="7927318" y="5697894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885F61-753C-4E3C-A65D-89A064454FD5}"/>
              </a:ext>
            </a:extLst>
          </p:cNvPr>
          <p:cNvGrpSpPr/>
          <p:nvPr/>
        </p:nvGrpSpPr>
        <p:grpSpPr>
          <a:xfrm>
            <a:off x="7575433" y="54292"/>
            <a:ext cx="4616567" cy="1351239"/>
            <a:chOff x="-10512788" y="573950"/>
            <a:chExt cx="4616567" cy="135123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083AA80-8F47-4E9E-9B26-76A319798B59}"/>
                </a:ext>
              </a:extLst>
            </p:cNvPr>
            <p:cNvGrpSpPr/>
            <p:nvPr/>
          </p:nvGrpSpPr>
          <p:grpSpPr>
            <a:xfrm>
              <a:off x="-10512788" y="573950"/>
              <a:ext cx="4616567" cy="1351239"/>
              <a:chOff x="-10512788" y="573950"/>
              <a:chExt cx="4616567" cy="1351239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86739F8-3D7F-424B-A6EC-BA67F784AC71}"/>
                  </a:ext>
                </a:extLst>
              </p:cNvPr>
              <p:cNvSpPr txBox="1"/>
              <p:nvPr/>
            </p:nvSpPr>
            <p:spPr>
              <a:xfrm>
                <a:off x="-10512788" y="847971"/>
                <a:ext cx="3052234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>
                    <a:latin typeface="Bahnschrift SemiBold SemiConden" panose="020B0502040204020203" pitchFamily="34" charset="0"/>
                  </a:rPr>
                  <a:t>Why to switch over this system?</a:t>
                </a: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65DFEFC7-F907-4680-BE1A-203941299CF3}"/>
                  </a:ext>
                </a:extLst>
              </p:cNvPr>
              <p:cNvSpPr/>
              <p:nvPr/>
            </p:nvSpPr>
            <p:spPr>
              <a:xfrm>
                <a:off x="-7540850" y="573950"/>
                <a:ext cx="1644629" cy="1143836"/>
              </a:xfrm>
              <a:custGeom>
                <a:avLst/>
                <a:gdLst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658368 w 5493715"/>
                  <a:gd name="connsiteY4" fmla="*/ 4308653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658368 w 5493715"/>
                  <a:gd name="connsiteY4" fmla="*/ 4308653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658368 w 5493715"/>
                  <a:gd name="connsiteY4" fmla="*/ 4308653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33697 w 5493715"/>
                  <a:gd name="connsiteY8" fmla="*/ 3348624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33697 w 5493715"/>
                  <a:gd name="connsiteY8" fmla="*/ 3348624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9524 w 5493715"/>
                  <a:gd name="connsiteY2" fmla="*/ 5309946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9524 w 5493715"/>
                  <a:gd name="connsiteY2" fmla="*/ 5309946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9524 w 5493715"/>
                  <a:gd name="connsiteY2" fmla="*/ 5309946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453179 w 5493715"/>
                  <a:gd name="connsiteY15" fmla="*/ 5313893 h 5325465"/>
                  <a:gd name="connsiteX16" fmla="*/ 5493715 w 5493715"/>
                  <a:gd name="connsiteY16" fmla="*/ 5069433 h 5325465"/>
                  <a:gd name="connsiteX0" fmla="*/ 0 w 5636283"/>
                  <a:gd name="connsiteY0" fmla="*/ 5325465 h 5329410"/>
                  <a:gd name="connsiteX1" fmla="*/ 0 w 5636283"/>
                  <a:gd name="connsiteY1" fmla="*/ 5325465 h 5329410"/>
                  <a:gd name="connsiteX2" fmla="*/ 2239524 w 5636283"/>
                  <a:gd name="connsiteY2" fmla="*/ 5309946 h 5329410"/>
                  <a:gd name="connsiteX3" fmla="*/ 1938528 w 5636283"/>
                  <a:gd name="connsiteY3" fmla="*/ 4337913 h 5329410"/>
                  <a:gd name="connsiteX4" fmla="*/ 833932 w 5636283"/>
                  <a:gd name="connsiteY4" fmla="*/ 4411066 h 5329410"/>
                  <a:gd name="connsiteX5" fmla="*/ 694944 w 5636283"/>
                  <a:gd name="connsiteY5" fmla="*/ 3745382 h 5329410"/>
                  <a:gd name="connsiteX6" fmla="*/ 519379 w 5636283"/>
                  <a:gd name="connsiteY6" fmla="*/ 3599078 h 5329410"/>
                  <a:gd name="connsiteX7" fmla="*/ 557005 w 5636283"/>
                  <a:gd name="connsiteY7" fmla="*/ 3470193 h 5329410"/>
                  <a:gd name="connsiteX8" fmla="*/ 456331 w 5636283"/>
                  <a:gd name="connsiteY8" fmla="*/ 3362205 h 5329410"/>
                  <a:gd name="connsiteX9" fmla="*/ 559793 w 5636283"/>
                  <a:gd name="connsiteY9" fmla="*/ 3057428 h 5329410"/>
                  <a:gd name="connsiteX10" fmla="*/ 118419 w 5636283"/>
                  <a:gd name="connsiteY10" fmla="*/ 2818778 h 5329410"/>
                  <a:gd name="connsiteX11" fmla="*/ 665683 w 5636283"/>
                  <a:gd name="connsiteY11" fmla="*/ 1975104 h 5329410"/>
                  <a:gd name="connsiteX12" fmla="*/ 2633472 w 5636283"/>
                  <a:gd name="connsiteY12" fmla="*/ 0 h 5329410"/>
                  <a:gd name="connsiteX13" fmla="*/ 4712039 w 5636283"/>
                  <a:gd name="connsiteY13" fmla="*/ 2543951 h 5329410"/>
                  <a:gd name="connsiteX14" fmla="*/ 4030675 w 5636283"/>
                  <a:gd name="connsiteY14" fmla="*/ 3928262 h 5329410"/>
                  <a:gd name="connsiteX15" fmla="*/ 4453179 w 5636283"/>
                  <a:gd name="connsiteY15" fmla="*/ 5313893 h 5329410"/>
                  <a:gd name="connsiteX16" fmla="*/ 5636283 w 5636283"/>
                  <a:gd name="connsiteY16" fmla="*/ 5329410 h 5329410"/>
                  <a:gd name="connsiteX0" fmla="*/ 0 w 5636283"/>
                  <a:gd name="connsiteY0" fmla="*/ 5325465 h 5325465"/>
                  <a:gd name="connsiteX1" fmla="*/ 0 w 5636283"/>
                  <a:gd name="connsiteY1" fmla="*/ 5325465 h 5325465"/>
                  <a:gd name="connsiteX2" fmla="*/ 2239524 w 5636283"/>
                  <a:gd name="connsiteY2" fmla="*/ 5309946 h 5325465"/>
                  <a:gd name="connsiteX3" fmla="*/ 1938528 w 5636283"/>
                  <a:gd name="connsiteY3" fmla="*/ 4337913 h 5325465"/>
                  <a:gd name="connsiteX4" fmla="*/ 833932 w 5636283"/>
                  <a:gd name="connsiteY4" fmla="*/ 4411066 h 5325465"/>
                  <a:gd name="connsiteX5" fmla="*/ 694944 w 5636283"/>
                  <a:gd name="connsiteY5" fmla="*/ 3745382 h 5325465"/>
                  <a:gd name="connsiteX6" fmla="*/ 519379 w 5636283"/>
                  <a:gd name="connsiteY6" fmla="*/ 3599078 h 5325465"/>
                  <a:gd name="connsiteX7" fmla="*/ 557005 w 5636283"/>
                  <a:gd name="connsiteY7" fmla="*/ 3470193 h 5325465"/>
                  <a:gd name="connsiteX8" fmla="*/ 456331 w 5636283"/>
                  <a:gd name="connsiteY8" fmla="*/ 3362205 h 5325465"/>
                  <a:gd name="connsiteX9" fmla="*/ 559793 w 5636283"/>
                  <a:gd name="connsiteY9" fmla="*/ 3057428 h 5325465"/>
                  <a:gd name="connsiteX10" fmla="*/ 118419 w 5636283"/>
                  <a:gd name="connsiteY10" fmla="*/ 2818778 h 5325465"/>
                  <a:gd name="connsiteX11" fmla="*/ 665683 w 5636283"/>
                  <a:gd name="connsiteY11" fmla="*/ 1975104 h 5325465"/>
                  <a:gd name="connsiteX12" fmla="*/ 2633472 w 5636283"/>
                  <a:gd name="connsiteY12" fmla="*/ 0 h 5325465"/>
                  <a:gd name="connsiteX13" fmla="*/ 4712039 w 5636283"/>
                  <a:gd name="connsiteY13" fmla="*/ 2543951 h 5325465"/>
                  <a:gd name="connsiteX14" fmla="*/ 4030675 w 5636283"/>
                  <a:gd name="connsiteY14" fmla="*/ 3928262 h 5325465"/>
                  <a:gd name="connsiteX15" fmla="*/ 4453179 w 5636283"/>
                  <a:gd name="connsiteY15" fmla="*/ 5313893 h 5325465"/>
                  <a:gd name="connsiteX16" fmla="*/ 5636283 w 5636283"/>
                  <a:gd name="connsiteY16" fmla="*/ 5304251 h 5325465"/>
                  <a:gd name="connsiteX0" fmla="*/ 0 w 5644670"/>
                  <a:gd name="connsiteY0" fmla="*/ 5325465 h 5337795"/>
                  <a:gd name="connsiteX1" fmla="*/ 0 w 5644670"/>
                  <a:gd name="connsiteY1" fmla="*/ 5325465 h 5337795"/>
                  <a:gd name="connsiteX2" fmla="*/ 2239524 w 5644670"/>
                  <a:gd name="connsiteY2" fmla="*/ 5309946 h 5337795"/>
                  <a:gd name="connsiteX3" fmla="*/ 1938528 w 5644670"/>
                  <a:gd name="connsiteY3" fmla="*/ 4337913 h 5337795"/>
                  <a:gd name="connsiteX4" fmla="*/ 833932 w 5644670"/>
                  <a:gd name="connsiteY4" fmla="*/ 4411066 h 5337795"/>
                  <a:gd name="connsiteX5" fmla="*/ 694944 w 5644670"/>
                  <a:gd name="connsiteY5" fmla="*/ 3745382 h 5337795"/>
                  <a:gd name="connsiteX6" fmla="*/ 519379 w 5644670"/>
                  <a:gd name="connsiteY6" fmla="*/ 3599078 h 5337795"/>
                  <a:gd name="connsiteX7" fmla="*/ 557005 w 5644670"/>
                  <a:gd name="connsiteY7" fmla="*/ 3470193 h 5337795"/>
                  <a:gd name="connsiteX8" fmla="*/ 456331 w 5644670"/>
                  <a:gd name="connsiteY8" fmla="*/ 3362205 h 5337795"/>
                  <a:gd name="connsiteX9" fmla="*/ 559793 w 5644670"/>
                  <a:gd name="connsiteY9" fmla="*/ 3057428 h 5337795"/>
                  <a:gd name="connsiteX10" fmla="*/ 118419 w 5644670"/>
                  <a:gd name="connsiteY10" fmla="*/ 2818778 h 5337795"/>
                  <a:gd name="connsiteX11" fmla="*/ 665683 w 5644670"/>
                  <a:gd name="connsiteY11" fmla="*/ 1975104 h 5337795"/>
                  <a:gd name="connsiteX12" fmla="*/ 2633472 w 5644670"/>
                  <a:gd name="connsiteY12" fmla="*/ 0 h 5337795"/>
                  <a:gd name="connsiteX13" fmla="*/ 4712039 w 5644670"/>
                  <a:gd name="connsiteY13" fmla="*/ 2543951 h 5337795"/>
                  <a:gd name="connsiteX14" fmla="*/ 4030675 w 5644670"/>
                  <a:gd name="connsiteY14" fmla="*/ 3928262 h 5337795"/>
                  <a:gd name="connsiteX15" fmla="*/ 4453179 w 5644670"/>
                  <a:gd name="connsiteY15" fmla="*/ 5313893 h 5337795"/>
                  <a:gd name="connsiteX16" fmla="*/ 5644670 w 5644670"/>
                  <a:gd name="connsiteY16" fmla="*/ 5337795 h 5337795"/>
                  <a:gd name="connsiteX0" fmla="*/ 0 w 5661442"/>
                  <a:gd name="connsiteY0" fmla="*/ 5325465 h 5325465"/>
                  <a:gd name="connsiteX1" fmla="*/ 0 w 5661442"/>
                  <a:gd name="connsiteY1" fmla="*/ 5325465 h 5325465"/>
                  <a:gd name="connsiteX2" fmla="*/ 2239524 w 5661442"/>
                  <a:gd name="connsiteY2" fmla="*/ 5309946 h 5325465"/>
                  <a:gd name="connsiteX3" fmla="*/ 1938528 w 5661442"/>
                  <a:gd name="connsiteY3" fmla="*/ 4337913 h 5325465"/>
                  <a:gd name="connsiteX4" fmla="*/ 833932 w 5661442"/>
                  <a:gd name="connsiteY4" fmla="*/ 4411066 h 5325465"/>
                  <a:gd name="connsiteX5" fmla="*/ 694944 w 5661442"/>
                  <a:gd name="connsiteY5" fmla="*/ 3745382 h 5325465"/>
                  <a:gd name="connsiteX6" fmla="*/ 519379 w 5661442"/>
                  <a:gd name="connsiteY6" fmla="*/ 3599078 h 5325465"/>
                  <a:gd name="connsiteX7" fmla="*/ 557005 w 5661442"/>
                  <a:gd name="connsiteY7" fmla="*/ 3470193 h 5325465"/>
                  <a:gd name="connsiteX8" fmla="*/ 456331 w 5661442"/>
                  <a:gd name="connsiteY8" fmla="*/ 3362205 h 5325465"/>
                  <a:gd name="connsiteX9" fmla="*/ 559793 w 5661442"/>
                  <a:gd name="connsiteY9" fmla="*/ 3057428 h 5325465"/>
                  <a:gd name="connsiteX10" fmla="*/ 118419 w 5661442"/>
                  <a:gd name="connsiteY10" fmla="*/ 2818778 h 5325465"/>
                  <a:gd name="connsiteX11" fmla="*/ 665683 w 5661442"/>
                  <a:gd name="connsiteY11" fmla="*/ 1975104 h 5325465"/>
                  <a:gd name="connsiteX12" fmla="*/ 2633472 w 5661442"/>
                  <a:gd name="connsiteY12" fmla="*/ 0 h 5325465"/>
                  <a:gd name="connsiteX13" fmla="*/ 4712039 w 5661442"/>
                  <a:gd name="connsiteY13" fmla="*/ 2543951 h 5325465"/>
                  <a:gd name="connsiteX14" fmla="*/ 4030675 w 5661442"/>
                  <a:gd name="connsiteY14" fmla="*/ 3928262 h 5325465"/>
                  <a:gd name="connsiteX15" fmla="*/ 4453179 w 5661442"/>
                  <a:gd name="connsiteY15" fmla="*/ 5313893 h 5325465"/>
                  <a:gd name="connsiteX16" fmla="*/ 5661442 w 5661442"/>
                  <a:gd name="connsiteY16" fmla="*/ 5312636 h 5325465"/>
                  <a:gd name="connsiteX0" fmla="*/ 0 w 5661442"/>
                  <a:gd name="connsiteY0" fmla="*/ 5325465 h 5325465"/>
                  <a:gd name="connsiteX1" fmla="*/ 0 w 5661442"/>
                  <a:gd name="connsiteY1" fmla="*/ 5325465 h 5325465"/>
                  <a:gd name="connsiteX2" fmla="*/ 2239524 w 5661442"/>
                  <a:gd name="connsiteY2" fmla="*/ 5309946 h 5325465"/>
                  <a:gd name="connsiteX3" fmla="*/ 1938528 w 5661442"/>
                  <a:gd name="connsiteY3" fmla="*/ 4337913 h 5325465"/>
                  <a:gd name="connsiteX4" fmla="*/ 833932 w 5661442"/>
                  <a:gd name="connsiteY4" fmla="*/ 4411066 h 5325465"/>
                  <a:gd name="connsiteX5" fmla="*/ 694944 w 5661442"/>
                  <a:gd name="connsiteY5" fmla="*/ 3745382 h 5325465"/>
                  <a:gd name="connsiteX6" fmla="*/ 519379 w 5661442"/>
                  <a:gd name="connsiteY6" fmla="*/ 3599078 h 5325465"/>
                  <a:gd name="connsiteX7" fmla="*/ 557005 w 5661442"/>
                  <a:gd name="connsiteY7" fmla="*/ 3470193 h 5325465"/>
                  <a:gd name="connsiteX8" fmla="*/ 456331 w 5661442"/>
                  <a:gd name="connsiteY8" fmla="*/ 3362205 h 5325465"/>
                  <a:gd name="connsiteX9" fmla="*/ 559793 w 5661442"/>
                  <a:gd name="connsiteY9" fmla="*/ 3057428 h 5325465"/>
                  <a:gd name="connsiteX10" fmla="*/ 118419 w 5661442"/>
                  <a:gd name="connsiteY10" fmla="*/ 2818778 h 5325465"/>
                  <a:gd name="connsiteX11" fmla="*/ 665683 w 5661442"/>
                  <a:gd name="connsiteY11" fmla="*/ 1975104 h 5325465"/>
                  <a:gd name="connsiteX12" fmla="*/ 2633472 w 5661442"/>
                  <a:gd name="connsiteY12" fmla="*/ 0 h 5325465"/>
                  <a:gd name="connsiteX13" fmla="*/ 4712039 w 5661442"/>
                  <a:gd name="connsiteY13" fmla="*/ 2543951 h 5325465"/>
                  <a:gd name="connsiteX14" fmla="*/ 4030675 w 5661442"/>
                  <a:gd name="connsiteY14" fmla="*/ 3928262 h 5325465"/>
                  <a:gd name="connsiteX15" fmla="*/ 4453179 w 5661442"/>
                  <a:gd name="connsiteY15" fmla="*/ 5313893 h 5325465"/>
                  <a:gd name="connsiteX16" fmla="*/ 5661442 w 5661442"/>
                  <a:gd name="connsiteY16" fmla="*/ 5312636 h 5325465"/>
                  <a:gd name="connsiteX0" fmla="*/ 0 w 5661442"/>
                  <a:gd name="connsiteY0" fmla="*/ 5325465 h 5342856"/>
                  <a:gd name="connsiteX1" fmla="*/ 0 w 5661442"/>
                  <a:gd name="connsiteY1" fmla="*/ 5325465 h 5342856"/>
                  <a:gd name="connsiteX2" fmla="*/ 2239524 w 5661442"/>
                  <a:gd name="connsiteY2" fmla="*/ 5309946 h 5342856"/>
                  <a:gd name="connsiteX3" fmla="*/ 1938528 w 5661442"/>
                  <a:gd name="connsiteY3" fmla="*/ 4337913 h 5342856"/>
                  <a:gd name="connsiteX4" fmla="*/ 833932 w 5661442"/>
                  <a:gd name="connsiteY4" fmla="*/ 4411066 h 5342856"/>
                  <a:gd name="connsiteX5" fmla="*/ 694944 w 5661442"/>
                  <a:gd name="connsiteY5" fmla="*/ 3745382 h 5342856"/>
                  <a:gd name="connsiteX6" fmla="*/ 519379 w 5661442"/>
                  <a:gd name="connsiteY6" fmla="*/ 3599078 h 5342856"/>
                  <a:gd name="connsiteX7" fmla="*/ 557005 w 5661442"/>
                  <a:gd name="connsiteY7" fmla="*/ 3470193 h 5342856"/>
                  <a:gd name="connsiteX8" fmla="*/ 456331 w 5661442"/>
                  <a:gd name="connsiteY8" fmla="*/ 3362205 h 5342856"/>
                  <a:gd name="connsiteX9" fmla="*/ 559793 w 5661442"/>
                  <a:gd name="connsiteY9" fmla="*/ 3057428 h 5342856"/>
                  <a:gd name="connsiteX10" fmla="*/ 118419 w 5661442"/>
                  <a:gd name="connsiteY10" fmla="*/ 2818778 h 5342856"/>
                  <a:gd name="connsiteX11" fmla="*/ 665683 w 5661442"/>
                  <a:gd name="connsiteY11" fmla="*/ 1975104 h 5342856"/>
                  <a:gd name="connsiteX12" fmla="*/ 2633472 w 5661442"/>
                  <a:gd name="connsiteY12" fmla="*/ 0 h 5342856"/>
                  <a:gd name="connsiteX13" fmla="*/ 4712039 w 5661442"/>
                  <a:gd name="connsiteY13" fmla="*/ 2543951 h 5342856"/>
                  <a:gd name="connsiteX14" fmla="*/ 4030675 w 5661442"/>
                  <a:gd name="connsiteY14" fmla="*/ 3928262 h 5342856"/>
                  <a:gd name="connsiteX15" fmla="*/ 4453179 w 5661442"/>
                  <a:gd name="connsiteY15" fmla="*/ 5313893 h 5342856"/>
                  <a:gd name="connsiteX16" fmla="*/ 5661442 w 5661442"/>
                  <a:gd name="connsiteY16" fmla="*/ 5342856 h 5342856"/>
                  <a:gd name="connsiteX0" fmla="*/ 0 w 5691660"/>
                  <a:gd name="connsiteY0" fmla="*/ 5325465 h 5325465"/>
                  <a:gd name="connsiteX1" fmla="*/ 0 w 5691660"/>
                  <a:gd name="connsiteY1" fmla="*/ 5325465 h 5325465"/>
                  <a:gd name="connsiteX2" fmla="*/ 2239524 w 5691660"/>
                  <a:gd name="connsiteY2" fmla="*/ 5309946 h 5325465"/>
                  <a:gd name="connsiteX3" fmla="*/ 1938528 w 5691660"/>
                  <a:gd name="connsiteY3" fmla="*/ 4337913 h 5325465"/>
                  <a:gd name="connsiteX4" fmla="*/ 833932 w 5691660"/>
                  <a:gd name="connsiteY4" fmla="*/ 4411066 h 5325465"/>
                  <a:gd name="connsiteX5" fmla="*/ 694944 w 5691660"/>
                  <a:gd name="connsiteY5" fmla="*/ 3745382 h 5325465"/>
                  <a:gd name="connsiteX6" fmla="*/ 519379 w 5691660"/>
                  <a:gd name="connsiteY6" fmla="*/ 3599078 h 5325465"/>
                  <a:gd name="connsiteX7" fmla="*/ 557005 w 5691660"/>
                  <a:gd name="connsiteY7" fmla="*/ 3470193 h 5325465"/>
                  <a:gd name="connsiteX8" fmla="*/ 456331 w 5691660"/>
                  <a:gd name="connsiteY8" fmla="*/ 3362205 h 5325465"/>
                  <a:gd name="connsiteX9" fmla="*/ 559793 w 5691660"/>
                  <a:gd name="connsiteY9" fmla="*/ 3057428 h 5325465"/>
                  <a:gd name="connsiteX10" fmla="*/ 118419 w 5691660"/>
                  <a:gd name="connsiteY10" fmla="*/ 2818778 h 5325465"/>
                  <a:gd name="connsiteX11" fmla="*/ 665683 w 5691660"/>
                  <a:gd name="connsiteY11" fmla="*/ 1975104 h 5325465"/>
                  <a:gd name="connsiteX12" fmla="*/ 2633472 w 5691660"/>
                  <a:gd name="connsiteY12" fmla="*/ 0 h 5325465"/>
                  <a:gd name="connsiteX13" fmla="*/ 4712039 w 5691660"/>
                  <a:gd name="connsiteY13" fmla="*/ 2543951 h 5325465"/>
                  <a:gd name="connsiteX14" fmla="*/ 4030675 w 5691660"/>
                  <a:gd name="connsiteY14" fmla="*/ 3928262 h 5325465"/>
                  <a:gd name="connsiteX15" fmla="*/ 4453179 w 5691660"/>
                  <a:gd name="connsiteY15" fmla="*/ 5313893 h 5325465"/>
                  <a:gd name="connsiteX16" fmla="*/ 5691660 w 5691660"/>
                  <a:gd name="connsiteY16" fmla="*/ 5292490 h 5325465"/>
                  <a:gd name="connsiteX0" fmla="*/ 0 w 5691660"/>
                  <a:gd name="connsiteY0" fmla="*/ 5325465 h 5332783"/>
                  <a:gd name="connsiteX1" fmla="*/ 0 w 5691660"/>
                  <a:gd name="connsiteY1" fmla="*/ 5325465 h 5332783"/>
                  <a:gd name="connsiteX2" fmla="*/ 2239524 w 5691660"/>
                  <a:gd name="connsiteY2" fmla="*/ 5309946 h 5332783"/>
                  <a:gd name="connsiteX3" fmla="*/ 1938528 w 5691660"/>
                  <a:gd name="connsiteY3" fmla="*/ 4337913 h 5332783"/>
                  <a:gd name="connsiteX4" fmla="*/ 833932 w 5691660"/>
                  <a:gd name="connsiteY4" fmla="*/ 4411066 h 5332783"/>
                  <a:gd name="connsiteX5" fmla="*/ 694944 w 5691660"/>
                  <a:gd name="connsiteY5" fmla="*/ 3745382 h 5332783"/>
                  <a:gd name="connsiteX6" fmla="*/ 519379 w 5691660"/>
                  <a:gd name="connsiteY6" fmla="*/ 3599078 h 5332783"/>
                  <a:gd name="connsiteX7" fmla="*/ 557005 w 5691660"/>
                  <a:gd name="connsiteY7" fmla="*/ 3470193 h 5332783"/>
                  <a:gd name="connsiteX8" fmla="*/ 456331 w 5691660"/>
                  <a:gd name="connsiteY8" fmla="*/ 3362205 h 5332783"/>
                  <a:gd name="connsiteX9" fmla="*/ 559793 w 5691660"/>
                  <a:gd name="connsiteY9" fmla="*/ 3057428 h 5332783"/>
                  <a:gd name="connsiteX10" fmla="*/ 118419 w 5691660"/>
                  <a:gd name="connsiteY10" fmla="*/ 2818778 h 5332783"/>
                  <a:gd name="connsiteX11" fmla="*/ 665683 w 5691660"/>
                  <a:gd name="connsiteY11" fmla="*/ 1975104 h 5332783"/>
                  <a:gd name="connsiteX12" fmla="*/ 2633472 w 5691660"/>
                  <a:gd name="connsiteY12" fmla="*/ 0 h 5332783"/>
                  <a:gd name="connsiteX13" fmla="*/ 4712039 w 5691660"/>
                  <a:gd name="connsiteY13" fmla="*/ 2543951 h 5332783"/>
                  <a:gd name="connsiteX14" fmla="*/ 4030675 w 5691660"/>
                  <a:gd name="connsiteY14" fmla="*/ 3928262 h 5332783"/>
                  <a:gd name="connsiteX15" fmla="*/ 4453179 w 5691660"/>
                  <a:gd name="connsiteY15" fmla="*/ 5313893 h 5332783"/>
                  <a:gd name="connsiteX16" fmla="*/ 5691660 w 5691660"/>
                  <a:gd name="connsiteY16" fmla="*/ 5332783 h 5332783"/>
                  <a:gd name="connsiteX0" fmla="*/ 0 w 5631220"/>
                  <a:gd name="connsiteY0" fmla="*/ 5325465 h 5325465"/>
                  <a:gd name="connsiteX1" fmla="*/ 0 w 5631220"/>
                  <a:gd name="connsiteY1" fmla="*/ 5325465 h 5325465"/>
                  <a:gd name="connsiteX2" fmla="*/ 2239524 w 5631220"/>
                  <a:gd name="connsiteY2" fmla="*/ 5309946 h 5325465"/>
                  <a:gd name="connsiteX3" fmla="*/ 1938528 w 5631220"/>
                  <a:gd name="connsiteY3" fmla="*/ 4337913 h 5325465"/>
                  <a:gd name="connsiteX4" fmla="*/ 833932 w 5631220"/>
                  <a:gd name="connsiteY4" fmla="*/ 4411066 h 5325465"/>
                  <a:gd name="connsiteX5" fmla="*/ 694944 w 5631220"/>
                  <a:gd name="connsiteY5" fmla="*/ 3745382 h 5325465"/>
                  <a:gd name="connsiteX6" fmla="*/ 519379 w 5631220"/>
                  <a:gd name="connsiteY6" fmla="*/ 3599078 h 5325465"/>
                  <a:gd name="connsiteX7" fmla="*/ 557005 w 5631220"/>
                  <a:gd name="connsiteY7" fmla="*/ 3470193 h 5325465"/>
                  <a:gd name="connsiteX8" fmla="*/ 456331 w 5631220"/>
                  <a:gd name="connsiteY8" fmla="*/ 3362205 h 5325465"/>
                  <a:gd name="connsiteX9" fmla="*/ 559793 w 5631220"/>
                  <a:gd name="connsiteY9" fmla="*/ 3057428 h 5325465"/>
                  <a:gd name="connsiteX10" fmla="*/ 118419 w 5631220"/>
                  <a:gd name="connsiteY10" fmla="*/ 2818778 h 5325465"/>
                  <a:gd name="connsiteX11" fmla="*/ 665683 w 5631220"/>
                  <a:gd name="connsiteY11" fmla="*/ 1975104 h 5325465"/>
                  <a:gd name="connsiteX12" fmla="*/ 2633472 w 5631220"/>
                  <a:gd name="connsiteY12" fmla="*/ 0 h 5325465"/>
                  <a:gd name="connsiteX13" fmla="*/ 4712039 w 5631220"/>
                  <a:gd name="connsiteY13" fmla="*/ 2543951 h 5325465"/>
                  <a:gd name="connsiteX14" fmla="*/ 4030675 w 5631220"/>
                  <a:gd name="connsiteY14" fmla="*/ 3928262 h 5325465"/>
                  <a:gd name="connsiteX15" fmla="*/ 4453179 w 5631220"/>
                  <a:gd name="connsiteY15" fmla="*/ 5313893 h 5325465"/>
                  <a:gd name="connsiteX16" fmla="*/ 5631220 w 5631220"/>
                  <a:gd name="connsiteY16" fmla="*/ 5302565 h 5325465"/>
                  <a:gd name="connsiteX0" fmla="*/ 0 w 5641293"/>
                  <a:gd name="connsiteY0" fmla="*/ 5325465 h 5332785"/>
                  <a:gd name="connsiteX1" fmla="*/ 0 w 5641293"/>
                  <a:gd name="connsiteY1" fmla="*/ 5325465 h 5332785"/>
                  <a:gd name="connsiteX2" fmla="*/ 2239524 w 5641293"/>
                  <a:gd name="connsiteY2" fmla="*/ 5309946 h 5332785"/>
                  <a:gd name="connsiteX3" fmla="*/ 1938528 w 5641293"/>
                  <a:gd name="connsiteY3" fmla="*/ 4337913 h 5332785"/>
                  <a:gd name="connsiteX4" fmla="*/ 833932 w 5641293"/>
                  <a:gd name="connsiteY4" fmla="*/ 4411066 h 5332785"/>
                  <a:gd name="connsiteX5" fmla="*/ 694944 w 5641293"/>
                  <a:gd name="connsiteY5" fmla="*/ 3745382 h 5332785"/>
                  <a:gd name="connsiteX6" fmla="*/ 519379 w 5641293"/>
                  <a:gd name="connsiteY6" fmla="*/ 3599078 h 5332785"/>
                  <a:gd name="connsiteX7" fmla="*/ 557005 w 5641293"/>
                  <a:gd name="connsiteY7" fmla="*/ 3470193 h 5332785"/>
                  <a:gd name="connsiteX8" fmla="*/ 456331 w 5641293"/>
                  <a:gd name="connsiteY8" fmla="*/ 3362205 h 5332785"/>
                  <a:gd name="connsiteX9" fmla="*/ 559793 w 5641293"/>
                  <a:gd name="connsiteY9" fmla="*/ 3057428 h 5332785"/>
                  <a:gd name="connsiteX10" fmla="*/ 118419 w 5641293"/>
                  <a:gd name="connsiteY10" fmla="*/ 2818778 h 5332785"/>
                  <a:gd name="connsiteX11" fmla="*/ 665683 w 5641293"/>
                  <a:gd name="connsiteY11" fmla="*/ 1975104 h 5332785"/>
                  <a:gd name="connsiteX12" fmla="*/ 2633472 w 5641293"/>
                  <a:gd name="connsiteY12" fmla="*/ 0 h 5332785"/>
                  <a:gd name="connsiteX13" fmla="*/ 4712039 w 5641293"/>
                  <a:gd name="connsiteY13" fmla="*/ 2543951 h 5332785"/>
                  <a:gd name="connsiteX14" fmla="*/ 4030675 w 5641293"/>
                  <a:gd name="connsiteY14" fmla="*/ 3928262 h 5332785"/>
                  <a:gd name="connsiteX15" fmla="*/ 4453179 w 5641293"/>
                  <a:gd name="connsiteY15" fmla="*/ 5313893 h 5332785"/>
                  <a:gd name="connsiteX16" fmla="*/ 5641293 w 5641293"/>
                  <a:gd name="connsiteY16" fmla="*/ 5332785 h 5332785"/>
                  <a:gd name="connsiteX0" fmla="*/ 0 w 5641293"/>
                  <a:gd name="connsiteY0" fmla="*/ 5325465 h 5325465"/>
                  <a:gd name="connsiteX1" fmla="*/ 0 w 5641293"/>
                  <a:gd name="connsiteY1" fmla="*/ 5325465 h 5325465"/>
                  <a:gd name="connsiteX2" fmla="*/ 2239524 w 5641293"/>
                  <a:gd name="connsiteY2" fmla="*/ 5309946 h 5325465"/>
                  <a:gd name="connsiteX3" fmla="*/ 1938528 w 5641293"/>
                  <a:gd name="connsiteY3" fmla="*/ 4337913 h 5325465"/>
                  <a:gd name="connsiteX4" fmla="*/ 833932 w 5641293"/>
                  <a:gd name="connsiteY4" fmla="*/ 4411066 h 5325465"/>
                  <a:gd name="connsiteX5" fmla="*/ 694944 w 5641293"/>
                  <a:gd name="connsiteY5" fmla="*/ 3745382 h 5325465"/>
                  <a:gd name="connsiteX6" fmla="*/ 519379 w 5641293"/>
                  <a:gd name="connsiteY6" fmla="*/ 3599078 h 5325465"/>
                  <a:gd name="connsiteX7" fmla="*/ 557005 w 5641293"/>
                  <a:gd name="connsiteY7" fmla="*/ 3470193 h 5325465"/>
                  <a:gd name="connsiteX8" fmla="*/ 456331 w 5641293"/>
                  <a:gd name="connsiteY8" fmla="*/ 3362205 h 5325465"/>
                  <a:gd name="connsiteX9" fmla="*/ 559793 w 5641293"/>
                  <a:gd name="connsiteY9" fmla="*/ 3057428 h 5325465"/>
                  <a:gd name="connsiteX10" fmla="*/ 118419 w 5641293"/>
                  <a:gd name="connsiteY10" fmla="*/ 2818778 h 5325465"/>
                  <a:gd name="connsiteX11" fmla="*/ 665683 w 5641293"/>
                  <a:gd name="connsiteY11" fmla="*/ 1975104 h 5325465"/>
                  <a:gd name="connsiteX12" fmla="*/ 2633472 w 5641293"/>
                  <a:gd name="connsiteY12" fmla="*/ 0 h 5325465"/>
                  <a:gd name="connsiteX13" fmla="*/ 4712039 w 5641293"/>
                  <a:gd name="connsiteY13" fmla="*/ 2543951 h 5325465"/>
                  <a:gd name="connsiteX14" fmla="*/ 4030675 w 5641293"/>
                  <a:gd name="connsiteY14" fmla="*/ 3928262 h 5325465"/>
                  <a:gd name="connsiteX15" fmla="*/ 4453179 w 5641293"/>
                  <a:gd name="connsiteY15" fmla="*/ 5313893 h 5325465"/>
                  <a:gd name="connsiteX16" fmla="*/ 5641293 w 5641293"/>
                  <a:gd name="connsiteY16" fmla="*/ 5302567 h 5325465"/>
                  <a:gd name="connsiteX0" fmla="*/ 0 w 5651366"/>
                  <a:gd name="connsiteY0" fmla="*/ 5325465 h 5332785"/>
                  <a:gd name="connsiteX1" fmla="*/ 0 w 5651366"/>
                  <a:gd name="connsiteY1" fmla="*/ 5325465 h 5332785"/>
                  <a:gd name="connsiteX2" fmla="*/ 2239524 w 5651366"/>
                  <a:gd name="connsiteY2" fmla="*/ 5309946 h 5332785"/>
                  <a:gd name="connsiteX3" fmla="*/ 1938528 w 5651366"/>
                  <a:gd name="connsiteY3" fmla="*/ 4337913 h 5332785"/>
                  <a:gd name="connsiteX4" fmla="*/ 833932 w 5651366"/>
                  <a:gd name="connsiteY4" fmla="*/ 4411066 h 5332785"/>
                  <a:gd name="connsiteX5" fmla="*/ 694944 w 5651366"/>
                  <a:gd name="connsiteY5" fmla="*/ 3745382 h 5332785"/>
                  <a:gd name="connsiteX6" fmla="*/ 519379 w 5651366"/>
                  <a:gd name="connsiteY6" fmla="*/ 3599078 h 5332785"/>
                  <a:gd name="connsiteX7" fmla="*/ 557005 w 5651366"/>
                  <a:gd name="connsiteY7" fmla="*/ 3470193 h 5332785"/>
                  <a:gd name="connsiteX8" fmla="*/ 456331 w 5651366"/>
                  <a:gd name="connsiteY8" fmla="*/ 3362205 h 5332785"/>
                  <a:gd name="connsiteX9" fmla="*/ 559793 w 5651366"/>
                  <a:gd name="connsiteY9" fmla="*/ 3057428 h 5332785"/>
                  <a:gd name="connsiteX10" fmla="*/ 118419 w 5651366"/>
                  <a:gd name="connsiteY10" fmla="*/ 2818778 h 5332785"/>
                  <a:gd name="connsiteX11" fmla="*/ 665683 w 5651366"/>
                  <a:gd name="connsiteY11" fmla="*/ 1975104 h 5332785"/>
                  <a:gd name="connsiteX12" fmla="*/ 2633472 w 5651366"/>
                  <a:gd name="connsiteY12" fmla="*/ 0 h 5332785"/>
                  <a:gd name="connsiteX13" fmla="*/ 4712039 w 5651366"/>
                  <a:gd name="connsiteY13" fmla="*/ 2543951 h 5332785"/>
                  <a:gd name="connsiteX14" fmla="*/ 4030675 w 5651366"/>
                  <a:gd name="connsiteY14" fmla="*/ 3928262 h 5332785"/>
                  <a:gd name="connsiteX15" fmla="*/ 4453179 w 5651366"/>
                  <a:gd name="connsiteY15" fmla="*/ 5313893 h 5332785"/>
                  <a:gd name="connsiteX16" fmla="*/ 5651366 w 5651366"/>
                  <a:gd name="connsiteY16" fmla="*/ 5332785 h 5332785"/>
                  <a:gd name="connsiteX0" fmla="*/ 1108042 w 6759408"/>
                  <a:gd name="connsiteY0" fmla="*/ 5325465 h 5332785"/>
                  <a:gd name="connsiteX1" fmla="*/ 0 w 6759408"/>
                  <a:gd name="connsiteY1" fmla="*/ 5315392 h 5332785"/>
                  <a:gd name="connsiteX2" fmla="*/ 3347566 w 6759408"/>
                  <a:gd name="connsiteY2" fmla="*/ 5309946 h 5332785"/>
                  <a:gd name="connsiteX3" fmla="*/ 3046570 w 6759408"/>
                  <a:gd name="connsiteY3" fmla="*/ 4337913 h 5332785"/>
                  <a:gd name="connsiteX4" fmla="*/ 1941974 w 6759408"/>
                  <a:gd name="connsiteY4" fmla="*/ 4411066 h 5332785"/>
                  <a:gd name="connsiteX5" fmla="*/ 1802986 w 6759408"/>
                  <a:gd name="connsiteY5" fmla="*/ 3745382 h 5332785"/>
                  <a:gd name="connsiteX6" fmla="*/ 1627421 w 6759408"/>
                  <a:gd name="connsiteY6" fmla="*/ 3599078 h 5332785"/>
                  <a:gd name="connsiteX7" fmla="*/ 1665047 w 6759408"/>
                  <a:gd name="connsiteY7" fmla="*/ 3470193 h 5332785"/>
                  <a:gd name="connsiteX8" fmla="*/ 1564373 w 6759408"/>
                  <a:gd name="connsiteY8" fmla="*/ 3362205 h 5332785"/>
                  <a:gd name="connsiteX9" fmla="*/ 1667835 w 6759408"/>
                  <a:gd name="connsiteY9" fmla="*/ 3057428 h 5332785"/>
                  <a:gd name="connsiteX10" fmla="*/ 1226461 w 6759408"/>
                  <a:gd name="connsiteY10" fmla="*/ 2818778 h 5332785"/>
                  <a:gd name="connsiteX11" fmla="*/ 1773725 w 6759408"/>
                  <a:gd name="connsiteY11" fmla="*/ 1975104 h 5332785"/>
                  <a:gd name="connsiteX12" fmla="*/ 3741514 w 6759408"/>
                  <a:gd name="connsiteY12" fmla="*/ 0 h 5332785"/>
                  <a:gd name="connsiteX13" fmla="*/ 5820081 w 6759408"/>
                  <a:gd name="connsiteY13" fmla="*/ 2543951 h 5332785"/>
                  <a:gd name="connsiteX14" fmla="*/ 5138717 w 6759408"/>
                  <a:gd name="connsiteY14" fmla="*/ 3928262 h 5332785"/>
                  <a:gd name="connsiteX15" fmla="*/ 5561221 w 6759408"/>
                  <a:gd name="connsiteY15" fmla="*/ 5313893 h 5332785"/>
                  <a:gd name="connsiteX16" fmla="*/ 6759408 w 6759408"/>
                  <a:gd name="connsiteY16" fmla="*/ 5332785 h 5332785"/>
                  <a:gd name="connsiteX0" fmla="*/ 0 w 6759408"/>
                  <a:gd name="connsiteY0" fmla="*/ 5315392 h 5332785"/>
                  <a:gd name="connsiteX1" fmla="*/ 3347566 w 6759408"/>
                  <a:gd name="connsiteY1" fmla="*/ 5309946 h 5332785"/>
                  <a:gd name="connsiteX2" fmla="*/ 3046570 w 6759408"/>
                  <a:gd name="connsiteY2" fmla="*/ 4337913 h 5332785"/>
                  <a:gd name="connsiteX3" fmla="*/ 1941974 w 6759408"/>
                  <a:gd name="connsiteY3" fmla="*/ 4411066 h 5332785"/>
                  <a:gd name="connsiteX4" fmla="*/ 1802986 w 6759408"/>
                  <a:gd name="connsiteY4" fmla="*/ 3745382 h 5332785"/>
                  <a:gd name="connsiteX5" fmla="*/ 1627421 w 6759408"/>
                  <a:gd name="connsiteY5" fmla="*/ 3599078 h 5332785"/>
                  <a:gd name="connsiteX6" fmla="*/ 1665047 w 6759408"/>
                  <a:gd name="connsiteY6" fmla="*/ 3470193 h 5332785"/>
                  <a:gd name="connsiteX7" fmla="*/ 1564373 w 6759408"/>
                  <a:gd name="connsiteY7" fmla="*/ 3362205 h 5332785"/>
                  <a:gd name="connsiteX8" fmla="*/ 1667835 w 6759408"/>
                  <a:gd name="connsiteY8" fmla="*/ 3057428 h 5332785"/>
                  <a:gd name="connsiteX9" fmla="*/ 1226461 w 6759408"/>
                  <a:gd name="connsiteY9" fmla="*/ 2818778 h 5332785"/>
                  <a:gd name="connsiteX10" fmla="*/ 1773725 w 6759408"/>
                  <a:gd name="connsiteY10" fmla="*/ 1975104 h 5332785"/>
                  <a:gd name="connsiteX11" fmla="*/ 3741514 w 6759408"/>
                  <a:gd name="connsiteY11" fmla="*/ 0 h 5332785"/>
                  <a:gd name="connsiteX12" fmla="*/ 5820081 w 6759408"/>
                  <a:gd name="connsiteY12" fmla="*/ 2543951 h 5332785"/>
                  <a:gd name="connsiteX13" fmla="*/ 5138717 w 6759408"/>
                  <a:gd name="connsiteY13" fmla="*/ 3928262 h 5332785"/>
                  <a:gd name="connsiteX14" fmla="*/ 5561221 w 6759408"/>
                  <a:gd name="connsiteY14" fmla="*/ 5313893 h 5332785"/>
                  <a:gd name="connsiteX15" fmla="*/ 6759408 w 6759408"/>
                  <a:gd name="connsiteY15" fmla="*/ 5332785 h 5332785"/>
                  <a:gd name="connsiteX0" fmla="*/ 0 w 6759408"/>
                  <a:gd name="connsiteY0" fmla="*/ 5315392 h 5332785"/>
                  <a:gd name="connsiteX1" fmla="*/ 3347566 w 6759408"/>
                  <a:gd name="connsiteY1" fmla="*/ 5309946 h 5332785"/>
                  <a:gd name="connsiteX2" fmla="*/ 3046570 w 6759408"/>
                  <a:gd name="connsiteY2" fmla="*/ 4337913 h 5332785"/>
                  <a:gd name="connsiteX3" fmla="*/ 1941974 w 6759408"/>
                  <a:gd name="connsiteY3" fmla="*/ 4411066 h 5332785"/>
                  <a:gd name="connsiteX4" fmla="*/ 1802986 w 6759408"/>
                  <a:gd name="connsiteY4" fmla="*/ 3745382 h 5332785"/>
                  <a:gd name="connsiteX5" fmla="*/ 1627421 w 6759408"/>
                  <a:gd name="connsiteY5" fmla="*/ 3599078 h 5332785"/>
                  <a:gd name="connsiteX6" fmla="*/ 1665047 w 6759408"/>
                  <a:gd name="connsiteY6" fmla="*/ 3470193 h 5332785"/>
                  <a:gd name="connsiteX7" fmla="*/ 1564373 w 6759408"/>
                  <a:gd name="connsiteY7" fmla="*/ 3362205 h 5332785"/>
                  <a:gd name="connsiteX8" fmla="*/ 1667835 w 6759408"/>
                  <a:gd name="connsiteY8" fmla="*/ 3057428 h 5332785"/>
                  <a:gd name="connsiteX9" fmla="*/ 1226461 w 6759408"/>
                  <a:gd name="connsiteY9" fmla="*/ 2818778 h 5332785"/>
                  <a:gd name="connsiteX10" fmla="*/ 1773725 w 6759408"/>
                  <a:gd name="connsiteY10" fmla="*/ 1975104 h 5332785"/>
                  <a:gd name="connsiteX11" fmla="*/ 3741514 w 6759408"/>
                  <a:gd name="connsiteY11" fmla="*/ 0 h 5332785"/>
                  <a:gd name="connsiteX12" fmla="*/ 5820081 w 6759408"/>
                  <a:gd name="connsiteY12" fmla="*/ 2543951 h 5332785"/>
                  <a:gd name="connsiteX13" fmla="*/ 5138717 w 6759408"/>
                  <a:gd name="connsiteY13" fmla="*/ 3928262 h 5332785"/>
                  <a:gd name="connsiteX14" fmla="*/ 5561221 w 6759408"/>
                  <a:gd name="connsiteY14" fmla="*/ 5313893 h 5332785"/>
                  <a:gd name="connsiteX15" fmla="*/ 6759408 w 6759408"/>
                  <a:gd name="connsiteY15" fmla="*/ 5332785 h 5332785"/>
                  <a:gd name="connsiteX0" fmla="*/ 0 w 6759408"/>
                  <a:gd name="connsiteY0" fmla="*/ 5315392 h 5333342"/>
                  <a:gd name="connsiteX1" fmla="*/ 3347566 w 6759408"/>
                  <a:gd name="connsiteY1" fmla="*/ 5309946 h 5333342"/>
                  <a:gd name="connsiteX2" fmla="*/ 3046570 w 6759408"/>
                  <a:gd name="connsiteY2" fmla="*/ 4337913 h 5333342"/>
                  <a:gd name="connsiteX3" fmla="*/ 1941974 w 6759408"/>
                  <a:gd name="connsiteY3" fmla="*/ 4411066 h 5333342"/>
                  <a:gd name="connsiteX4" fmla="*/ 1802986 w 6759408"/>
                  <a:gd name="connsiteY4" fmla="*/ 3745382 h 5333342"/>
                  <a:gd name="connsiteX5" fmla="*/ 1627421 w 6759408"/>
                  <a:gd name="connsiteY5" fmla="*/ 3599078 h 5333342"/>
                  <a:gd name="connsiteX6" fmla="*/ 1665047 w 6759408"/>
                  <a:gd name="connsiteY6" fmla="*/ 3470193 h 5333342"/>
                  <a:gd name="connsiteX7" fmla="*/ 1564373 w 6759408"/>
                  <a:gd name="connsiteY7" fmla="*/ 3362205 h 5333342"/>
                  <a:gd name="connsiteX8" fmla="*/ 1667835 w 6759408"/>
                  <a:gd name="connsiteY8" fmla="*/ 3057428 h 5333342"/>
                  <a:gd name="connsiteX9" fmla="*/ 1226461 w 6759408"/>
                  <a:gd name="connsiteY9" fmla="*/ 2818778 h 5333342"/>
                  <a:gd name="connsiteX10" fmla="*/ 1773725 w 6759408"/>
                  <a:gd name="connsiteY10" fmla="*/ 1975104 h 5333342"/>
                  <a:gd name="connsiteX11" fmla="*/ 3741514 w 6759408"/>
                  <a:gd name="connsiteY11" fmla="*/ 0 h 5333342"/>
                  <a:gd name="connsiteX12" fmla="*/ 5820081 w 6759408"/>
                  <a:gd name="connsiteY12" fmla="*/ 2543951 h 5333342"/>
                  <a:gd name="connsiteX13" fmla="*/ 5138717 w 6759408"/>
                  <a:gd name="connsiteY13" fmla="*/ 3928262 h 5333342"/>
                  <a:gd name="connsiteX14" fmla="*/ 5561221 w 6759408"/>
                  <a:gd name="connsiteY14" fmla="*/ 5313893 h 5333342"/>
                  <a:gd name="connsiteX15" fmla="*/ 6759408 w 6759408"/>
                  <a:gd name="connsiteY15" fmla="*/ 5332785 h 5333342"/>
                  <a:gd name="connsiteX0" fmla="*/ 0 w 6453857"/>
                  <a:gd name="connsiteY0" fmla="*/ 5334489 h 5334489"/>
                  <a:gd name="connsiteX1" fmla="*/ 3042015 w 6453857"/>
                  <a:gd name="connsiteY1" fmla="*/ 5309946 h 5334489"/>
                  <a:gd name="connsiteX2" fmla="*/ 2741019 w 6453857"/>
                  <a:gd name="connsiteY2" fmla="*/ 4337913 h 5334489"/>
                  <a:gd name="connsiteX3" fmla="*/ 1636423 w 6453857"/>
                  <a:gd name="connsiteY3" fmla="*/ 4411066 h 5334489"/>
                  <a:gd name="connsiteX4" fmla="*/ 1497435 w 6453857"/>
                  <a:gd name="connsiteY4" fmla="*/ 3745382 h 5334489"/>
                  <a:gd name="connsiteX5" fmla="*/ 1321870 w 6453857"/>
                  <a:gd name="connsiteY5" fmla="*/ 3599078 h 5334489"/>
                  <a:gd name="connsiteX6" fmla="*/ 1359496 w 6453857"/>
                  <a:gd name="connsiteY6" fmla="*/ 3470193 h 5334489"/>
                  <a:gd name="connsiteX7" fmla="*/ 1258822 w 6453857"/>
                  <a:gd name="connsiteY7" fmla="*/ 3362205 h 5334489"/>
                  <a:gd name="connsiteX8" fmla="*/ 1362284 w 6453857"/>
                  <a:gd name="connsiteY8" fmla="*/ 3057428 h 5334489"/>
                  <a:gd name="connsiteX9" fmla="*/ 920910 w 6453857"/>
                  <a:gd name="connsiteY9" fmla="*/ 2818778 h 5334489"/>
                  <a:gd name="connsiteX10" fmla="*/ 1468174 w 6453857"/>
                  <a:gd name="connsiteY10" fmla="*/ 1975104 h 5334489"/>
                  <a:gd name="connsiteX11" fmla="*/ 3435963 w 6453857"/>
                  <a:gd name="connsiteY11" fmla="*/ 0 h 5334489"/>
                  <a:gd name="connsiteX12" fmla="*/ 5514530 w 6453857"/>
                  <a:gd name="connsiteY12" fmla="*/ 2543951 h 5334489"/>
                  <a:gd name="connsiteX13" fmla="*/ 4833166 w 6453857"/>
                  <a:gd name="connsiteY13" fmla="*/ 3928262 h 5334489"/>
                  <a:gd name="connsiteX14" fmla="*/ 5255670 w 6453857"/>
                  <a:gd name="connsiteY14" fmla="*/ 5313893 h 5334489"/>
                  <a:gd name="connsiteX15" fmla="*/ 6453857 w 6453857"/>
                  <a:gd name="connsiteY15" fmla="*/ 5332785 h 5334489"/>
                  <a:gd name="connsiteX0" fmla="*/ 0 w 7560387"/>
                  <a:gd name="connsiteY0" fmla="*/ 5334489 h 5334489"/>
                  <a:gd name="connsiteX1" fmla="*/ 3042015 w 7560387"/>
                  <a:gd name="connsiteY1" fmla="*/ 5309946 h 5334489"/>
                  <a:gd name="connsiteX2" fmla="*/ 2741019 w 7560387"/>
                  <a:gd name="connsiteY2" fmla="*/ 4337913 h 5334489"/>
                  <a:gd name="connsiteX3" fmla="*/ 1636423 w 7560387"/>
                  <a:gd name="connsiteY3" fmla="*/ 4411066 h 5334489"/>
                  <a:gd name="connsiteX4" fmla="*/ 1497435 w 7560387"/>
                  <a:gd name="connsiteY4" fmla="*/ 3745382 h 5334489"/>
                  <a:gd name="connsiteX5" fmla="*/ 1321870 w 7560387"/>
                  <a:gd name="connsiteY5" fmla="*/ 3599078 h 5334489"/>
                  <a:gd name="connsiteX6" fmla="*/ 1359496 w 7560387"/>
                  <a:gd name="connsiteY6" fmla="*/ 3470193 h 5334489"/>
                  <a:gd name="connsiteX7" fmla="*/ 1258822 w 7560387"/>
                  <a:gd name="connsiteY7" fmla="*/ 3362205 h 5334489"/>
                  <a:gd name="connsiteX8" fmla="*/ 1362284 w 7560387"/>
                  <a:gd name="connsiteY8" fmla="*/ 3057428 h 5334489"/>
                  <a:gd name="connsiteX9" fmla="*/ 920910 w 7560387"/>
                  <a:gd name="connsiteY9" fmla="*/ 2818778 h 5334489"/>
                  <a:gd name="connsiteX10" fmla="*/ 1468174 w 7560387"/>
                  <a:gd name="connsiteY10" fmla="*/ 1975104 h 5334489"/>
                  <a:gd name="connsiteX11" fmla="*/ 3435963 w 7560387"/>
                  <a:gd name="connsiteY11" fmla="*/ 0 h 5334489"/>
                  <a:gd name="connsiteX12" fmla="*/ 5514530 w 7560387"/>
                  <a:gd name="connsiteY12" fmla="*/ 2543951 h 5334489"/>
                  <a:gd name="connsiteX13" fmla="*/ 4833166 w 7560387"/>
                  <a:gd name="connsiteY13" fmla="*/ 3928262 h 5334489"/>
                  <a:gd name="connsiteX14" fmla="*/ 5255670 w 7560387"/>
                  <a:gd name="connsiteY14" fmla="*/ 5313893 h 5334489"/>
                  <a:gd name="connsiteX15" fmla="*/ 7560387 w 7560387"/>
                  <a:gd name="connsiteY15" fmla="*/ 5313143 h 5334489"/>
                  <a:gd name="connsiteX0" fmla="*/ 0 w 7638956"/>
                  <a:gd name="connsiteY0" fmla="*/ 5321395 h 5321395"/>
                  <a:gd name="connsiteX1" fmla="*/ 3120584 w 7638956"/>
                  <a:gd name="connsiteY1" fmla="*/ 5309946 h 5321395"/>
                  <a:gd name="connsiteX2" fmla="*/ 2819588 w 7638956"/>
                  <a:gd name="connsiteY2" fmla="*/ 4337913 h 5321395"/>
                  <a:gd name="connsiteX3" fmla="*/ 1714992 w 7638956"/>
                  <a:gd name="connsiteY3" fmla="*/ 4411066 h 5321395"/>
                  <a:gd name="connsiteX4" fmla="*/ 1576004 w 7638956"/>
                  <a:gd name="connsiteY4" fmla="*/ 3745382 h 5321395"/>
                  <a:gd name="connsiteX5" fmla="*/ 1400439 w 7638956"/>
                  <a:gd name="connsiteY5" fmla="*/ 3599078 h 5321395"/>
                  <a:gd name="connsiteX6" fmla="*/ 1438065 w 7638956"/>
                  <a:gd name="connsiteY6" fmla="*/ 3470193 h 5321395"/>
                  <a:gd name="connsiteX7" fmla="*/ 1337391 w 7638956"/>
                  <a:gd name="connsiteY7" fmla="*/ 3362205 h 5321395"/>
                  <a:gd name="connsiteX8" fmla="*/ 1440853 w 7638956"/>
                  <a:gd name="connsiteY8" fmla="*/ 3057428 h 5321395"/>
                  <a:gd name="connsiteX9" fmla="*/ 999479 w 7638956"/>
                  <a:gd name="connsiteY9" fmla="*/ 2818778 h 5321395"/>
                  <a:gd name="connsiteX10" fmla="*/ 1546743 w 7638956"/>
                  <a:gd name="connsiteY10" fmla="*/ 1975104 h 5321395"/>
                  <a:gd name="connsiteX11" fmla="*/ 3514532 w 7638956"/>
                  <a:gd name="connsiteY11" fmla="*/ 0 h 5321395"/>
                  <a:gd name="connsiteX12" fmla="*/ 5593099 w 7638956"/>
                  <a:gd name="connsiteY12" fmla="*/ 2543951 h 5321395"/>
                  <a:gd name="connsiteX13" fmla="*/ 4911735 w 7638956"/>
                  <a:gd name="connsiteY13" fmla="*/ 3928262 h 5321395"/>
                  <a:gd name="connsiteX14" fmla="*/ 5334239 w 7638956"/>
                  <a:gd name="connsiteY14" fmla="*/ 5313893 h 5321395"/>
                  <a:gd name="connsiteX15" fmla="*/ 7638956 w 7638956"/>
                  <a:gd name="connsiteY15" fmla="*/ 5313143 h 5321395"/>
                  <a:gd name="connsiteX0" fmla="*/ 0 w 7638956"/>
                  <a:gd name="connsiteY0" fmla="*/ 5321395 h 5321395"/>
                  <a:gd name="connsiteX1" fmla="*/ 3120584 w 7638956"/>
                  <a:gd name="connsiteY1" fmla="*/ 5309946 h 5321395"/>
                  <a:gd name="connsiteX2" fmla="*/ 2819588 w 7638956"/>
                  <a:gd name="connsiteY2" fmla="*/ 4337913 h 5321395"/>
                  <a:gd name="connsiteX3" fmla="*/ 1714992 w 7638956"/>
                  <a:gd name="connsiteY3" fmla="*/ 4411066 h 5321395"/>
                  <a:gd name="connsiteX4" fmla="*/ 1576004 w 7638956"/>
                  <a:gd name="connsiteY4" fmla="*/ 3745382 h 5321395"/>
                  <a:gd name="connsiteX5" fmla="*/ 1400439 w 7638956"/>
                  <a:gd name="connsiteY5" fmla="*/ 3599078 h 5321395"/>
                  <a:gd name="connsiteX6" fmla="*/ 1438065 w 7638956"/>
                  <a:gd name="connsiteY6" fmla="*/ 3470193 h 5321395"/>
                  <a:gd name="connsiteX7" fmla="*/ 1337391 w 7638956"/>
                  <a:gd name="connsiteY7" fmla="*/ 3362205 h 5321395"/>
                  <a:gd name="connsiteX8" fmla="*/ 1440853 w 7638956"/>
                  <a:gd name="connsiteY8" fmla="*/ 3057428 h 5321395"/>
                  <a:gd name="connsiteX9" fmla="*/ 999479 w 7638956"/>
                  <a:gd name="connsiteY9" fmla="*/ 2818778 h 5321395"/>
                  <a:gd name="connsiteX10" fmla="*/ 1546743 w 7638956"/>
                  <a:gd name="connsiteY10" fmla="*/ 1975104 h 5321395"/>
                  <a:gd name="connsiteX11" fmla="*/ 3514532 w 7638956"/>
                  <a:gd name="connsiteY11" fmla="*/ 0 h 5321395"/>
                  <a:gd name="connsiteX12" fmla="*/ 5593099 w 7638956"/>
                  <a:gd name="connsiteY12" fmla="*/ 2543951 h 5321395"/>
                  <a:gd name="connsiteX13" fmla="*/ 4911735 w 7638956"/>
                  <a:gd name="connsiteY13" fmla="*/ 3928262 h 5321395"/>
                  <a:gd name="connsiteX14" fmla="*/ 5334239 w 7638956"/>
                  <a:gd name="connsiteY14" fmla="*/ 5313893 h 5321395"/>
                  <a:gd name="connsiteX15" fmla="*/ 7638956 w 7638956"/>
                  <a:gd name="connsiteY15" fmla="*/ 5313143 h 5321395"/>
                  <a:gd name="connsiteX0" fmla="*/ 0 w 7658598"/>
                  <a:gd name="connsiteY0" fmla="*/ 5301753 h 5317437"/>
                  <a:gd name="connsiteX1" fmla="*/ 3140226 w 7658598"/>
                  <a:gd name="connsiteY1" fmla="*/ 5309946 h 5317437"/>
                  <a:gd name="connsiteX2" fmla="*/ 2839230 w 7658598"/>
                  <a:gd name="connsiteY2" fmla="*/ 4337913 h 5317437"/>
                  <a:gd name="connsiteX3" fmla="*/ 1734634 w 7658598"/>
                  <a:gd name="connsiteY3" fmla="*/ 4411066 h 5317437"/>
                  <a:gd name="connsiteX4" fmla="*/ 1595646 w 7658598"/>
                  <a:gd name="connsiteY4" fmla="*/ 3745382 h 5317437"/>
                  <a:gd name="connsiteX5" fmla="*/ 1420081 w 7658598"/>
                  <a:gd name="connsiteY5" fmla="*/ 3599078 h 5317437"/>
                  <a:gd name="connsiteX6" fmla="*/ 1457707 w 7658598"/>
                  <a:gd name="connsiteY6" fmla="*/ 3470193 h 5317437"/>
                  <a:gd name="connsiteX7" fmla="*/ 1357033 w 7658598"/>
                  <a:gd name="connsiteY7" fmla="*/ 3362205 h 5317437"/>
                  <a:gd name="connsiteX8" fmla="*/ 1460495 w 7658598"/>
                  <a:gd name="connsiteY8" fmla="*/ 3057428 h 5317437"/>
                  <a:gd name="connsiteX9" fmla="*/ 1019121 w 7658598"/>
                  <a:gd name="connsiteY9" fmla="*/ 2818778 h 5317437"/>
                  <a:gd name="connsiteX10" fmla="*/ 1566385 w 7658598"/>
                  <a:gd name="connsiteY10" fmla="*/ 1975104 h 5317437"/>
                  <a:gd name="connsiteX11" fmla="*/ 3534174 w 7658598"/>
                  <a:gd name="connsiteY11" fmla="*/ 0 h 5317437"/>
                  <a:gd name="connsiteX12" fmla="*/ 5612741 w 7658598"/>
                  <a:gd name="connsiteY12" fmla="*/ 2543951 h 5317437"/>
                  <a:gd name="connsiteX13" fmla="*/ 4931377 w 7658598"/>
                  <a:gd name="connsiteY13" fmla="*/ 3928262 h 5317437"/>
                  <a:gd name="connsiteX14" fmla="*/ 5353881 w 7658598"/>
                  <a:gd name="connsiteY14" fmla="*/ 5313893 h 5317437"/>
                  <a:gd name="connsiteX15" fmla="*/ 7658598 w 7658598"/>
                  <a:gd name="connsiteY15" fmla="*/ 5313143 h 5317437"/>
                  <a:gd name="connsiteX0" fmla="*/ 0 w 7665144"/>
                  <a:gd name="connsiteY0" fmla="*/ 5314847 h 5317437"/>
                  <a:gd name="connsiteX1" fmla="*/ 3146772 w 7665144"/>
                  <a:gd name="connsiteY1" fmla="*/ 5309946 h 5317437"/>
                  <a:gd name="connsiteX2" fmla="*/ 2845776 w 7665144"/>
                  <a:gd name="connsiteY2" fmla="*/ 4337913 h 5317437"/>
                  <a:gd name="connsiteX3" fmla="*/ 1741180 w 7665144"/>
                  <a:gd name="connsiteY3" fmla="*/ 4411066 h 5317437"/>
                  <a:gd name="connsiteX4" fmla="*/ 1602192 w 7665144"/>
                  <a:gd name="connsiteY4" fmla="*/ 3745382 h 5317437"/>
                  <a:gd name="connsiteX5" fmla="*/ 1426627 w 7665144"/>
                  <a:gd name="connsiteY5" fmla="*/ 3599078 h 5317437"/>
                  <a:gd name="connsiteX6" fmla="*/ 1464253 w 7665144"/>
                  <a:gd name="connsiteY6" fmla="*/ 3470193 h 5317437"/>
                  <a:gd name="connsiteX7" fmla="*/ 1363579 w 7665144"/>
                  <a:gd name="connsiteY7" fmla="*/ 3362205 h 5317437"/>
                  <a:gd name="connsiteX8" fmla="*/ 1467041 w 7665144"/>
                  <a:gd name="connsiteY8" fmla="*/ 3057428 h 5317437"/>
                  <a:gd name="connsiteX9" fmla="*/ 1025667 w 7665144"/>
                  <a:gd name="connsiteY9" fmla="*/ 2818778 h 5317437"/>
                  <a:gd name="connsiteX10" fmla="*/ 1572931 w 7665144"/>
                  <a:gd name="connsiteY10" fmla="*/ 1975104 h 5317437"/>
                  <a:gd name="connsiteX11" fmla="*/ 3540720 w 7665144"/>
                  <a:gd name="connsiteY11" fmla="*/ 0 h 5317437"/>
                  <a:gd name="connsiteX12" fmla="*/ 5619287 w 7665144"/>
                  <a:gd name="connsiteY12" fmla="*/ 2543951 h 5317437"/>
                  <a:gd name="connsiteX13" fmla="*/ 4937923 w 7665144"/>
                  <a:gd name="connsiteY13" fmla="*/ 3928262 h 5317437"/>
                  <a:gd name="connsiteX14" fmla="*/ 5360427 w 7665144"/>
                  <a:gd name="connsiteY14" fmla="*/ 5313893 h 5317437"/>
                  <a:gd name="connsiteX15" fmla="*/ 7665144 w 7665144"/>
                  <a:gd name="connsiteY15" fmla="*/ 5313143 h 5317437"/>
                  <a:gd name="connsiteX0" fmla="*/ 0 w 7625859"/>
                  <a:gd name="connsiteY0" fmla="*/ 5308299 h 5317437"/>
                  <a:gd name="connsiteX1" fmla="*/ 3107487 w 7625859"/>
                  <a:gd name="connsiteY1" fmla="*/ 5309946 h 5317437"/>
                  <a:gd name="connsiteX2" fmla="*/ 2806491 w 7625859"/>
                  <a:gd name="connsiteY2" fmla="*/ 4337913 h 5317437"/>
                  <a:gd name="connsiteX3" fmla="*/ 1701895 w 7625859"/>
                  <a:gd name="connsiteY3" fmla="*/ 4411066 h 5317437"/>
                  <a:gd name="connsiteX4" fmla="*/ 1562907 w 7625859"/>
                  <a:gd name="connsiteY4" fmla="*/ 3745382 h 5317437"/>
                  <a:gd name="connsiteX5" fmla="*/ 1387342 w 7625859"/>
                  <a:gd name="connsiteY5" fmla="*/ 3599078 h 5317437"/>
                  <a:gd name="connsiteX6" fmla="*/ 1424968 w 7625859"/>
                  <a:gd name="connsiteY6" fmla="*/ 3470193 h 5317437"/>
                  <a:gd name="connsiteX7" fmla="*/ 1324294 w 7625859"/>
                  <a:gd name="connsiteY7" fmla="*/ 3362205 h 5317437"/>
                  <a:gd name="connsiteX8" fmla="*/ 1427756 w 7625859"/>
                  <a:gd name="connsiteY8" fmla="*/ 3057428 h 5317437"/>
                  <a:gd name="connsiteX9" fmla="*/ 986382 w 7625859"/>
                  <a:gd name="connsiteY9" fmla="*/ 2818778 h 5317437"/>
                  <a:gd name="connsiteX10" fmla="*/ 1533646 w 7625859"/>
                  <a:gd name="connsiteY10" fmla="*/ 1975104 h 5317437"/>
                  <a:gd name="connsiteX11" fmla="*/ 3501435 w 7625859"/>
                  <a:gd name="connsiteY11" fmla="*/ 0 h 5317437"/>
                  <a:gd name="connsiteX12" fmla="*/ 5580002 w 7625859"/>
                  <a:gd name="connsiteY12" fmla="*/ 2543951 h 5317437"/>
                  <a:gd name="connsiteX13" fmla="*/ 4898638 w 7625859"/>
                  <a:gd name="connsiteY13" fmla="*/ 3928262 h 5317437"/>
                  <a:gd name="connsiteX14" fmla="*/ 5321142 w 7625859"/>
                  <a:gd name="connsiteY14" fmla="*/ 5313893 h 5317437"/>
                  <a:gd name="connsiteX15" fmla="*/ 7625859 w 7625859"/>
                  <a:gd name="connsiteY15" fmla="*/ 5313143 h 5317437"/>
                  <a:gd name="connsiteX0" fmla="*/ 0 w 7645503"/>
                  <a:gd name="connsiteY0" fmla="*/ 5308299 h 5317437"/>
                  <a:gd name="connsiteX1" fmla="*/ 3127131 w 7645503"/>
                  <a:gd name="connsiteY1" fmla="*/ 5309946 h 5317437"/>
                  <a:gd name="connsiteX2" fmla="*/ 2826135 w 7645503"/>
                  <a:gd name="connsiteY2" fmla="*/ 4337913 h 5317437"/>
                  <a:gd name="connsiteX3" fmla="*/ 1721539 w 7645503"/>
                  <a:gd name="connsiteY3" fmla="*/ 4411066 h 5317437"/>
                  <a:gd name="connsiteX4" fmla="*/ 1582551 w 7645503"/>
                  <a:gd name="connsiteY4" fmla="*/ 3745382 h 5317437"/>
                  <a:gd name="connsiteX5" fmla="*/ 1406986 w 7645503"/>
                  <a:gd name="connsiteY5" fmla="*/ 3599078 h 5317437"/>
                  <a:gd name="connsiteX6" fmla="*/ 1444612 w 7645503"/>
                  <a:gd name="connsiteY6" fmla="*/ 3470193 h 5317437"/>
                  <a:gd name="connsiteX7" fmla="*/ 1343938 w 7645503"/>
                  <a:gd name="connsiteY7" fmla="*/ 3362205 h 5317437"/>
                  <a:gd name="connsiteX8" fmla="*/ 1447400 w 7645503"/>
                  <a:gd name="connsiteY8" fmla="*/ 3057428 h 5317437"/>
                  <a:gd name="connsiteX9" fmla="*/ 1006026 w 7645503"/>
                  <a:gd name="connsiteY9" fmla="*/ 2818778 h 5317437"/>
                  <a:gd name="connsiteX10" fmla="*/ 1553290 w 7645503"/>
                  <a:gd name="connsiteY10" fmla="*/ 1975104 h 5317437"/>
                  <a:gd name="connsiteX11" fmla="*/ 3521079 w 7645503"/>
                  <a:gd name="connsiteY11" fmla="*/ 0 h 5317437"/>
                  <a:gd name="connsiteX12" fmla="*/ 5599646 w 7645503"/>
                  <a:gd name="connsiteY12" fmla="*/ 2543951 h 5317437"/>
                  <a:gd name="connsiteX13" fmla="*/ 4918282 w 7645503"/>
                  <a:gd name="connsiteY13" fmla="*/ 3928262 h 5317437"/>
                  <a:gd name="connsiteX14" fmla="*/ 5340786 w 7645503"/>
                  <a:gd name="connsiteY14" fmla="*/ 5313893 h 5317437"/>
                  <a:gd name="connsiteX15" fmla="*/ 7645503 w 7645503"/>
                  <a:gd name="connsiteY15" fmla="*/ 5313143 h 5317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645503" h="5317437">
                    <a:moveTo>
                      <a:pt x="0" y="5308299"/>
                    </a:moveTo>
                    <a:lnTo>
                      <a:pt x="3127131" y="5309946"/>
                    </a:lnTo>
                    <a:cubicBezTo>
                      <a:pt x="3063141" y="5002707"/>
                      <a:pt x="3048029" y="4564685"/>
                      <a:pt x="2826135" y="4337913"/>
                    </a:cubicBezTo>
                    <a:cubicBezTo>
                      <a:pt x="2728599" y="4218431"/>
                      <a:pt x="2023901" y="4625644"/>
                      <a:pt x="1721539" y="4411066"/>
                    </a:cubicBezTo>
                    <a:cubicBezTo>
                      <a:pt x="1399670" y="4162349"/>
                      <a:pt x="1655703" y="3833165"/>
                      <a:pt x="1582551" y="3745382"/>
                    </a:cubicBezTo>
                    <a:cubicBezTo>
                      <a:pt x="1524029" y="3696614"/>
                      <a:pt x="1420929" y="3646108"/>
                      <a:pt x="1406986" y="3599078"/>
                    </a:cubicBezTo>
                    <a:cubicBezTo>
                      <a:pt x="1387841" y="3557625"/>
                      <a:pt x="1413963" y="3507120"/>
                      <a:pt x="1444612" y="3470193"/>
                    </a:cubicBezTo>
                    <a:lnTo>
                      <a:pt x="1343938" y="3362205"/>
                    </a:lnTo>
                    <a:cubicBezTo>
                      <a:pt x="1301472" y="3284755"/>
                      <a:pt x="1417439" y="3157511"/>
                      <a:pt x="1447400" y="3057428"/>
                    </a:cubicBezTo>
                    <a:cubicBezTo>
                      <a:pt x="1300275" y="2977878"/>
                      <a:pt x="1062616" y="2939068"/>
                      <a:pt x="1006026" y="2818778"/>
                    </a:cubicBezTo>
                    <a:cubicBezTo>
                      <a:pt x="957583" y="2691462"/>
                      <a:pt x="1488564" y="2374024"/>
                      <a:pt x="1553290" y="1975104"/>
                    </a:cubicBezTo>
                    <a:cubicBezTo>
                      <a:pt x="1503049" y="266534"/>
                      <a:pt x="2919470" y="11046"/>
                      <a:pt x="3521079" y="0"/>
                    </a:cubicBezTo>
                    <a:cubicBezTo>
                      <a:pt x="4503645" y="-24"/>
                      <a:pt x="6083742" y="647274"/>
                      <a:pt x="5599646" y="2543951"/>
                    </a:cubicBezTo>
                    <a:cubicBezTo>
                      <a:pt x="5413266" y="3037075"/>
                      <a:pt x="4848926" y="3622783"/>
                      <a:pt x="4918282" y="3928262"/>
                    </a:cubicBezTo>
                    <a:cubicBezTo>
                      <a:pt x="4989358" y="4327448"/>
                      <a:pt x="5233496" y="4955448"/>
                      <a:pt x="5340786" y="5313893"/>
                    </a:cubicBezTo>
                    <a:cubicBezTo>
                      <a:pt x="5740182" y="5320190"/>
                      <a:pt x="6450333" y="5316918"/>
                      <a:pt x="7645503" y="5313143"/>
                    </a:cubicBezTo>
                  </a:path>
                </a:pathLst>
              </a:custGeom>
              <a:ln w="38100">
                <a:solidFill>
                  <a:srgbClr val="FF0000"/>
                </a:solidFill>
              </a:ln>
              <a:effectLst>
                <a:outerShdw blurRad="50800" dist="38100" dir="1800000" sx="101000" sy="101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249363E-AF19-4D82-990E-A941C755CD04}"/>
                </a:ext>
              </a:extLst>
            </p:cNvPr>
            <p:cNvGrpSpPr/>
            <p:nvPr/>
          </p:nvGrpSpPr>
          <p:grpSpPr>
            <a:xfrm rot="465644">
              <a:off x="-7078589" y="725538"/>
              <a:ext cx="638564" cy="513521"/>
              <a:chOff x="564533" y="929716"/>
              <a:chExt cx="2194624" cy="1764876"/>
            </a:xfrm>
            <a:solidFill>
              <a:srgbClr val="FF0000"/>
            </a:solidFill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DB95DCF-A430-4A31-95ED-51E01B403606}"/>
                  </a:ext>
                </a:extLst>
              </p:cNvPr>
              <p:cNvSpPr txBox="1"/>
              <p:nvPr/>
            </p:nvSpPr>
            <p:spPr>
              <a:xfrm rot="20092189">
                <a:off x="1201742" y="929716"/>
                <a:ext cx="885051" cy="1658451"/>
              </a:xfrm>
              <a:custGeom>
                <a:avLst/>
                <a:gdLst/>
                <a:ahLst/>
                <a:cxnLst/>
                <a:rect l="l" t="t" r="r" b="b"/>
                <a:pathLst>
                  <a:path w="453033" h="848915">
                    <a:moveTo>
                      <a:pt x="214601" y="695325"/>
                    </a:moveTo>
                    <a:cubicBezTo>
                      <a:pt x="235951" y="695325"/>
                      <a:pt x="254139" y="702837"/>
                      <a:pt x="269165" y="717863"/>
                    </a:cubicBezTo>
                    <a:cubicBezTo>
                      <a:pt x="284190" y="732888"/>
                      <a:pt x="291703" y="751070"/>
                      <a:pt x="291703" y="772408"/>
                    </a:cubicBezTo>
                    <a:cubicBezTo>
                      <a:pt x="291703" y="793486"/>
                      <a:pt x="284221" y="811507"/>
                      <a:pt x="269258" y="826470"/>
                    </a:cubicBezTo>
                    <a:cubicBezTo>
                      <a:pt x="254294" y="841434"/>
                      <a:pt x="236075" y="848915"/>
                      <a:pt x="214601" y="848915"/>
                    </a:cubicBezTo>
                    <a:cubicBezTo>
                      <a:pt x="192897" y="848915"/>
                      <a:pt x="174623" y="841494"/>
                      <a:pt x="159781" y="826652"/>
                    </a:cubicBezTo>
                    <a:cubicBezTo>
                      <a:pt x="144938" y="811809"/>
                      <a:pt x="137517" y="793728"/>
                      <a:pt x="137517" y="772408"/>
                    </a:cubicBezTo>
                    <a:cubicBezTo>
                      <a:pt x="137517" y="750828"/>
                      <a:pt x="144969" y="732586"/>
                      <a:pt x="159874" y="717681"/>
                    </a:cubicBezTo>
                    <a:cubicBezTo>
                      <a:pt x="174778" y="702777"/>
                      <a:pt x="193021" y="695325"/>
                      <a:pt x="214601" y="695325"/>
                    </a:cubicBezTo>
                    <a:close/>
                    <a:moveTo>
                      <a:pt x="222423" y="0"/>
                    </a:moveTo>
                    <a:cubicBezTo>
                      <a:pt x="306486" y="0"/>
                      <a:pt x="369556" y="26324"/>
                      <a:pt x="411631" y="78971"/>
                    </a:cubicBezTo>
                    <a:cubicBezTo>
                      <a:pt x="439232" y="112985"/>
                      <a:pt x="453033" y="152071"/>
                      <a:pt x="453033" y="196229"/>
                    </a:cubicBezTo>
                    <a:cubicBezTo>
                      <a:pt x="453033" y="226007"/>
                      <a:pt x="446377" y="256534"/>
                      <a:pt x="433066" y="287810"/>
                    </a:cubicBezTo>
                    <a:cubicBezTo>
                      <a:pt x="419756" y="319086"/>
                      <a:pt x="396028" y="348775"/>
                      <a:pt x="361885" y="376879"/>
                    </a:cubicBezTo>
                    <a:cubicBezTo>
                      <a:pt x="304096" y="452955"/>
                      <a:pt x="269179" y="503753"/>
                      <a:pt x="257133" y="529274"/>
                    </a:cubicBezTo>
                    <a:cubicBezTo>
                      <a:pt x="245087" y="554795"/>
                      <a:pt x="237536" y="593873"/>
                      <a:pt x="234479" y="646509"/>
                    </a:cubicBezTo>
                    <a:lnTo>
                      <a:pt x="186984" y="646509"/>
                    </a:lnTo>
                    <a:cubicBezTo>
                      <a:pt x="189774" y="587889"/>
                      <a:pt x="195997" y="542267"/>
                      <a:pt x="205652" y="509643"/>
                    </a:cubicBezTo>
                    <a:cubicBezTo>
                      <a:pt x="215308" y="477019"/>
                      <a:pt x="240224" y="429456"/>
                      <a:pt x="280401" y="366954"/>
                    </a:cubicBezTo>
                    <a:cubicBezTo>
                      <a:pt x="293839" y="327955"/>
                      <a:pt x="303944" y="297112"/>
                      <a:pt x="310716" y="274425"/>
                    </a:cubicBezTo>
                    <a:cubicBezTo>
                      <a:pt x="317487" y="251738"/>
                      <a:pt x="320873" y="229260"/>
                      <a:pt x="320873" y="206992"/>
                    </a:cubicBezTo>
                    <a:cubicBezTo>
                      <a:pt x="320873" y="160477"/>
                      <a:pt x="308826" y="123874"/>
                      <a:pt x="284731" y="97184"/>
                    </a:cubicBezTo>
                    <a:cubicBezTo>
                      <a:pt x="260637" y="70494"/>
                      <a:pt x="231325" y="57150"/>
                      <a:pt x="196797" y="57150"/>
                    </a:cubicBezTo>
                    <a:cubicBezTo>
                      <a:pt x="166033" y="57150"/>
                      <a:pt x="142238" y="64022"/>
                      <a:pt x="125411" y="77767"/>
                    </a:cubicBezTo>
                    <a:cubicBezTo>
                      <a:pt x="108584" y="91512"/>
                      <a:pt x="100170" y="105866"/>
                      <a:pt x="100170" y="120829"/>
                    </a:cubicBezTo>
                    <a:cubicBezTo>
                      <a:pt x="100170" y="133040"/>
                      <a:pt x="105998" y="149612"/>
                      <a:pt x="117653" y="170547"/>
                    </a:cubicBezTo>
                    <a:cubicBezTo>
                      <a:pt x="129308" y="191482"/>
                      <a:pt x="135136" y="208244"/>
                      <a:pt x="135136" y="220833"/>
                    </a:cubicBezTo>
                    <a:cubicBezTo>
                      <a:pt x="135136" y="237365"/>
                      <a:pt x="129499" y="251623"/>
                      <a:pt x="118225" y="263607"/>
                    </a:cubicBezTo>
                    <a:cubicBezTo>
                      <a:pt x="106951" y="275591"/>
                      <a:pt x="93269" y="281582"/>
                      <a:pt x="77177" y="281582"/>
                    </a:cubicBezTo>
                    <a:cubicBezTo>
                      <a:pt x="56217" y="281582"/>
                      <a:pt x="38114" y="272271"/>
                      <a:pt x="22868" y="253649"/>
                    </a:cubicBezTo>
                    <a:cubicBezTo>
                      <a:pt x="7623" y="235027"/>
                      <a:pt x="0" y="210043"/>
                      <a:pt x="0" y="178696"/>
                    </a:cubicBezTo>
                    <a:cubicBezTo>
                      <a:pt x="0" y="131263"/>
                      <a:pt x="20098" y="89622"/>
                      <a:pt x="60294" y="53773"/>
                    </a:cubicBezTo>
                    <a:cubicBezTo>
                      <a:pt x="100490" y="17924"/>
                      <a:pt x="154533" y="0"/>
                      <a:pt x="222423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9600" b="1" dirty="0">
                  <a:solidFill>
                    <a:schemeClr val="accent2"/>
                  </a:solidFill>
                  <a:latin typeface="Symbol" panose="05050102010706020507" pitchFamily="18" charset="2"/>
                  <a:cs typeface="Arial" pitchFamily="34" charset="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9831F20-A8D1-4854-9EC4-2DFC2014F6FA}"/>
                  </a:ext>
                </a:extLst>
              </p:cNvPr>
              <p:cNvSpPr txBox="1"/>
              <p:nvPr/>
            </p:nvSpPr>
            <p:spPr>
              <a:xfrm rot="18697702">
                <a:off x="839646" y="1789820"/>
                <a:ext cx="629659" cy="1179886"/>
              </a:xfrm>
              <a:custGeom>
                <a:avLst/>
                <a:gdLst/>
                <a:ahLst/>
                <a:cxnLst/>
                <a:rect l="l" t="t" r="r" b="b"/>
                <a:pathLst>
                  <a:path w="453033" h="848915">
                    <a:moveTo>
                      <a:pt x="214601" y="695325"/>
                    </a:moveTo>
                    <a:cubicBezTo>
                      <a:pt x="235951" y="695325"/>
                      <a:pt x="254139" y="702837"/>
                      <a:pt x="269165" y="717863"/>
                    </a:cubicBezTo>
                    <a:cubicBezTo>
                      <a:pt x="284190" y="732888"/>
                      <a:pt x="291703" y="751070"/>
                      <a:pt x="291703" y="772408"/>
                    </a:cubicBezTo>
                    <a:cubicBezTo>
                      <a:pt x="291703" y="793486"/>
                      <a:pt x="284221" y="811507"/>
                      <a:pt x="269258" y="826470"/>
                    </a:cubicBezTo>
                    <a:cubicBezTo>
                      <a:pt x="254294" y="841434"/>
                      <a:pt x="236075" y="848915"/>
                      <a:pt x="214601" y="848915"/>
                    </a:cubicBezTo>
                    <a:cubicBezTo>
                      <a:pt x="192897" y="848915"/>
                      <a:pt x="174623" y="841494"/>
                      <a:pt x="159781" y="826652"/>
                    </a:cubicBezTo>
                    <a:cubicBezTo>
                      <a:pt x="144938" y="811809"/>
                      <a:pt x="137517" y="793728"/>
                      <a:pt x="137517" y="772408"/>
                    </a:cubicBezTo>
                    <a:cubicBezTo>
                      <a:pt x="137517" y="750828"/>
                      <a:pt x="144969" y="732586"/>
                      <a:pt x="159874" y="717681"/>
                    </a:cubicBezTo>
                    <a:cubicBezTo>
                      <a:pt x="174778" y="702777"/>
                      <a:pt x="193021" y="695325"/>
                      <a:pt x="214601" y="695325"/>
                    </a:cubicBezTo>
                    <a:close/>
                    <a:moveTo>
                      <a:pt x="222423" y="0"/>
                    </a:moveTo>
                    <a:cubicBezTo>
                      <a:pt x="306486" y="0"/>
                      <a:pt x="369556" y="26324"/>
                      <a:pt x="411631" y="78971"/>
                    </a:cubicBezTo>
                    <a:cubicBezTo>
                      <a:pt x="439232" y="112985"/>
                      <a:pt x="453033" y="152071"/>
                      <a:pt x="453033" y="196229"/>
                    </a:cubicBezTo>
                    <a:cubicBezTo>
                      <a:pt x="453033" y="226007"/>
                      <a:pt x="446377" y="256534"/>
                      <a:pt x="433066" y="287810"/>
                    </a:cubicBezTo>
                    <a:cubicBezTo>
                      <a:pt x="419756" y="319086"/>
                      <a:pt x="396028" y="348775"/>
                      <a:pt x="361885" y="376879"/>
                    </a:cubicBezTo>
                    <a:cubicBezTo>
                      <a:pt x="304096" y="452955"/>
                      <a:pt x="269179" y="503753"/>
                      <a:pt x="257133" y="529274"/>
                    </a:cubicBezTo>
                    <a:cubicBezTo>
                      <a:pt x="245087" y="554795"/>
                      <a:pt x="237536" y="593873"/>
                      <a:pt x="234479" y="646509"/>
                    </a:cubicBezTo>
                    <a:lnTo>
                      <a:pt x="186984" y="646509"/>
                    </a:lnTo>
                    <a:cubicBezTo>
                      <a:pt x="189774" y="587889"/>
                      <a:pt x="195997" y="542267"/>
                      <a:pt x="205652" y="509643"/>
                    </a:cubicBezTo>
                    <a:cubicBezTo>
                      <a:pt x="215308" y="477019"/>
                      <a:pt x="240224" y="429456"/>
                      <a:pt x="280401" y="366954"/>
                    </a:cubicBezTo>
                    <a:cubicBezTo>
                      <a:pt x="293839" y="327955"/>
                      <a:pt x="303944" y="297112"/>
                      <a:pt x="310716" y="274425"/>
                    </a:cubicBezTo>
                    <a:cubicBezTo>
                      <a:pt x="317487" y="251738"/>
                      <a:pt x="320873" y="229260"/>
                      <a:pt x="320873" y="206992"/>
                    </a:cubicBezTo>
                    <a:cubicBezTo>
                      <a:pt x="320873" y="160477"/>
                      <a:pt x="308826" y="123874"/>
                      <a:pt x="284731" y="97184"/>
                    </a:cubicBezTo>
                    <a:cubicBezTo>
                      <a:pt x="260637" y="70494"/>
                      <a:pt x="231325" y="57150"/>
                      <a:pt x="196797" y="57150"/>
                    </a:cubicBezTo>
                    <a:cubicBezTo>
                      <a:pt x="166033" y="57150"/>
                      <a:pt x="142238" y="64022"/>
                      <a:pt x="125411" y="77767"/>
                    </a:cubicBezTo>
                    <a:cubicBezTo>
                      <a:pt x="108584" y="91512"/>
                      <a:pt x="100170" y="105866"/>
                      <a:pt x="100170" y="120829"/>
                    </a:cubicBezTo>
                    <a:cubicBezTo>
                      <a:pt x="100170" y="133040"/>
                      <a:pt x="105998" y="149612"/>
                      <a:pt x="117653" y="170547"/>
                    </a:cubicBezTo>
                    <a:cubicBezTo>
                      <a:pt x="129308" y="191482"/>
                      <a:pt x="135136" y="208244"/>
                      <a:pt x="135136" y="220833"/>
                    </a:cubicBezTo>
                    <a:cubicBezTo>
                      <a:pt x="135136" y="237365"/>
                      <a:pt x="129499" y="251623"/>
                      <a:pt x="118225" y="263607"/>
                    </a:cubicBezTo>
                    <a:cubicBezTo>
                      <a:pt x="106951" y="275591"/>
                      <a:pt x="93269" y="281582"/>
                      <a:pt x="77177" y="281582"/>
                    </a:cubicBezTo>
                    <a:cubicBezTo>
                      <a:pt x="56217" y="281582"/>
                      <a:pt x="38114" y="272271"/>
                      <a:pt x="22868" y="253649"/>
                    </a:cubicBezTo>
                    <a:cubicBezTo>
                      <a:pt x="7623" y="235027"/>
                      <a:pt x="0" y="210043"/>
                      <a:pt x="0" y="178696"/>
                    </a:cubicBezTo>
                    <a:cubicBezTo>
                      <a:pt x="0" y="131263"/>
                      <a:pt x="20098" y="89622"/>
                      <a:pt x="60294" y="53773"/>
                    </a:cubicBezTo>
                    <a:cubicBezTo>
                      <a:pt x="100490" y="17924"/>
                      <a:pt x="154533" y="0"/>
                      <a:pt x="222423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9600" b="1" dirty="0">
                  <a:solidFill>
                    <a:schemeClr val="accent2"/>
                  </a:solidFill>
                  <a:latin typeface="Symbol" panose="05050102010706020507" pitchFamily="18" charset="2"/>
                  <a:cs typeface="Arial" pitchFamily="34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DC0CA6-4C34-4A36-AC5C-408CECB58C68}"/>
                  </a:ext>
                </a:extLst>
              </p:cNvPr>
              <p:cNvSpPr txBox="1"/>
              <p:nvPr/>
            </p:nvSpPr>
            <p:spPr>
              <a:xfrm rot="167291">
                <a:off x="2129498" y="1330669"/>
                <a:ext cx="629659" cy="1179886"/>
              </a:xfrm>
              <a:custGeom>
                <a:avLst/>
                <a:gdLst/>
                <a:ahLst/>
                <a:cxnLst/>
                <a:rect l="l" t="t" r="r" b="b"/>
                <a:pathLst>
                  <a:path w="453033" h="848915">
                    <a:moveTo>
                      <a:pt x="214601" y="695325"/>
                    </a:moveTo>
                    <a:cubicBezTo>
                      <a:pt x="235951" y="695325"/>
                      <a:pt x="254139" y="702837"/>
                      <a:pt x="269165" y="717863"/>
                    </a:cubicBezTo>
                    <a:cubicBezTo>
                      <a:pt x="284190" y="732888"/>
                      <a:pt x="291703" y="751070"/>
                      <a:pt x="291703" y="772408"/>
                    </a:cubicBezTo>
                    <a:cubicBezTo>
                      <a:pt x="291703" y="793486"/>
                      <a:pt x="284221" y="811507"/>
                      <a:pt x="269258" y="826470"/>
                    </a:cubicBezTo>
                    <a:cubicBezTo>
                      <a:pt x="254294" y="841434"/>
                      <a:pt x="236075" y="848915"/>
                      <a:pt x="214601" y="848915"/>
                    </a:cubicBezTo>
                    <a:cubicBezTo>
                      <a:pt x="192897" y="848915"/>
                      <a:pt x="174623" y="841494"/>
                      <a:pt x="159781" y="826652"/>
                    </a:cubicBezTo>
                    <a:cubicBezTo>
                      <a:pt x="144938" y="811809"/>
                      <a:pt x="137517" y="793728"/>
                      <a:pt x="137517" y="772408"/>
                    </a:cubicBezTo>
                    <a:cubicBezTo>
                      <a:pt x="137517" y="750828"/>
                      <a:pt x="144969" y="732586"/>
                      <a:pt x="159874" y="717681"/>
                    </a:cubicBezTo>
                    <a:cubicBezTo>
                      <a:pt x="174778" y="702777"/>
                      <a:pt x="193021" y="695325"/>
                      <a:pt x="214601" y="695325"/>
                    </a:cubicBezTo>
                    <a:close/>
                    <a:moveTo>
                      <a:pt x="222423" y="0"/>
                    </a:moveTo>
                    <a:cubicBezTo>
                      <a:pt x="306486" y="0"/>
                      <a:pt x="369556" y="26324"/>
                      <a:pt x="411631" y="78971"/>
                    </a:cubicBezTo>
                    <a:cubicBezTo>
                      <a:pt x="439232" y="112985"/>
                      <a:pt x="453033" y="152071"/>
                      <a:pt x="453033" y="196229"/>
                    </a:cubicBezTo>
                    <a:cubicBezTo>
                      <a:pt x="453033" y="226007"/>
                      <a:pt x="446377" y="256534"/>
                      <a:pt x="433066" y="287810"/>
                    </a:cubicBezTo>
                    <a:cubicBezTo>
                      <a:pt x="419756" y="319086"/>
                      <a:pt x="396028" y="348775"/>
                      <a:pt x="361885" y="376879"/>
                    </a:cubicBezTo>
                    <a:cubicBezTo>
                      <a:pt x="304096" y="452955"/>
                      <a:pt x="269179" y="503753"/>
                      <a:pt x="257133" y="529274"/>
                    </a:cubicBezTo>
                    <a:cubicBezTo>
                      <a:pt x="245087" y="554795"/>
                      <a:pt x="237536" y="593873"/>
                      <a:pt x="234479" y="646509"/>
                    </a:cubicBezTo>
                    <a:lnTo>
                      <a:pt x="186984" y="646509"/>
                    </a:lnTo>
                    <a:cubicBezTo>
                      <a:pt x="189774" y="587889"/>
                      <a:pt x="195997" y="542267"/>
                      <a:pt x="205652" y="509643"/>
                    </a:cubicBezTo>
                    <a:cubicBezTo>
                      <a:pt x="215308" y="477019"/>
                      <a:pt x="240224" y="429456"/>
                      <a:pt x="280401" y="366954"/>
                    </a:cubicBezTo>
                    <a:cubicBezTo>
                      <a:pt x="293839" y="327955"/>
                      <a:pt x="303944" y="297112"/>
                      <a:pt x="310716" y="274425"/>
                    </a:cubicBezTo>
                    <a:cubicBezTo>
                      <a:pt x="317487" y="251738"/>
                      <a:pt x="320873" y="229260"/>
                      <a:pt x="320873" y="206992"/>
                    </a:cubicBezTo>
                    <a:cubicBezTo>
                      <a:pt x="320873" y="160477"/>
                      <a:pt x="308826" y="123874"/>
                      <a:pt x="284731" y="97184"/>
                    </a:cubicBezTo>
                    <a:cubicBezTo>
                      <a:pt x="260637" y="70494"/>
                      <a:pt x="231325" y="57150"/>
                      <a:pt x="196797" y="57150"/>
                    </a:cubicBezTo>
                    <a:cubicBezTo>
                      <a:pt x="166033" y="57150"/>
                      <a:pt x="142238" y="64022"/>
                      <a:pt x="125411" y="77767"/>
                    </a:cubicBezTo>
                    <a:cubicBezTo>
                      <a:pt x="108584" y="91512"/>
                      <a:pt x="100170" y="105866"/>
                      <a:pt x="100170" y="120829"/>
                    </a:cubicBezTo>
                    <a:cubicBezTo>
                      <a:pt x="100170" y="133040"/>
                      <a:pt x="105998" y="149612"/>
                      <a:pt x="117653" y="170547"/>
                    </a:cubicBezTo>
                    <a:cubicBezTo>
                      <a:pt x="129308" y="191482"/>
                      <a:pt x="135136" y="208244"/>
                      <a:pt x="135136" y="220833"/>
                    </a:cubicBezTo>
                    <a:cubicBezTo>
                      <a:pt x="135136" y="237365"/>
                      <a:pt x="129499" y="251623"/>
                      <a:pt x="118225" y="263607"/>
                    </a:cubicBezTo>
                    <a:cubicBezTo>
                      <a:pt x="106951" y="275591"/>
                      <a:pt x="93269" y="281582"/>
                      <a:pt x="77177" y="281582"/>
                    </a:cubicBezTo>
                    <a:cubicBezTo>
                      <a:pt x="56217" y="281582"/>
                      <a:pt x="38114" y="272271"/>
                      <a:pt x="22868" y="253649"/>
                    </a:cubicBezTo>
                    <a:cubicBezTo>
                      <a:pt x="7623" y="235027"/>
                      <a:pt x="0" y="210043"/>
                      <a:pt x="0" y="178696"/>
                    </a:cubicBezTo>
                    <a:cubicBezTo>
                      <a:pt x="0" y="131263"/>
                      <a:pt x="20098" y="89622"/>
                      <a:pt x="60294" y="53773"/>
                    </a:cubicBezTo>
                    <a:cubicBezTo>
                      <a:pt x="100490" y="17924"/>
                      <a:pt x="154533" y="0"/>
                      <a:pt x="222423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9600" b="1" dirty="0">
                  <a:solidFill>
                    <a:schemeClr val="accent2"/>
                  </a:solidFill>
                  <a:latin typeface="Symbol" panose="05050102010706020507" pitchFamily="18" charset="2"/>
                  <a:cs typeface="Arial" pitchFamily="34" charset="0"/>
                </a:endParaRP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0809AB2-C0E8-4CC8-830F-6209EE4503E7}"/>
              </a:ext>
            </a:extLst>
          </p:cNvPr>
          <p:cNvGrpSpPr/>
          <p:nvPr/>
        </p:nvGrpSpPr>
        <p:grpSpPr>
          <a:xfrm>
            <a:off x="111588" y="446608"/>
            <a:ext cx="7476930" cy="2345127"/>
            <a:chOff x="-5382747" y="9631995"/>
            <a:chExt cx="8723354" cy="264626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927D066-0F9D-45A8-9B15-72D00D39E93E}"/>
                </a:ext>
              </a:extLst>
            </p:cNvPr>
            <p:cNvSpPr txBox="1"/>
            <p:nvPr/>
          </p:nvSpPr>
          <p:spPr>
            <a:xfrm>
              <a:off x="-5382747" y="9631995"/>
              <a:ext cx="8723354" cy="7987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Till now we are using </a:t>
              </a:r>
              <a:r>
                <a: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offline manual book register </a:t>
              </a: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 book Issue and Return.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C8EFA6C1-4607-45B5-8383-906343AF3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96662" y="10223673"/>
              <a:ext cx="3696353" cy="2054583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111EDD2-FF6F-44A0-8A89-464651BAFBB5}"/>
              </a:ext>
            </a:extLst>
          </p:cNvPr>
          <p:cNvGrpSpPr/>
          <p:nvPr/>
        </p:nvGrpSpPr>
        <p:grpSpPr>
          <a:xfrm>
            <a:off x="128021" y="1183080"/>
            <a:ext cx="4171512" cy="1046441"/>
            <a:chOff x="77060" y="1183080"/>
            <a:chExt cx="5612540" cy="79934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19F1ED9-A0EB-41EF-98E8-C21DB561848F}"/>
                </a:ext>
              </a:extLst>
            </p:cNvPr>
            <p:cNvSpPr txBox="1"/>
            <p:nvPr/>
          </p:nvSpPr>
          <p:spPr>
            <a:xfrm>
              <a:off x="77060" y="1183080"/>
              <a:ext cx="2269109" cy="3056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Problems :-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AFC8727-1436-473C-9C8A-4B7E6E26CB1C}"/>
                </a:ext>
              </a:extLst>
            </p:cNvPr>
            <p:cNvSpPr txBox="1"/>
            <p:nvPr/>
          </p:nvSpPr>
          <p:spPr>
            <a:xfrm>
              <a:off x="275544" y="1488711"/>
              <a:ext cx="5414056" cy="4937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is being faced by both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Students and Management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0E0B17C-D443-41B3-AE60-8BCC6336445D}"/>
              </a:ext>
            </a:extLst>
          </p:cNvPr>
          <p:cNvSpPr txBox="1"/>
          <p:nvPr/>
        </p:nvSpPr>
        <p:spPr>
          <a:xfrm>
            <a:off x="111588" y="2297812"/>
            <a:ext cx="43842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Student had to wait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until next student issues his/her book.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319BC6-D517-44FA-BDC3-EB1BA2AC4AFE}"/>
              </a:ext>
            </a:extLst>
          </p:cNvPr>
          <p:cNvSpPr txBox="1"/>
          <p:nvPr/>
        </p:nvSpPr>
        <p:spPr>
          <a:xfrm>
            <a:off x="141879" y="3292984"/>
            <a:ext cx="7769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time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returning book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need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find record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that particular date with his/her name.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465157-7933-4D18-A515-C118ACB8038C}"/>
              </a:ext>
            </a:extLst>
          </p:cNvPr>
          <p:cNvSpPr txBox="1"/>
          <p:nvPr/>
        </p:nvSpPr>
        <p:spPr>
          <a:xfrm>
            <a:off x="42081" y="4066970"/>
            <a:ext cx="73885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 to do all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manually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any information required.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for example at the end of year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books were issued?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book was issued the most 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this management can decide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book is most demanded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can increase number of that books so that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future shortage of that books can avoided. 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1A0EE5A-25A5-46B0-9292-B1B330DE9219}"/>
              </a:ext>
            </a:extLst>
          </p:cNvPr>
          <p:cNvGrpSpPr/>
          <p:nvPr/>
        </p:nvGrpSpPr>
        <p:grpSpPr>
          <a:xfrm>
            <a:off x="6776962" y="8833413"/>
            <a:ext cx="7520845" cy="1143836"/>
            <a:chOff x="866562" y="212259"/>
            <a:chExt cx="7520845" cy="1143836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F236622-7245-46C2-BDB0-5C470B4F0C45}"/>
                </a:ext>
              </a:extLst>
            </p:cNvPr>
            <p:cNvSpPr txBox="1"/>
            <p:nvPr/>
          </p:nvSpPr>
          <p:spPr>
            <a:xfrm>
              <a:off x="866562" y="478704"/>
              <a:ext cx="74128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600" dirty="0">
                  <a:latin typeface="Bahnschrift SemiBold SemiConden" panose="020B0502040204020203" pitchFamily="34" charset="0"/>
                </a:rPr>
                <a:t>How to solve these problems ?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A71AF87-8376-42FC-BD00-C78F454B5DE8}"/>
                </a:ext>
              </a:extLst>
            </p:cNvPr>
            <p:cNvGrpSpPr/>
            <p:nvPr/>
          </p:nvGrpSpPr>
          <p:grpSpPr>
            <a:xfrm>
              <a:off x="6742778" y="212259"/>
              <a:ext cx="1644629" cy="1143836"/>
              <a:chOff x="1429080" y="185597"/>
              <a:chExt cx="1644629" cy="1143836"/>
            </a:xfrm>
          </p:grpSpPr>
          <p:sp>
            <p:nvSpPr>
              <p:cNvPr id="50" name="Freeform 10">
                <a:extLst>
                  <a:ext uri="{FF2B5EF4-FFF2-40B4-BE49-F238E27FC236}">
                    <a16:creationId xmlns:a16="http://schemas.microsoft.com/office/drawing/2014/main" id="{2F60BEE7-E035-4280-A4E8-8525076F30FB}"/>
                  </a:ext>
                </a:extLst>
              </p:cNvPr>
              <p:cNvSpPr/>
              <p:nvPr/>
            </p:nvSpPr>
            <p:spPr>
              <a:xfrm>
                <a:off x="1429080" y="185597"/>
                <a:ext cx="1644629" cy="1143836"/>
              </a:xfrm>
              <a:custGeom>
                <a:avLst/>
                <a:gdLst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658368 w 5493715"/>
                  <a:gd name="connsiteY4" fmla="*/ 4308653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658368 w 5493715"/>
                  <a:gd name="connsiteY4" fmla="*/ 4308653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658368 w 5493715"/>
                  <a:gd name="connsiteY4" fmla="*/ 4308653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33697 w 5493715"/>
                  <a:gd name="connsiteY8" fmla="*/ 3348624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33697 w 5493715"/>
                  <a:gd name="connsiteY8" fmla="*/ 3348624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9524 w 5493715"/>
                  <a:gd name="connsiteY2" fmla="*/ 5309946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9524 w 5493715"/>
                  <a:gd name="connsiteY2" fmla="*/ 5309946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9524 w 5493715"/>
                  <a:gd name="connsiteY2" fmla="*/ 5309946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453179 w 5493715"/>
                  <a:gd name="connsiteY15" fmla="*/ 5313893 h 5325465"/>
                  <a:gd name="connsiteX16" fmla="*/ 5493715 w 5493715"/>
                  <a:gd name="connsiteY16" fmla="*/ 5069433 h 5325465"/>
                  <a:gd name="connsiteX0" fmla="*/ 0 w 5636283"/>
                  <a:gd name="connsiteY0" fmla="*/ 5325465 h 5329410"/>
                  <a:gd name="connsiteX1" fmla="*/ 0 w 5636283"/>
                  <a:gd name="connsiteY1" fmla="*/ 5325465 h 5329410"/>
                  <a:gd name="connsiteX2" fmla="*/ 2239524 w 5636283"/>
                  <a:gd name="connsiteY2" fmla="*/ 5309946 h 5329410"/>
                  <a:gd name="connsiteX3" fmla="*/ 1938528 w 5636283"/>
                  <a:gd name="connsiteY3" fmla="*/ 4337913 h 5329410"/>
                  <a:gd name="connsiteX4" fmla="*/ 833932 w 5636283"/>
                  <a:gd name="connsiteY4" fmla="*/ 4411066 h 5329410"/>
                  <a:gd name="connsiteX5" fmla="*/ 694944 w 5636283"/>
                  <a:gd name="connsiteY5" fmla="*/ 3745382 h 5329410"/>
                  <a:gd name="connsiteX6" fmla="*/ 519379 w 5636283"/>
                  <a:gd name="connsiteY6" fmla="*/ 3599078 h 5329410"/>
                  <a:gd name="connsiteX7" fmla="*/ 557005 w 5636283"/>
                  <a:gd name="connsiteY7" fmla="*/ 3470193 h 5329410"/>
                  <a:gd name="connsiteX8" fmla="*/ 456331 w 5636283"/>
                  <a:gd name="connsiteY8" fmla="*/ 3362205 h 5329410"/>
                  <a:gd name="connsiteX9" fmla="*/ 559793 w 5636283"/>
                  <a:gd name="connsiteY9" fmla="*/ 3057428 h 5329410"/>
                  <a:gd name="connsiteX10" fmla="*/ 118419 w 5636283"/>
                  <a:gd name="connsiteY10" fmla="*/ 2818778 h 5329410"/>
                  <a:gd name="connsiteX11" fmla="*/ 665683 w 5636283"/>
                  <a:gd name="connsiteY11" fmla="*/ 1975104 h 5329410"/>
                  <a:gd name="connsiteX12" fmla="*/ 2633472 w 5636283"/>
                  <a:gd name="connsiteY12" fmla="*/ 0 h 5329410"/>
                  <a:gd name="connsiteX13" fmla="*/ 4712039 w 5636283"/>
                  <a:gd name="connsiteY13" fmla="*/ 2543951 h 5329410"/>
                  <a:gd name="connsiteX14" fmla="*/ 4030675 w 5636283"/>
                  <a:gd name="connsiteY14" fmla="*/ 3928262 h 5329410"/>
                  <a:gd name="connsiteX15" fmla="*/ 4453179 w 5636283"/>
                  <a:gd name="connsiteY15" fmla="*/ 5313893 h 5329410"/>
                  <a:gd name="connsiteX16" fmla="*/ 5636283 w 5636283"/>
                  <a:gd name="connsiteY16" fmla="*/ 5329410 h 5329410"/>
                  <a:gd name="connsiteX0" fmla="*/ 0 w 5636283"/>
                  <a:gd name="connsiteY0" fmla="*/ 5325465 h 5325465"/>
                  <a:gd name="connsiteX1" fmla="*/ 0 w 5636283"/>
                  <a:gd name="connsiteY1" fmla="*/ 5325465 h 5325465"/>
                  <a:gd name="connsiteX2" fmla="*/ 2239524 w 5636283"/>
                  <a:gd name="connsiteY2" fmla="*/ 5309946 h 5325465"/>
                  <a:gd name="connsiteX3" fmla="*/ 1938528 w 5636283"/>
                  <a:gd name="connsiteY3" fmla="*/ 4337913 h 5325465"/>
                  <a:gd name="connsiteX4" fmla="*/ 833932 w 5636283"/>
                  <a:gd name="connsiteY4" fmla="*/ 4411066 h 5325465"/>
                  <a:gd name="connsiteX5" fmla="*/ 694944 w 5636283"/>
                  <a:gd name="connsiteY5" fmla="*/ 3745382 h 5325465"/>
                  <a:gd name="connsiteX6" fmla="*/ 519379 w 5636283"/>
                  <a:gd name="connsiteY6" fmla="*/ 3599078 h 5325465"/>
                  <a:gd name="connsiteX7" fmla="*/ 557005 w 5636283"/>
                  <a:gd name="connsiteY7" fmla="*/ 3470193 h 5325465"/>
                  <a:gd name="connsiteX8" fmla="*/ 456331 w 5636283"/>
                  <a:gd name="connsiteY8" fmla="*/ 3362205 h 5325465"/>
                  <a:gd name="connsiteX9" fmla="*/ 559793 w 5636283"/>
                  <a:gd name="connsiteY9" fmla="*/ 3057428 h 5325465"/>
                  <a:gd name="connsiteX10" fmla="*/ 118419 w 5636283"/>
                  <a:gd name="connsiteY10" fmla="*/ 2818778 h 5325465"/>
                  <a:gd name="connsiteX11" fmla="*/ 665683 w 5636283"/>
                  <a:gd name="connsiteY11" fmla="*/ 1975104 h 5325465"/>
                  <a:gd name="connsiteX12" fmla="*/ 2633472 w 5636283"/>
                  <a:gd name="connsiteY12" fmla="*/ 0 h 5325465"/>
                  <a:gd name="connsiteX13" fmla="*/ 4712039 w 5636283"/>
                  <a:gd name="connsiteY13" fmla="*/ 2543951 h 5325465"/>
                  <a:gd name="connsiteX14" fmla="*/ 4030675 w 5636283"/>
                  <a:gd name="connsiteY14" fmla="*/ 3928262 h 5325465"/>
                  <a:gd name="connsiteX15" fmla="*/ 4453179 w 5636283"/>
                  <a:gd name="connsiteY15" fmla="*/ 5313893 h 5325465"/>
                  <a:gd name="connsiteX16" fmla="*/ 5636283 w 5636283"/>
                  <a:gd name="connsiteY16" fmla="*/ 5304251 h 5325465"/>
                  <a:gd name="connsiteX0" fmla="*/ 0 w 5644670"/>
                  <a:gd name="connsiteY0" fmla="*/ 5325465 h 5337795"/>
                  <a:gd name="connsiteX1" fmla="*/ 0 w 5644670"/>
                  <a:gd name="connsiteY1" fmla="*/ 5325465 h 5337795"/>
                  <a:gd name="connsiteX2" fmla="*/ 2239524 w 5644670"/>
                  <a:gd name="connsiteY2" fmla="*/ 5309946 h 5337795"/>
                  <a:gd name="connsiteX3" fmla="*/ 1938528 w 5644670"/>
                  <a:gd name="connsiteY3" fmla="*/ 4337913 h 5337795"/>
                  <a:gd name="connsiteX4" fmla="*/ 833932 w 5644670"/>
                  <a:gd name="connsiteY4" fmla="*/ 4411066 h 5337795"/>
                  <a:gd name="connsiteX5" fmla="*/ 694944 w 5644670"/>
                  <a:gd name="connsiteY5" fmla="*/ 3745382 h 5337795"/>
                  <a:gd name="connsiteX6" fmla="*/ 519379 w 5644670"/>
                  <a:gd name="connsiteY6" fmla="*/ 3599078 h 5337795"/>
                  <a:gd name="connsiteX7" fmla="*/ 557005 w 5644670"/>
                  <a:gd name="connsiteY7" fmla="*/ 3470193 h 5337795"/>
                  <a:gd name="connsiteX8" fmla="*/ 456331 w 5644670"/>
                  <a:gd name="connsiteY8" fmla="*/ 3362205 h 5337795"/>
                  <a:gd name="connsiteX9" fmla="*/ 559793 w 5644670"/>
                  <a:gd name="connsiteY9" fmla="*/ 3057428 h 5337795"/>
                  <a:gd name="connsiteX10" fmla="*/ 118419 w 5644670"/>
                  <a:gd name="connsiteY10" fmla="*/ 2818778 h 5337795"/>
                  <a:gd name="connsiteX11" fmla="*/ 665683 w 5644670"/>
                  <a:gd name="connsiteY11" fmla="*/ 1975104 h 5337795"/>
                  <a:gd name="connsiteX12" fmla="*/ 2633472 w 5644670"/>
                  <a:gd name="connsiteY12" fmla="*/ 0 h 5337795"/>
                  <a:gd name="connsiteX13" fmla="*/ 4712039 w 5644670"/>
                  <a:gd name="connsiteY13" fmla="*/ 2543951 h 5337795"/>
                  <a:gd name="connsiteX14" fmla="*/ 4030675 w 5644670"/>
                  <a:gd name="connsiteY14" fmla="*/ 3928262 h 5337795"/>
                  <a:gd name="connsiteX15" fmla="*/ 4453179 w 5644670"/>
                  <a:gd name="connsiteY15" fmla="*/ 5313893 h 5337795"/>
                  <a:gd name="connsiteX16" fmla="*/ 5644670 w 5644670"/>
                  <a:gd name="connsiteY16" fmla="*/ 5337795 h 5337795"/>
                  <a:gd name="connsiteX0" fmla="*/ 0 w 5661442"/>
                  <a:gd name="connsiteY0" fmla="*/ 5325465 h 5325465"/>
                  <a:gd name="connsiteX1" fmla="*/ 0 w 5661442"/>
                  <a:gd name="connsiteY1" fmla="*/ 5325465 h 5325465"/>
                  <a:gd name="connsiteX2" fmla="*/ 2239524 w 5661442"/>
                  <a:gd name="connsiteY2" fmla="*/ 5309946 h 5325465"/>
                  <a:gd name="connsiteX3" fmla="*/ 1938528 w 5661442"/>
                  <a:gd name="connsiteY3" fmla="*/ 4337913 h 5325465"/>
                  <a:gd name="connsiteX4" fmla="*/ 833932 w 5661442"/>
                  <a:gd name="connsiteY4" fmla="*/ 4411066 h 5325465"/>
                  <a:gd name="connsiteX5" fmla="*/ 694944 w 5661442"/>
                  <a:gd name="connsiteY5" fmla="*/ 3745382 h 5325465"/>
                  <a:gd name="connsiteX6" fmla="*/ 519379 w 5661442"/>
                  <a:gd name="connsiteY6" fmla="*/ 3599078 h 5325465"/>
                  <a:gd name="connsiteX7" fmla="*/ 557005 w 5661442"/>
                  <a:gd name="connsiteY7" fmla="*/ 3470193 h 5325465"/>
                  <a:gd name="connsiteX8" fmla="*/ 456331 w 5661442"/>
                  <a:gd name="connsiteY8" fmla="*/ 3362205 h 5325465"/>
                  <a:gd name="connsiteX9" fmla="*/ 559793 w 5661442"/>
                  <a:gd name="connsiteY9" fmla="*/ 3057428 h 5325465"/>
                  <a:gd name="connsiteX10" fmla="*/ 118419 w 5661442"/>
                  <a:gd name="connsiteY10" fmla="*/ 2818778 h 5325465"/>
                  <a:gd name="connsiteX11" fmla="*/ 665683 w 5661442"/>
                  <a:gd name="connsiteY11" fmla="*/ 1975104 h 5325465"/>
                  <a:gd name="connsiteX12" fmla="*/ 2633472 w 5661442"/>
                  <a:gd name="connsiteY12" fmla="*/ 0 h 5325465"/>
                  <a:gd name="connsiteX13" fmla="*/ 4712039 w 5661442"/>
                  <a:gd name="connsiteY13" fmla="*/ 2543951 h 5325465"/>
                  <a:gd name="connsiteX14" fmla="*/ 4030675 w 5661442"/>
                  <a:gd name="connsiteY14" fmla="*/ 3928262 h 5325465"/>
                  <a:gd name="connsiteX15" fmla="*/ 4453179 w 5661442"/>
                  <a:gd name="connsiteY15" fmla="*/ 5313893 h 5325465"/>
                  <a:gd name="connsiteX16" fmla="*/ 5661442 w 5661442"/>
                  <a:gd name="connsiteY16" fmla="*/ 5312636 h 5325465"/>
                  <a:gd name="connsiteX0" fmla="*/ 0 w 5661442"/>
                  <a:gd name="connsiteY0" fmla="*/ 5325465 h 5325465"/>
                  <a:gd name="connsiteX1" fmla="*/ 0 w 5661442"/>
                  <a:gd name="connsiteY1" fmla="*/ 5325465 h 5325465"/>
                  <a:gd name="connsiteX2" fmla="*/ 2239524 w 5661442"/>
                  <a:gd name="connsiteY2" fmla="*/ 5309946 h 5325465"/>
                  <a:gd name="connsiteX3" fmla="*/ 1938528 w 5661442"/>
                  <a:gd name="connsiteY3" fmla="*/ 4337913 h 5325465"/>
                  <a:gd name="connsiteX4" fmla="*/ 833932 w 5661442"/>
                  <a:gd name="connsiteY4" fmla="*/ 4411066 h 5325465"/>
                  <a:gd name="connsiteX5" fmla="*/ 694944 w 5661442"/>
                  <a:gd name="connsiteY5" fmla="*/ 3745382 h 5325465"/>
                  <a:gd name="connsiteX6" fmla="*/ 519379 w 5661442"/>
                  <a:gd name="connsiteY6" fmla="*/ 3599078 h 5325465"/>
                  <a:gd name="connsiteX7" fmla="*/ 557005 w 5661442"/>
                  <a:gd name="connsiteY7" fmla="*/ 3470193 h 5325465"/>
                  <a:gd name="connsiteX8" fmla="*/ 456331 w 5661442"/>
                  <a:gd name="connsiteY8" fmla="*/ 3362205 h 5325465"/>
                  <a:gd name="connsiteX9" fmla="*/ 559793 w 5661442"/>
                  <a:gd name="connsiteY9" fmla="*/ 3057428 h 5325465"/>
                  <a:gd name="connsiteX10" fmla="*/ 118419 w 5661442"/>
                  <a:gd name="connsiteY10" fmla="*/ 2818778 h 5325465"/>
                  <a:gd name="connsiteX11" fmla="*/ 665683 w 5661442"/>
                  <a:gd name="connsiteY11" fmla="*/ 1975104 h 5325465"/>
                  <a:gd name="connsiteX12" fmla="*/ 2633472 w 5661442"/>
                  <a:gd name="connsiteY12" fmla="*/ 0 h 5325465"/>
                  <a:gd name="connsiteX13" fmla="*/ 4712039 w 5661442"/>
                  <a:gd name="connsiteY13" fmla="*/ 2543951 h 5325465"/>
                  <a:gd name="connsiteX14" fmla="*/ 4030675 w 5661442"/>
                  <a:gd name="connsiteY14" fmla="*/ 3928262 h 5325465"/>
                  <a:gd name="connsiteX15" fmla="*/ 4453179 w 5661442"/>
                  <a:gd name="connsiteY15" fmla="*/ 5313893 h 5325465"/>
                  <a:gd name="connsiteX16" fmla="*/ 5661442 w 5661442"/>
                  <a:gd name="connsiteY16" fmla="*/ 5312636 h 5325465"/>
                  <a:gd name="connsiteX0" fmla="*/ 0 w 5661442"/>
                  <a:gd name="connsiteY0" fmla="*/ 5325465 h 5342856"/>
                  <a:gd name="connsiteX1" fmla="*/ 0 w 5661442"/>
                  <a:gd name="connsiteY1" fmla="*/ 5325465 h 5342856"/>
                  <a:gd name="connsiteX2" fmla="*/ 2239524 w 5661442"/>
                  <a:gd name="connsiteY2" fmla="*/ 5309946 h 5342856"/>
                  <a:gd name="connsiteX3" fmla="*/ 1938528 w 5661442"/>
                  <a:gd name="connsiteY3" fmla="*/ 4337913 h 5342856"/>
                  <a:gd name="connsiteX4" fmla="*/ 833932 w 5661442"/>
                  <a:gd name="connsiteY4" fmla="*/ 4411066 h 5342856"/>
                  <a:gd name="connsiteX5" fmla="*/ 694944 w 5661442"/>
                  <a:gd name="connsiteY5" fmla="*/ 3745382 h 5342856"/>
                  <a:gd name="connsiteX6" fmla="*/ 519379 w 5661442"/>
                  <a:gd name="connsiteY6" fmla="*/ 3599078 h 5342856"/>
                  <a:gd name="connsiteX7" fmla="*/ 557005 w 5661442"/>
                  <a:gd name="connsiteY7" fmla="*/ 3470193 h 5342856"/>
                  <a:gd name="connsiteX8" fmla="*/ 456331 w 5661442"/>
                  <a:gd name="connsiteY8" fmla="*/ 3362205 h 5342856"/>
                  <a:gd name="connsiteX9" fmla="*/ 559793 w 5661442"/>
                  <a:gd name="connsiteY9" fmla="*/ 3057428 h 5342856"/>
                  <a:gd name="connsiteX10" fmla="*/ 118419 w 5661442"/>
                  <a:gd name="connsiteY10" fmla="*/ 2818778 h 5342856"/>
                  <a:gd name="connsiteX11" fmla="*/ 665683 w 5661442"/>
                  <a:gd name="connsiteY11" fmla="*/ 1975104 h 5342856"/>
                  <a:gd name="connsiteX12" fmla="*/ 2633472 w 5661442"/>
                  <a:gd name="connsiteY12" fmla="*/ 0 h 5342856"/>
                  <a:gd name="connsiteX13" fmla="*/ 4712039 w 5661442"/>
                  <a:gd name="connsiteY13" fmla="*/ 2543951 h 5342856"/>
                  <a:gd name="connsiteX14" fmla="*/ 4030675 w 5661442"/>
                  <a:gd name="connsiteY14" fmla="*/ 3928262 h 5342856"/>
                  <a:gd name="connsiteX15" fmla="*/ 4453179 w 5661442"/>
                  <a:gd name="connsiteY15" fmla="*/ 5313893 h 5342856"/>
                  <a:gd name="connsiteX16" fmla="*/ 5661442 w 5661442"/>
                  <a:gd name="connsiteY16" fmla="*/ 5342856 h 5342856"/>
                  <a:gd name="connsiteX0" fmla="*/ 0 w 5691660"/>
                  <a:gd name="connsiteY0" fmla="*/ 5325465 h 5325465"/>
                  <a:gd name="connsiteX1" fmla="*/ 0 w 5691660"/>
                  <a:gd name="connsiteY1" fmla="*/ 5325465 h 5325465"/>
                  <a:gd name="connsiteX2" fmla="*/ 2239524 w 5691660"/>
                  <a:gd name="connsiteY2" fmla="*/ 5309946 h 5325465"/>
                  <a:gd name="connsiteX3" fmla="*/ 1938528 w 5691660"/>
                  <a:gd name="connsiteY3" fmla="*/ 4337913 h 5325465"/>
                  <a:gd name="connsiteX4" fmla="*/ 833932 w 5691660"/>
                  <a:gd name="connsiteY4" fmla="*/ 4411066 h 5325465"/>
                  <a:gd name="connsiteX5" fmla="*/ 694944 w 5691660"/>
                  <a:gd name="connsiteY5" fmla="*/ 3745382 h 5325465"/>
                  <a:gd name="connsiteX6" fmla="*/ 519379 w 5691660"/>
                  <a:gd name="connsiteY6" fmla="*/ 3599078 h 5325465"/>
                  <a:gd name="connsiteX7" fmla="*/ 557005 w 5691660"/>
                  <a:gd name="connsiteY7" fmla="*/ 3470193 h 5325465"/>
                  <a:gd name="connsiteX8" fmla="*/ 456331 w 5691660"/>
                  <a:gd name="connsiteY8" fmla="*/ 3362205 h 5325465"/>
                  <a:gd name="connsiteX9" fmla="*/ 559793 w 5691660"/>
                  <a:gd name="connsiteY9" fmla="*/ 3057428 h 5325465"/>
                  <a:gd name="connsiteX10" fmla="*/ 118419 w 5691660"/>
                  <a:gd name="connsiteY10" fmla="*/ 2818778 h 5325465"/>
                  <a:gd name="connsiteX11" fmla="*/ 665683 w 5691660"/>
                  <a:gd name="connsiteY11" fmla="*/ 1975104 h 5325465"/>
                  <a:gd name="connsiteX12" fmla="*/ 2633472 w 5691660"/>
                  <a:gd name="connsiteY12" fmla="*/ 0 h 5325465"/>
                  <a:gd name="connsiteX13" fmla="*/ 4712039 w 5691660"/>
                  <a:gd name="connsiteY13" fmla="*/ 2543951 h 5325465"/>
                  <a:gd name="connsiteX14" fmla="*/ 4030675 w 5691660"/>
                  <a:gd name="connsiteY14" fmla="*/ 3928262 h 5325465"/>
                  <a:gd name="connsiteX15" fmla="*/ 4453179 w 5691660"/>
                  <a:gd name="connsiteY15" fmla="*/ 5313893 h 5325465"/>
                  <a:gd name="connsiteX16" fmla="*/ 5691660 w 5691660"/>
                  <a:gd name="connsiteY16" fmla="*/ 5292490 h 5325465"/>
                  <a:gd name="connsiteX0" fmla="*/ 0 w 5691660"/>
                  <a:gd name="connsiteY0" fmla="*/ 5325465 h 5332783"/>
                  <a:gd name="connsiteX1" fmla="*/ 0 w 5691660"/>
                  <a:gd name="connsiteY1" fmla="*/ 5325465 h 5332783"/>
                  <a:gd name="connsiteX2" fmla="*/ 2239524 w 5691660"/>
                  <a:gd name="connsiteY2" fmla="*/ 5309946 h 5332783"/>
                  <a:gd name="connsiteX3" fmla="*/ 1938528 w 5691660"/>
                  <a:gd name="connsiteY3" fmla="*/ 4337913 h 5332783"/>
                  <a:gd name="connsiteX4" fmla="*/ 833932 w 5691660"/>
                  <a:gd name="connsiteY4" fmla="*/ 4411066 h 5332783"/>
                  <a:gd name="connsiteX5" fmla="*/ 694944 w 5691660"/>
                  <a:gd name="connsiteY5" fmla="*/ 3745382 h 5332783"/>
                  <a:gd name="connsiteX6" fmla="*/ 519379 w 5691660"/>
                  <a:gd name="connsiteY6" fmla="*/ 3599078 h 5332783"/>
                  <a:gd name="connsiteX7" fmla="*/ 557005 w 5691660"/>
                  <a:gd name="connsiteY7" fmla="*/ 3470193 h 5332783"/>
                  <a:gd name="connsiteX8" fmla="*/ 456331 w 5691660"/>
                  <a:gd name="connsiteY8" fmla="*/ 3362205 h 5332783"/>
                  <a:gd name="connsiteX9" fmla="*/ 559793 w 5691660"/>
                  <a:gd name="connsiteY9" fmla="*/ 3057428 h 5332783"/>
                  <a:gd name="connsiteX10" fmla="*/ 118419 w 5691660"/>
                  <a:gd name="connsiteY10" fmla="*/ 2818778 h 5332783"/>
                  <a:gd name="connsiteX11" fmla="*/ 665683 w 5691660"/>
                  <a:gd name="connsiteY11" fmla="*/ 1975104 h 5332783"/>
                  <a:gd name="connsiteX12" fmla="*/ 2633472 w 5691660"/>
                  <a:gd name="connsiteY12" fmla="*/ 0 h 5332783"/>
                  <a:gd name="connsiteX13" fmla="*/ 4712039 w 5691660"/>
                  <a:gd name="connsiteY13" fmla="*/ 2543951 h 5332783"/>
                  <a:gd name="connsiteX14" fmla="*/ 4030675 w 5691660"/>
                  <a:gd name="connsiteY14" fmla="*/ 3928262 h 5332783"/>
                  <a:gd name="connsiteX15" fmla="*/ 4453179 w 5691660"/>
                  <a:gd name="connsiteY15" fmla="*/ 5313893 h 5332783"/>
                  <a:gd name="connsiteX16" fmla="*/ 5691660 w 5691660"/>
                  <a:gd name="connsiteY16" fmla="*/ 5332783 h 5332783"/>
                  <a:gd name="connsiteX0" fmla="*/ 0 w 5631220"/>
                  <a:gd name="connsiteY0" fmla="*/ 5325465 h 5325465"/>
                  <a:gd name="connsiteX1" fmla="*/ 0 w 5631220"/>
                  <a:gd name="connsiteY1" fmla="*/ 5325465 h 5325465"/>
                  <a:gd name="connsiteX2" fmla="*/ 2239524 w 5631220"/>
                  <a:gd name="connsiteY2" fmla="*/ 5309946 h 5325465"/>
                  <a:gd name="connsiteX3" fmla="*/ 1938528 w 5631220"/>
                  <a:gd name="connsiteY3" fmla="*/ 4337913 h 5325465"/>
                  <a:gd name="connsiteX4" fmla="*/ 833932 w 5631220"/>
                  <a:gd name="connsiteY4" fmla="*/ 4411066 h 5325465"/>
                  <a:gd name="connsiteX5" fmla="*/ 694944 w 5631220"/>
                  <a:gd name="connsiteY5" fmla="*/ 3745382 h 5325465"/>
                  <a:gd name="connsiteX6" fmla="*/ 519379 w 5631220"/>
                  <a:gd name="connsiteY6" fmla="*/ 3599078 h 5325465"/>
                  <a:gd name="connsiteX7" fmla="*/ 557005 w 5631220"/>
                  <a:gd name="connsiteY7" fmla="*/ 3470193 h 5325465"/>
                  <a:gd name="connsiteX8" fmla="*/ 456331 w 5631220"/>
                  <a:gd name="connsiteY8" fmla="*/ 3362205 h 5325465"/>
                  <a:gd name="connsiteX9" fmla="*/ 559793 w 5631220"/>
                  <a:gd name="connsiteY9" fmla="*/ 3057428 h 5325465"/>
                  <a:gd name="connsiteX10" fmla="*/ 118419 w 5631220"/>
                  <a:gd name="connsiteY10" fmla="*/ 2818778 h 5325465"/>
                  <a:gd name="connsiteX11" fmla="*/ 665683 w 5631220"/>
                  <a:gd name="connsiteY11" fmla="*/ 1975104 h 5325465"/>
                  <a:gd name="connsiteX12" fmla="*/ 2633472 w 5631220"/>
                  <a:gd name="connsiteY12" fmla="*/ 0 h 5325465"/>
                  <a:gd name="connsiteX13" fmla="*/ 4712039 w 5631220"/>
                  <a:gd name="connsiteY13" fmla="*/ 2543951 h 5325465"/>
                  <a:gd name="connsiteX14" fmla="*/ 4030675 w 5631220"/>
                  <a:gd name="connsiteY14" fmla="*/ 3928262 h 5325465"/>
                  <a:gd name="connsiteX15" fmla="*/ 4453179 w 5631220"/>
                  <a:gd name="connsiteY15" fmla="*/ 5313893 h 5325465"/>
                  <a:gd name="connsiteX16" fmla="*/ 5631220 w 5631220"/>
                  <a:gd name="connsiteY16" fmla="*/ 5302565 h 5325465"/>
                  <a:gd name="connsiteX0" fmla="*/ 0 w 5641293"/>
                  <a:gd name="connsiteY0" fmla="*/ 5325465 h 5332785"/>
                  <a:gd name="connsiteX1" fmla="*/ 0 w 5641293"/>
                  <a:gd name="connsiteY1" fmla="*/ 5325465 h 5332785"/>
                  <a:gd name="connsiteX2" fmla="*/ 2239524 w 5641293"/>
                  <a:gd name="connsiteY2" fmla="*/ 5309946 h 5332785"/>
                  <a:gd name="connsiteX3" fmla="*/ 1938528 w 5641293"/>
                  <a:gd name="connsiteY3" fmla="*/ 4337913 h 5332785"/>
                  <a:gd name="connsiteX4" fmla="*/ 833932 w 5641293"/>
                  <a:gd name="connsiteY4" fmla="*/ 4411066 h 5332785"/>
                  <a:gd name="connsiteX5" fmla="*/ 694944 w 5641293"/>
                  <a:gd name="connsiteY5" fmla="*/ 3745382 h 5332785"/>
                  <a:gd name="connsiteX6" fmla="*/ 519379 w 5641293"/>
                  <a:gd name="connsiteY6" fmla="*/ 3599078 h 5332785"/>
                  <a:gd name="connsiteX7" fmla="*/ 557005 w 5641293"/>
                  <a:gd name="connsiteY7" fmla="*/ 3470193 h 5332785"/>
                  <a:gd name="connsiteX8" fmla="*/ 456331 w 5641293"/>
                  <a:gd name="connsiteY8" fmla="*/ 3362205 h 5332785"/>
                  <a:gd name="connsiteX9" fmla="*/ 559793 w 5641293"/>
                  <a:gd name="connsiteY9" fmla="*/ 3057428 h 5332785"/>
                  <a:gd name="connsiteX10" fmla="*/ 118419 w 5641293"/>
                  <a:gd name="connsiteY10" fmla="*/ 2818778 h 5332785"/>
                  <a:gd name="connsiteX11" fmla="*/ 665683 w 5641293"/>
                  <a:gd name="connsiteY11" fmla="*/ 1975104 h 5332785"/>
                  <a:gd name="connsiteX12" fmla="*/ 2633472 w 5641293"/>
                  <a:gd name="connsiteY12" fmla="*/ 0 h 5332785"/>
                  <a:gd name="connsiteX13" fmla="*/ 4712039 w 5641293"/>
                  <a:gd name="connsiteY13" fmla="*/ 2543951 h 5332785"/>
                  <a:gd name="connsiteX14" fmla="*/ 4030675 w 5641293"/>
                  <a:gd name="connsiteY14" fmla="*/ 3928262 h 5332785"/>
                  <a:gd name="connsiteX15" fmla="*/ 4453179 w 5641293"/>
                  <a:gd name="connsiteY15" fmla="*/ 5313893 h 5332785"/>
                  <a:gd name="connsiteX16" fmla="*/ 5641293 w 5641293"/>
                  <a:gd name="connsiteY16" fmla="*/ 5332785 h 5332785"/>
                  <a:gd name="connsiteX0" fmla="*/ 0 w 5641293"/>
                  <a:gd name="connsiteY0" fmla="*/ 5325465 h 5325465"/>
                  <a:gd name="connsiteX1" fmla="*/ 0 w 5641293"/>
                  <a:gd name="connsiteY1" fmla="*/ 5325465 h 5325465"/>
                  <a:gd name="connsiteX2" fmla="*/ 2239524 w 5641293"/>
                  <a:gd name="connsiteY2" fmla="*/ 5309946 h 5325465"/>
                  <a:gd name="connsiteX3" fmla="*/ 1938528 w 5641293"/>
                  <a:gd name="connsiteY3" fmla="*/ 4337913 h 5325465"/>
                  <a:gd name="connsiteX4" fmla="*/ 833932 w 5641293"/>
                  <a:gd name="connsiteY4" fmla="*/ 4411066 h 5325465"/>
                  <a:gd name="connsiteX5" fmla="*/ 694944 w 5641293"/>
                  <a:gd name="connsiteY5" fmla="*/ 3745382 h 5325465"/>
                  <a:gd name="connsiteX6" fmla="*/ 519379 w 5641293"/>
                  <a:gd name="connsiteY6" fmla="*/ 3599078 h 5325465"/>
                  <a:gd name="connsiteX7" fmla="*/ 557005 w 5641293"/>
                  <a:gd name="connsiteY7" fmla="*/ 3470193 h 5325465"/>
                  <a:gd name="connsiteX8" fmla="*/ 456331 w 5641293"/>
                  <a:gd name="connsiteY8" fmla="*/ 3362205 h 5325465"/>
                  <a:gd name="connsiteX9" fmla="*/ 559793 w 5641293"/>
                  <a:gd name="connsiteY9" fmla="*/ 3057428 h 5325465"/>
                  <a:gd name="connsiteX10" fmla="*/ 118419 w 5641293"/>
                  <a:gd name="connsiteY10" fmla="*/ 2818778 h 5325465"/>
                  <a:gd name="connsiteX11" fmla="*/ 665683 w 5641293"/>
                  <a:gd name="connsiteY11" fmla="*/ 1975104 h 5325465"/>
                  <a:gd name="connsiteX12" fmla="*/ 2633472 w 5641293"/>
                  <a:gd name="connsiteY12" fmla="*/ 0 h 5325465"/>
                  <a:gd name="connsiteX13" fmla="*/ 4712039 w 5641293"/>
                  <a:gd name="connsiteY13" fmla="*/ 2543951 h 5325465"/>
                  <a:gd name="connsiteX14" fmla="*/ 4030675 w 5641293"/>
                  <a:gd name="connsiteY14" fmla="*/ 3928262 h 5325465"/>
                  <a:gd name="connsiteX15" fmla="*/ 4453179 w 5641293"/>
                  <a:gd name="connsiteY15" fmla="*/ 5313893 h 5325465"/>
                  <a:gd name="connsiteX16" fmla="*/ 5641293 w 5641293"/>
                  <a:gd name="connsiteY16" fmla="*/ 5302567 h 5325465"/>
                  <a:gd name="connsiteX0" fmla="*/ 0 w 5651366"/>
                  <a:gd name="connsiteY0" fmla="*/ 5325465 h 5332785"/>
                  <a:gd name="connsiteX1" fmla="*/ 0 w 5651366"/>
                  <a:gd name="connsiteY1" fmla="*/ 5325465 h 5332785"/>
                  <a:gd name="connsiteX2" fmla="*/ 2239524 w 5651366"/>
                  <a:gd name="connsiteY2" fmla="*/ 5309946 h 5332785"/>
                  <a:gd name="connsiteX3" fmla="*/ 1938528 w 5651366"/>
                  <a:gd name="connsiteY3" fmla="*/ 4337913 h 5332785"/>
                  <a:gd name="connsiteX4" fmla="*/ 833932 w 5651366"/>
                  <a:gd name="connsiteY4" fmla="*/ 4411066 h 5332785"/>
                  <a:gd name="connsiteX5" fmla="*/ 694944 w 5651366"/>
                  <a:gd name="connsiteY5" fmla="*/ 3745382 h 5332785"/>
                  <a:gd name="connsiteX6" fmla="*/ 519379 w 5651366"/>
                  <a:gd name="connsiteY6" fmla="*/ 3599078 h 5332785"/>
                  <a:gd name="connsiteX7" fmla="*/ 557005 w 5651366"/>
                  <a:gd name="connsiteY7" fmla="*/ 3470193 h 5332785"/>
                  <a:gd name="connsiteX8" fmla="*/ 456331 w 5651366"/>
                  <a:gd name="connsiteY8" fmla="*/ 3362205 h 5332785"/>
                  <a:gd name="connsiteX9" fmla="*/ 559793 w 5651366"/>
                  <a:gd name="connsiteY9" fmla="*/ 3057428 h 5332785"/>
                  <a:gd name="connsiteX10" fmla="*/ 118419 w 5651366"/>
                  <a:gd name="connsiteY10" fmla="*/ 2818778 h 5332785"/>
                  <a:gd name="connsiteX11" fmla="*/ 665683 w 5651366"/>
                  <a:gd name="connsiteY11" fmla="*/ 1975104 h 5332785"/>
                  <a:gd name="connsiteX12" fmla="*/ 2633472 w 5651366"/>
                  <a:gd name="connsiteY12" fmla="*/ 0 h 5332785"/>
                  <a:gd name="connsiteX13" fmla="*/ 4712039 w 5651366"/>
                  <a:gd name="connsiteY13" fmla="*/ 2543951 h 5332785"/>
                  <a:gd name="connsiteX14" fmla="*/ 4030675 w 5651366"/>
                  <a:gd name="connsiteY14" fmla="*/ 3928262 h 5332785"/>
                  <a:gd name="connsiteX15" fmla="*/ 4453179 w 5651366"/>
                  <a:gd name="connsiteY15" fmla="*/ 5313893 h 5332785"/>
                  <a:gd name="connsiteX16" fmla="*/ 5651366 w 5651366"/>
                  <a:gd name="connsiteY16" fmla="*/ 5332785 h 5332785"/>
                  <a:gd name="connsiteX0" fmla="*/ 1108042 w 6759408"/>
                  <a:gd name="connsiteY0" fmla="*/ 5325465 h 5332785"/>
                  <a:gd name="connsiteX1" fmla="*/ 0 w 6759408"/>
                  <a:gd name="connsiteY1" fmla="*/ 5315392 h 5332785"/>
                  <a:gd name="connsiteX2" fmla="*/ 3347566 w 6759408"/>
                  <a:gd name="connsiteY2" fmla="*/ 5309946 h 5332785"/>
                  <a:gd name="connsiteX3" fmla="*/ 3046570 w 6759408"/>
                  <a:gd name="connsiteY3" fmla="*/ 4337913 h 5332785"/>
                  <a:gd name="connsiteX4" fmla="*/ 1941974 w 6759408"/>
                  <a:gd name="connsiteY4" fmla="*/ 4411066 h 5332785"/>
                  <a:gd name="connsiteX5" fmla="*/ 1802986 w 6759408"/>
                  <a:gd name="connsiteY5" fmla="*/ 3745382 h 5332785"/>
                  <a:gd name="connsiteX6" fmla="*/ 1627421 w 6759408"/>
                  <a:gd name="connsiteY6" fmla="*/ 3599078 h 5332785"/>
                  <a:gd name="connsiteX7" fmla="*/ 1665047 w 6759408"/>
                  <a:gd name="connsiteY7" fmla="*/ 3470193 h 5332785"/>
                  <a:gd name="connsiteX8" fmla="*/ 1564373 w 6759408"/>
                  <a:gd name="connsiteY8" fmla="*/ 3362205 h 5332785"/>
                  <a:gd name="connsiteX9" fmla="*/ 1667835 w 6759408"/>
                  <a:gd name="connsiteY9" fmla="*/ 3057428 h 5332785"/>
                  <a:gd name="connsiteX10" fmla="*/ 1226461 w 6759408"/>
                  <a:gd name="connsiteY10" fmla="*/ 2818778 h 5332785"/>
                  <a:gd name="connsiteX11" fmla="*/ 1773725 w 6759408"/>
                  <a:gd name="connsiteY11" fmla="*/ 1975104 h 5332785"/>
                  <a:gd name="connsiteX12" fmla="*/ 3741514 w 6759408"/>
                  <a:gd name="connsiteY12" fmla="*/ 0 h 5332785"/>
                  <a:gd name="connsiteX13" fmla="*/ 5820081 w 6759408"/>
                  <a:gd name="connsiteY13" fmla="*/ 2543951 h 5332785"/>
                  <a:gd name="connsiteX14" fmla="*/ 5138717 w 6759408"/>
                  <a:gd name="connsiteY14" fmla="*/ 3928262 h 5332785"/>
                  <a:gd name="connsiteX15" fmla="*/ 5561221 w 6759408"/>
                  <a:gd name="connsiteY15" fmla="*/ 5313893 h 5332785"/>
                  <a:gd name="connsiteX16" fmla="*/ 6759408 w 6759408"/>
                  <a:gd name="connsiteY16" fmla="*/ 5332785 h 5332785"/>
                  <a:gd name="connsiteX0" fmla="*/ 0 w 6759408"/>
                  <a:gd name="connsiteY0" fmla="*/ 5315392 h 5332785"/>
                  <a:gd name="connsiteX1" fmla="*/ 3347566 w 6759408"/>
                  <a:gd name="connsiteY1" fmla="*/ 5309946 h 5332785"/>
                  <a:gd name="connsiteX2" fmla="*/ 3046570 w 6759408"/>
                  <a:gd name="connsiteY2" fmla="*/ 4337913 h 5332785"/>
                  <a:gd name="connsiteX3" fmla="*/ 1941974 w 6759408"/>
                  <a:gd name="connsiteY3" fmla="*/ 4411066 h 5332785"/>
                  <a:gd name="connsiteX4" fmla="*/ 1802986 w 6759408"/>
                  <a:gd name="connsiteY4" fmla="*/ 3745382 h 5332785"/>
                  <a:gd name="connsiteX5" fmla="*/ 1627421 w 6759408"/>
                  <a:gd name="connsiteY5" fmla="*/ 3599078 h 5332785"/>
                  <a:gd name="connsiteX6" fmla="*/ 1665047 w 6759408"/>
                  <a:gd name="connsiteY6" fmla="*/ 3470193 h 5332785"/>
                  <a:gd name="connsiteX7" fmla="*/ 1564373 w 6759408"/>
                  <a:gd name="connsiteY7" fmla="*/ 3362205 h 5332785"/>
                  <a:gd name="connsiteX8" fmla="*/ 1667835 w 6759408"/>
                  <a:gd name="connsiteY8" fmla="*/ 3057428 h 5332785"/>
                  <a:gd name="connsiteX9" fmla="*/ 1226461 w 6759408"/>
                  <a:gd name="connsiteY9" fmla="*/ 2818778 h 5332785"/>
                  <a:gd name="connsiteX10" fmla="*/ 1773725 w 6759408"/>
                  <a:gd name="connsiteY10" fmla="*/ 1975104 h 5332785"/>
                  <a:gd name="connsiteX11" fmla="*/ 3741514 w 6759408"/>
                  <a:gd name="connsiteY11" fmla="*/ 0 h 5332785"/>
                  <a:gd name="connsiteX12" fmla="*/ 5820081 w 6759408"/>
                  <a:gd name="connsiteY12" fmla="*/ 2543951 h 5332785"/>
                  <a:gd name="connsiteX13" fmla="*/ 5138717 w 6759408"/>
                  <a:gd name="connsiteY13" fmla="*/ 3928262 h 5332785"/>
                  <a:gd name="connsiteX14" fmla="*/ 5561221 w 6759408"/>
                  <a:gd name="connsiteY14" fmla="*/ 5313893 h 5332785"/>
                  <a:gd name="connsiteX15" fmla="*/ 6759408 w 6759408"/>
                  <a:gd name="connsiteY15" fmla="*/ 5332785 h 5332785"/>
                  <a:gd name="connsiteX0" fmla="*/ 0 w 6759408"/>
                  <a:gd name="connsiteY0" fmla="*/ 5315392 h 5332785"/>
                  <a:gd name="connsiteX1" fmla="*/ 3347566 w 6759408"/>
                  <a:gd name="connsiteY1" fmla="*/ 5309946 h 5332785"/>
                  <a:gd name="connsiteX2" fmla="*/ 3046570 w 6759408"/>
                  <a:gd name="connsiteY2" fmla="*/ 4337913 h 5332785"/>
                  <a:gd name="connsiteX3" fmla="*/ 1941974 w 6759408"/>
                  <a:gd name="connsiteY3" fmla="*/ 4411066 h 5332785"/>
                  <a:gd name="connsiteX4" fmla="*/ 1802986 w 6759408"/>
                  <a:gd name="connsiteY4" fmla="*/ 3745382 h 5332785"/>
                  <a:gd name="connsiteX5" fmla="*/ 1627421 w 6759408"/>
                  <a:gd name="connsiteY5" fmla="*/ 3599078 h 5332785"/>
                  <a:gd name="connsiteX6" fmla="*/ 1665047 w 6759408"/>
                  <a:gd name="connsiteY6" fmla="*/ 3470193 h 5332785"/>
                  <a:gd name="connsiteX7" fmla="*/ 1564373 w 6759408"/>
                  <a:gd name="connsiteY7" fmla="*/ 3362205 h 5332785"/>
                  <a:gd name="connsiteX8" fmla="*/ 1667835 w 6759408"/>
                  <a:gd name="connsiteY8" fmla="*/ 3057428 h 5332785"/>
                  <a:gd name="connsiteX9" fmla="*/ 1226461 w 6759408"/>
                  <a:gd name="connsiteY9" fmla="*/ 2818778 h 5332785"/>
                  <a:gd name="connsiteX10" fmla="*/ 1773725 w 6759408"/>
                  <a:gd name="connsiteY10" fmla="*/ 1975104 h 5332785"/>
                  <a:gd name="connsiteX11" fmla="*/ 3741514 w 6759408"/>
                  <a:gd name="connsiteY11" fmla="*/ 0 h 5332785"/>
                  <a:gd name="connsiteX12" fmla="*/ 5820081 w 6759408"/>
                  <a:gd name="connsiteY12" fmla="*/ 2543951 h 5332785"/>
                  <a:gd name="connsiteX13" fmla="*/ 5138717 w 6759408"/>
                  <a:gd name="connsiteY13" fmla="*/ 3928262 h 5332785"/>
                  <a:gd name="connsiteX14" fmla="*/ 5561221 w 6759408"/>
                  <a:gd name="connsiteY14" fmla="*/ 5313893 h 5332785"/>
                  <a:gd name="connsiteX15" fmla="*/ 6759408 w 6759408"/>
                  <a:gd name="connsiteY15" fmla="*/ 5332785 h 5332785"/>
                  <a:gd name="connsiteX0" fmla="*/ 0 w 6759408"/>
                  <a:gd name="connsiteY0" fmla="*/ 5315392 h 5333342"/>
                  <a:gd name="connsiteX1" fmla="*/ 3347566 w 6759408"/>
                  <a:gd name="connsiteY1" fmla="*/ 5309946 h 5333342"/>
                  <a:gd name="connsiteX2" fmla="*/ 3046570 w 6759408"/>
                  <a:gd name="connsiteY2" fmla="*/ 4337913 h 5333342"/>
                  <a:gd name="connsiteX3" fmla="*/ 1941974 w 6759408"/>
                  <a:gd name="connsiteY3" fmla="*/ 4411066 h 5333342"/>
                  <a:gd name="connsiteX4" fmla="*/ 1802986 w 6759408"/>
                  <a:gd name="connsiteY4" fmla="*/ 3745382 h 5333342"/>
                  <a:gd name="connsiteX5" fmla="*/ 1627421 w 6759408"/>
                  <a:gd name="connsiteY5" fmla="*/ 3599078 h 5333342"/>
                  <a:gd name="connsiteX6" fmla="*/ 1665047 w 6759408"/>
                  <a:gd name="connsiteY6" fmla="*/ 3470193 h 5333342"/>
                  <a:gd name="connsiteX7" fmla="*/ 1564373 w 6759408"/>
                  <a:gd name="connsiteY7" fmla="*/ 3362205 h 5333342"/>
                  <a:gd name="connsiteX8" fmla="*/ 1667835 w 6759408"/>
                  <a:gd name="connsiteY8" fmla="*/ 3057428 h 5333342"/>
                  <a:gd name="connsiteX9" fmla="*/ 1226461 w 6759408"/>
                  <a:gd name="connsiteY9" fmla="*/ 2818778 h 5333342"/>
                  <a:gd name="connsiteX10" fmla="*/ 1773725 w 6759408"/>
                  <a:gd name="connsiteY10" fmla="*/ 1975104 h 5333342"/>
                  <a:gd name="connsiteX11" fmla="*/ 3741514 w 6759408"/>
                  <a:gd name="connsiteY11" fmla="*/ 0 h 5333342"/>
                  <a:gd name="connsiteX12" fmla="*/ 5820081 w 6759408"/>
                  <a:gd name="connsiteY12" fmla="*/ 2543951 h 5333342"/>
                  <a:gd name="connsiteX13" fmla="*/ 5138717 w 6759408"/>
                  <a:gd name="connsiteY13" fmla="*/ 3928262 h 5333342"/>
                  <a:gd name="connsiteX14" fmla="*/ 5561221 w 6759408"/>
                  <a:gd name="connsiteY14" fmla="*/ 5313893 h 5333342"/>
                  <a:gd name="connsiteX15" fmla="*/ 6759408 w 6759408"/>
                  <a:gd name="connsiteY15" fmla="*/ 5332785 h 5333342"/>
                  <a:gd name="connsiteX0" fmla="*/ 0 w 6453857"/>
                  <a:gd name="connsiteY0" fmla="*/ 5334489 h 5334489"/>
                  <a:gd name="connsiteX1" fmla="*/ 3042015 w 6453857"/>
                  <a:gd name="connsiteY1" fmla="*/ 5309946 h 5334489"/>
                  <a:gd name="connsiteX2" fmla="*/ 2741019 w 6453857"/>
                  <a:gd name="connsiteY2" fmla="*/ 4337913 h 5334489"/>
                  <a:gd name="connsiteX3" fmla="*/ 1636423 w 6453857"/>
                  <a:gd name="connsiteY3" fmla="*/ 4411066 h 5334489"/>
                  <a:gd name="connsiteX4" fmla="*/ 1497435 w 6453857"/>
                  <a:gd name="connsiteY4" fmla="*/ 3745382 h 5334489"/>
                  <a:gd name="connsiteX5" fmla="*/ 1321870 w 6453857"/>
                  <a:gd name="connsiteY5" fmla="*/ 3599078 h 5334489"/>
                  <a:gd name="connsiteX6" fmla="*/ 1359496 w 6453857"/>
                  <a:gd name="connsiteY6" fmla="*/ 3470193 h 5334489"/>
                  <a:gd name="connsiteX7" fmla="*/ 1258822 w 6453857"/>
                  <a:gd name="connsiteY7" fmla="*/ 3362205 h 5334489"/>
                  <a:gd name="connsiteX8" fmla="*/ 1362284 w 6453857"/>
                  <a:gd name="connsiteY8" fmla="*/ 3057428 h 5334489"/>
                  <a:gd name="connsiteX9" fmla="*/ 920910 w 6453857"/>
                  <a:gd name="connsiteY9" fmla="*/ 2818778 h 5334489"/>
                  <a:gd name="connsiteX10" fmla="*/ 1468174 w 6453857"/>
                  <a:gd name="connsiteY10" fmla="*/ 1975104 h 5334489"/>
                  <a:gd name="connsiteX11" fmla="*/ 3435963 w 6453857"/>
                  <a:gd name="connsiteY11" fmla="*/ 0 h 5334489"/>
                  <a:gd name="connsiteX12" fmla="*/ 5514530 w 6453857"/>
                  <a:gd name="connsiteY12" fmla="*/ 2543951 h 5334489"/>
                  <a:gd name="connsiteX13" fmla="*/ 4833166 w 6453857"/>
                  <a:gd name="connsiteY13" fmla="*/ 3928262 h 5334489"/>
                  <a:gd name="connsiteX14" fmla="*/ 5255670 w 6453857"/>
                  <a:gd name="connsiteY14" fmla="*/ 5313893 h 5334489"/>
                  <a:gd name="connsiteX15" fmla="*/ 6453857 w 6453857"/>
                  <a:gd name="connsiteY15" fmla="*/ 5332785 h 5334489"/>
                  <a:gd name="connsiteX0" fmla="*/ 0 w 7560387"/>
                  <a:gd name="connsiteY0" fmla="*/ 5334489 h 5334489"/>
                  <a:gd name="connsiteX1" fmla="*/ 3042015 w 7560387"/>
                  <a:gd name="connsiteY1" fmla="*/ 5309946 h 5334489"/>
                  <a:gd name="connsiteX2" fmla="*/ 2741019 w 7560387"/>
                  <a:gd name="connsiteY2" fmla="*/ 4337913 h 5334489"/>
                  <a:gd name="connsiteX3" fmla="*/ 1636423 w 7560387"/>
                  <a:gd name="connsiteY3" fmla="*/ 4411066 h 5334489"/>
                  <a:gd name="connsiteX4" fmla="*/ 1497435 w 7560387"/>
                  <a:gd name="connsiteY4" fmla="*/ 3745382 h 5334489"/>
                  <a:gd name="connsiteX5" fmla="*/ 1321870 w 7560387"/>
                  <a:gd name="connsiteY5" fmla="*/ 3599078 h 5334489"/>
                  <a:gd name="connsiteX6" fmla="*/ 1359496 w 7560387"/>
                  <a:gd name="connsiteY6" fmla="*/ 3470193 h 5334489"/>
                  <a:gd name="connsiteX7" fmla="*/ 1258822 w 7560387"/>
                  <a:gd name="connsiteY7" fmla="*/ 3362205 h 5334489"/>
                  <a:gd name="connsiteX8" fmla="*/ 1362284 w 7560387"/>
                  <a:gd name="connsiteY8" fmla="*/ 3057428 h 5334489"/>
                  <a:gd name="connsiteX9" fmla="*/ 920910 w 7560387"/>
                  <a:gd name="connsiteY9" fmla="*/ 2818778 h 5334489"/>
                  <a:gd name="connsiteX10" fmla="*/ 1468174 w 7560387"/>
                  <a:gd name="connsiteY10" fmla="*/ 1975104 h 5334489"/>
                  <a:gd name="connsiteX11" fmla="*/ 3435963 w 7560387"/>
                  <a:gd name="connsiteY11" fmla="*/ 0 h 5334489"/>
                  <a:gd name="connsiteX12" fmla="*/ 5514530 w 7560387"/>
                  <a:gd name="connsiteY12" fmla="*/ 2543951 h 5334489"/>
                  <a:gd name="connsiteX13" fmla="*/ 4833166 w 7560387"/>
                  <a:gd name="connsiteY13" fmla="*/ 3928262 h 5334489"/>
                  <a:gd name="connsiteX14" fmla="*/ 5255670 w 7560387"/>
                  <a:gd name="connsiteY14" fmla="*/ 5313893 h 5334489"/>
                  <a:gd name="connsiteX15" fmla="*/ 7560387 w 7560387"/>
                  <a:gd name="connsiteY15" fmla="*/ 5313143 h 5334489"/>
                  <a:gd name="connsiteX0" fmla="*/ 0 w 7638956"/>
                  <a:gd name="connsiteY0" fmla="*/ 5321395 h 5321395"/>
                  <a:gd name="connsiteX1" fmla="*/ 3120584 w 7638956"/>
                  <a:gd name="connsiteY1" fmla="*/ 5309946 h 5321395"/>
                  <a:gd name="connsiteX2" fmla="*/ 2819588 w 7638956"/>
                  <a:gd name="connsiteY2" fmla="*/ 4337913 h 5321395"/>
                  <a:gd name="connsiteX3" fmla="*/ 1714992 w 7638956"/>
                  <a:gd name="connsiteY3" fmla="*/ 4411066 h 5321395"/>
                  <a:gd name="connsiteX4" fmla="*/ 1576004 w 7638956"/>
                  <a:gd name="connsiteY4" fmla="*/ 3745382 h 5321395"/>
                  <a:gd name="connsiteX5" fmla="*/ 1400439 w 7638956"/>
                  <a:gd name="connsiteY5" fmla="*/ 3599078 h 5321395"/>
                  <a:gd name="connsiteX6" fmla="*/ 1438065 w 7638956"/>
                  <a:gd name="connsiteY6" fmla="*/ 3470193 h 5321395"/>
                  <a:gd name="connsiteX7" fmla="*/ 1337391 w 7638956"/>
                  <a:gd name="connsiteY7" fmla="*/ 3362205 h 5321395"/>
                  <a:gd name="connsiteX8" fmla="*/ 1440853 w 7638956"/>
                  <a:gd name="connsiteY8" fmla="*/ 3057428 h 5321395"/>
                  <a:gd name="connsiteX9" fmla="*/ 999479 w 7638956"/>
                  <a:gd name="connsiteY9" fmla="*/ 2818778 h 5321395"/>
                  <a:gd name="connsiteX10" fmla="*/ 1546743 w 7638956"/>
                  <a:gd name="connsiteY10" fmla="*/ 1975104 h 5321395"/>
                  <a:gd name="connsiteX11" fmla="*/ 3514532 w 7638956"/>
                  <a:gd name="connsiteY11" fmla="*/ 0 h 5321395"/>
                  <a:gd name="connsiteX12" fmla="*/ 5593099 w 7638956"/>
                  <a:gd name="connsiteY12" fmla="*/ 2543951 h 5321395"/>
                  <a:gd name="connsiteX13" fmla="*/ 4911735 w 7638956"/>
                  <a:gd name="connsiteY13" fmla="*/ 3928262 h 5321395"/>
                  <a:gd name="connsiteX14" fmla="*/ 5334239 w 7638956"/>
                  <a:gd name="connsiteY14" fmla="*/ 5313893 h 5321395"/>
                  <a:gd name="connsiteX15" fmla="*/ 7638956 w 7638956"/>
                  <a:gd name="connsiteY15" fmla="*/ 5313143 h 5321395"/>
                  <a:gd name="connsiteX0" fmla="*/ 0 w 7638956"/>
                  <a:gd name="connsiteY0" fmla="*/ 5321395 h 5321395"/>
                  <a:gd name="connsiteX1" fmla="*/ 3120584 w 7638956"/>
                  <a:gd name="connsiteY1" fmla="*/ 5309946 h 5321395"/>
                  <a:gd name="connsiteX2" fmla="*/ 2819588 w 7638956"/>
                  <a:gd name="connsiteY2" fmla="*/ 4337913 h 5321395"/>
                  <a:gd name="connsiteX3" fmla="*/ 1714992 w 7638956"/>
                  <a:gd name="connsiteY3" fmla="*/ 4411066 h 5321395"/>
                  <a:gd name="connsiteX4" fmla="*/ 1576004 w 7638956"/>
                  <a:gd name="connsiteY4" fmla="*/ 3745382 h 5321395"/>
                  <a:gd name="connsiteX5" fmla="*/ 1400439 w 7638956"/>
                  <a:gd name="connsiteY5" fmla="*/ 3599078 h 5321395"/>
                  <a:gd name="connsiteX6" fmla="*/ 1438065 w 7638956"/>
                  <a:gd name="connsiteY6" fmla="*/ 3470193 h 5321395"/>
                  <a:gd name="connsiteX7" fmla="*/ 1337391 w 7638956"/>
                  <a:gd name="connsiteY7" fmla="*/ 3362205 h 5321395"/>
                  <a:gd name="connsiteX8" fmla="*/ 1440853 w 7638956"/>
                  <a:gd name="connsiteY8" fmla="*/ 3057428 h 5321395"/>
                  <a:gd name="connsiteX9" fmla="*/ 999479 w 7638956"/>
                  <a:gd name="connsiteY9" fmla="*/ 2818778 h 5321395"/>
                  <a:gd name="connsiteX10" fmla="*/ 1546743 w 7638956"/>
                  <a:gd name="connsiteY10" fmla="*/ 1975104 h 5321395"/>
                  <a:gd name="connsiteX11" fmla="*/ 3514532 w 7638956"/>
                  <a:gd name="connsiteY11" fmla="*/ 0 h 5321395"/>
                  <a:gd name="connsiteX12" fmla="*/ 5593099 w 7638956"/>
                  <a:gd name="connsiteY12" fmla="*/ 2543951 h 5321395"/>
                  <a:gd name="connsiteX13" fmla="*/ 4911735 w 7638956"/>
                  <a:gd name="connsiteY13" fmla="*/ 3928262 h 5321395"/>
                  <a:gd name="connsiteX14" fmla="*/ 5334239 w 7638956"/>
                  <a:gd name="connsiteY14" fmla="*/ 5313893 h 5321395"/>
                  <a:gd name="connsiteX15" fmla="*/ 7638956 w 7638956"/>
                  <a:gd name="connsiteY15" fmla="*/ 5313143 h 5321395"/>
                  <a:gd name="connsiteX0" fmla="*/ 0 w 7658598"/>
                  <a:gd name="connsiteY0" fmla="*/ 5301753 h 5317437"/>
                  <a:gd name="connsiteX1" fmla="*/ 3140226 w 7658598"/>
                  <a:gd name="connsiteY1" fmla="*/ 5309946 h 5317437"/>
                  <a:gd name="connsiteX2" fmla="*/ 2839230 w 7658598"/>
                  <a:gd name="connsiteY2" fmla="*/ 4337913 h 5317437"/>
                  <a:gd name="connsiteX3" fmla="*/ 1734634 w 7658598"/>
                  <a:gd name="connsiteY3" fmla="*/ 4411066 h 5317437"/>
                  <a:gd name="connsiteX4" fmla="*/ 1595646 w 7658598"/>
                  <a:gd name="connsiteY4" fmla="*/ 3745382 h 5317437"/>
                  <a:gd name="connsiteX5" fmla="*/ 1420081 w 7658598"/>
                  <a:gd name="connsiteY5" fmla="*/ 3599078 h 5317437"/>
                  <a:gd name="connsiteX6" fmla="*/ 1457707 w 7658598"/>
                  <a:gd name="connsiteY6" fmla="*/ 3470193 h 5317437"/>
                  <a:gd name="connsiteX7" fmla="*/ 1357033 w 7658598"/>
                  <a:gd name="connsiteY7" fmla="*/ 3362205 h 5317437"/>
                  <a:gd name="connsiteX8" fmla="*/ 1460495 w 7658598"/>
                  <a:gd name="connsiteY8" fmla="*/ 3057428 h 5317437"/>
                  <a:gd name="connsiteX9" fmla="*/ 1019121 w 7658598"/>
                  <a:gd name="connsiteY9" fmla="*/ 2818778 h 5317437"/>
                  <a:gd name="connsiteX10" fmla="*/ 1566385 w 7658598"/>
                  <a:gd name="connsiteY10" fmla="*/ 1975104 h 5317437"/>
                  <a:gd name="connsiteX11" fmla="*/ 3534174 w 7658598"/>
                  <a:gd name="connsiteY11" fmla="*/ 0 h 5317437"/>
                  <a:gd name="connsiteX12" fmla="*/ 5612741 w 7658598"/>
                  <a:gd name="connsiteY12" fmla="*/ 2543951 h 5317437"/>
                  <a:gd name="connsiteX13" fmla="*/ 4931377 w 7658598"/>
                  <a:gd name="connsiteY13" fmla="*/ 3928262 h 5317437"/>
                  <a:gd name="connsiteX14" fmla="*/ 5353881 w 7658598"/>
                  <a:gd name="connsiteY14" fmla="*/ 5313893 h 5317437"/>
                  <a:gd name="connsiteX15" fmla="*/ 7658598 w 7658598"/>
                  <a:gd name="connsiteY15" fmla="*/ 5313143 h 5317437"/>
                  <a:gd name="connsiteX0" fmla="*/ 0 w 7665144"/>
                  <a:gd name="connsiteY0" fmla="*/ 5314847 h 5317437"/>
                  <a:gd name="connsiteX1" fmla="*/ 3146772 w 7665144"/>
                  <a:gd name="connsiteY1" fmla="*/ 5309946 h 5317437"/>
                  <a:gd name="connsiteX2" fmla="*/ 2845776 w 7665144"/>
                  <a:gd name="connsiteY2" fmla="*/ 4337913 h 5317437"/>
                  <a:gd name="connsiteX3" fmla="*/ 1741180 w 7665144"/>
                  <a:gd name="connsiteY3" fmla="*/ 4411066 h 5317437"/>
                  <a:gd name="connsiteX4" fmla="*/ 1602192 w 7665144"/>
                  <a:gd name="connsiteY4" fmla="*/ 3745382 h 5317437"/>
                  <a:gd name="connsiteX5" fmla="*/ 1426627 w 7665144"/>
                  <a:gd name="connsiteY5" fmla="*/ 3599078 h 5317437"/>
                  <a:gd name="connsiteX6" fmla="*/ 1464253 w 7665144"/>
                  <a:gd name="connsiteY6" fmla="*/ 3470193 h 5317437"/>
                  <a:gd name="connsiteX7" fmla="*/ 1363579 w 7665144"/>
                  <a:gd name="connsiteY7" fmla="*/ 3362205 h 5317437"/>
                  <a:gd name="connsiteX8" fmla="*/ 1467041 w 7665144"/>
                  <a:gd name="connsiteY8" fmla="*/ 3057428 h 5317437"/>
                  <a:gd name="connsiteX9" fmla="*/ 1025667 w 7665144"/>
                  <a:gd name="connsiteY9" fmla="*/ 2818778 h 5317437"/>
                  <a:gd name="connsiteX10" fmla="*/ 1572931 w 7665144"/>
                  <a:gd name="connsiteY10" fmla="*/ 1975104 h 5317437"/>
                  <a:gd name="connsiteX11" fmla="*/ 3540720 w 7665144"/>
                  <a:gd name="connsiteY11" fmla="*/ 0 h 5317437"/>
                  <a:gd name="connsiteX12" fmla="*/ 5619287 w 7665144"/>
                  <a:gd name="connsiteY12" fmla="*/ 2543951 h 5317437"/>
                  <a:gd name="connsiteX13" fmla="*/ 4937923 w 7665144"/>
                  <a:gd name="connsiteY13" fmla="*/ 3928262 h 5317437"/>
                  <a:gd name="connsiteX14" fmla="*/ 5360427 w 7665144"/>
                  <a:gd name="connsiteY14" fmla="*/ 5313893 h 5317437"/>
                  <a:gd name="connsiteX15" fmla="*/ 7665144 w 7665144"/>
                  <a:gd name="connsiteY15" fmla="*/ 5313143 h 5317437"/>
                  <a:gd name="connsiteX0" fmla="*/ 0 w 7625859"/>
                  <a:gd name="connsiteY0" fmla="*/ 5308299 h 5317437"/>
                  <a:gd name="connsiteX1" fmla="*/ 3107487 w 7625859"/>
                  <a:gd name="connsiteY1" fmla="*/ 5309946 h 5317437"/>
                  <a:gd name="connsiteX2" fmla="*/ 2806491 w 7625859"/>
                  <a:gd name="connsiteY2" fmla="*/ 4337913 h 5317437"/>
                  <a:gd name="connsiteX3" fmla="*/ 1701895 w 7625859"/>
                  <a:gd name="connsiteY3" fmla="*/ 4411066 h 5317437"/>
                  <a:gd name="connsiteX4" fmla="*/ 1562907 w 7625859"/>
                  <a:gd name="connsiteY4" fmla="*/ 3745382 h 5317437"/>
                  <a:gd name="connsiteX5" fmla="*/ 1387342 w 7625859"/>
                  <a:gd name="connsiteY5" fmla="*/ 3599078 h 5317437"/>
                  <a:gd name="connsiteX6" fmla="*/ 1424968 w 7625859"/>
                  <a:gd name="connsiteY6" fmla="*/ 3470193 h 5317437"/>
                  <a:gd name="connsiteX7" fmla="*/ 1324294 w 7625859"/>
                  <a:gd name="connsiteY7" fmla="*/ 3362205 h 5317437"/>
                  <a:gd name="connsiteX8" fmla="*/ 1427756 w 7625859"/>
                  <a:gd name="connsiteY8" fmla="*/ 3057428 h 5317437"/>
                  <a:gd name="connsiteX9" fmla="*/ 986382 w 7625859"/>
                  <a:gd name="connsiteY9" fmla="*/ 2818778 h 5317437"/>
                  <a:gd name="connsiteX10" fmla="*/ 1533646 w 7625859"/>
                  <a:gd name="connsiteY10" fmla="*/ 1975104 h 5317437"/>
                  <a:gd name="connsiteX11" fmla="*/ 3501435 w 7625859"/>
                  <a:gd name="connsiteY11" fmla="*/ 0 h 5317437"/>
                  <a:gd name="connsiteX12" fmla="*/ 5580002 w 7625859"/>
                  <a:gd name="connsiteY12" fmla="*/ 2543951 h 5317437"/>
                  <a:gd name="connsiteX13" fmla="*/ 4898638 w 7625859"/>
                  <a:gd name="connsiteY13" fmla="*/ 3928262 h 5317437"/>
                  <a:gd name="connsiteX14" fmla="*/ 5321142 w 7625859"/>
                  <a:gd name="connsiteY14" fmla="*/ 5313893 h 5317437"/>
                  <a:gd name="connsiteX15" fmla="*/ 7625859 w 7625859"/>
                  <a:gd name="connsiteY15" fmla="*/ 5313143 h 5317437"/>
                  <a:gd name="connsiteX0" fmla="*/ 0 w 7645503"/>
                  <a:gd name="connsiteY0" fmla="*/ 5308299 h 5317437"/>
                  <a:gd name="connsiteX1" fmla="*/ 3127131 w 7645503"/>
                  <a:gd name="connsiteY1" fmla="*/ 5309946 h 5317437"/>
                  <a:gd name="connsiteX2" fmla="*/ 2826135 w 7645503"/>
                  <a:gd name="connsiteY2" fmla="*/ 4337913 h 5317437"/>
                  <a:gd name="connsiteX3" fmla="*/ 1721539 w 7645503"/>
                  <a:gd name="connsiteY3" fmla="*/ 4411066 h 5317437"/>
                  <a:gd name="connsiteX4" fmla="*/ 1582551 w 7645503"/>
                  <a:gd name="connsiteY4" fmla="*/ 3745382 h 5317437"/>
                  <a:gd name="connsiteX5" fmla="*/ 1406986 w 7645503"/>
                  <a:gd name="connsiteY5" fmla="*/ 3599078 h 5317437"/>
                  <a:gd name="connsiteX6" fmla="*/ 1444612 w 7645503"/>
                  <a:gd name="connsiteY6" fmla="*/ 3470193 h 5317437"/>
                  <a:gd name="connsiteX7" fmla="*/ 1343938 w 7645503"/>
                  <a:gd name="connsiteY7" fmla="*/ 3362205 h 5317437"/>
                  <a:gd name="connsiteX8" fmla="*/ 1447400 w 7645503"/>
                  <a:gd name="connsiteY8" fmla="*/ 3057428 h 5317437"/>
                  <a:gd name="connsiteX9" fmla="*/ 1006026 w 7645503"/>
                  <a:gd name="connsiteY9" fmla="*/ 2818778 h 5317437"/>
                  <a:gd name="connsiteX10" fmla="*/ 1553290 w 7645503"/>
                  <a:gd name="connsiteY10" fmla="*/ 1975104 h 5317437"/>
                  <a:gd name="connsiteX11" fmla="*/ 3521079 w 7645503"/>
                  <a:gd name="connsiteY11" fmla="*/ 0 h 5317437"/>
                  <a:gd name="connsiteX12" fmla="*/ 5599646 w 7645503"/>
                  <a:gd name="connsiteY12" fmla="*/ 2543951 h 5317437"/>
                  <a:gd name="connsiteX13" fmla="*/ 4918282 w 7645503"/>
                  <a:gd name="connsiteY13" fmla="*/ 3928262 h 5317437"/>
                  <a:gd name="connsiteX14" fmla="*/ 5340786 w 7645503"/>
                  <a:gd name="connsiteY14" fmla="*/ 5313893 h 5317437"/>
                  <a:gd name="connsiteX15" fmla="*/ 7645503 w 7645503"/>
                  <a:gd name="connsiteY15" fmla="*/ 5313143 h 5317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645503" h="5317437">
                    <a:moveTo>
                      <a:pt x="0" y="5308299"/>
                    </a:moveTo>
                    <a:lnTo>
                      <a:pt x="3127131" y="5309946"/>
                    </a:lnTo>
                    <a:cubicBezTo>
                      <a:pt x="3063141" y="5002707"/>
                      <a:pt x="3048029" y="4564685"/>
                      <a:pt x="2826135" y="4337913"/>
                    </a:cubicBezTo>
                    <a:cubicBezTo>
                      <a:pt x="2728599" y="4218431"/>
                      <a:pt x="2023901" y="4625644"/>
                      <a:pt x="1721539" y="4411066"/>
                    </a:cubicBezTo>
                    <a:cubicBezTo>
                      <a:pt x="1399670" y="4162349"/>
                      <a:pt x="1655703" y="3833165"/>
                      <a:pt x="1582551" y="3745382"/>
                    </a:cubicBezTo>
                    <a:cubicBezTo>
                      <a:pt x="1524029" y="3696614"/>
                      <a:pt x="1420929" y="3646108"/>
                      <a:pt x="1406986" y="3599078"/>
                    </a:cubicBezTo>
                    <a:cubicBezTo>
                      <a:pt x="1387841" y="3557625"/>
                      <a:pt x="1413963" y="3507120"/>
                      <a:pt x="1444612" y="3470193"/>
                    </a:cubicBezTo>
                    <a:lnTo>
                      <a:pt x="1343938" y="3362205"/>
                    </a:lnTo>
                    <a:cubicBezTo>
                      <a:pt x="1301472" y="3284755"/>
                      <a:pt x="1417439" y="3157511"/>
                      <a:pt x="1447400" y="3057428"/>
                    </a:cubicBezTo>
                    <a:cubicBezTo>
                      <a:pt x="1300275" y="2977878"/>
                      <a:pt x="1062616" y="2939068"/>
                      <a:pt x="1006026" y="2818778"/>
                    </a:cubicBezTo>
                    <a:cubicBezTo>
                      <a:pt x="957583" y="2691462"/>
                      <a:pt x="1488564" y="2374024"/>
                      <a:pt x="1553290" y="1975104"/>
                    </a:cubicBezTo>
                    <a:cubicBezTo>
                      <a:pt x="1503049" y="266534"/>
                      <a:pt x="2919470" y="11046"/>
                      <a:pt x="3521079" y="0"/>
                    </a:cubicBezTo>
                    <a:cubicBezTo>
                      <a:pt x="4503645" y="-24"/>
                      <a:pt x="6083742" y="647274"/>
                      <a:pt x="5599646" y="2543951"/>
                    </a:cubicBezTo>
                    <a:cubicBezTo>
                      <a:pt x="5413266" y="3037075"/>
                      <a:pt x="4848926" y="3622783"/>
                      <a:pt x="4918282" y="3928262"/>
                    </a:cubicBezTo>
                    <a:cubicBezTo>
                      <a:pt x="4989358" y="4327448"/>
                      <a:pt x="5233496" y="4955448"/>
                      <a:pt x="5340786" y="5313893"/>
                    </a:cubicBezTo>
                    <a:cubicBezTo>
                      <a:pt x="5740182" y="5320190"/>
                      <a:pt x="6450333" y="5316918"/>
                      <a:pt x="7645503" y="5313143"/>
                    </a:cubicBezTo>
                  </a:path>
                </a:pathLst>
              </a:custGeom>
              <a:ln w="38100">
                <a:solidFill>
                  <a:srgbClr val="FF0000"/>
                </a:solidFill>
              </a:ln>
              <a:effectLst>
                <a:outerShdw blurRad="50800" dist="38100" dir="1800000" sx="101000" sy="101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 dirty="0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EF625AA-FC96-4BEA-9C9B-F6F71ADF2A5D}"/>
                  </a:ext>
                </a:extLst>
              </p:cNvPr>
              <p:cNvGrpSpPr/>
              <p:nvPr/>
            </p:nvGrpSpPr>
            <p:grpSpPr>
              <a:xfrm rot="20383369">
                <a:off x="1931869" y="327565"/>
                <a:ext cx="577008" cy="526669"/>
                <a:chOff x="4166064" y="1273753"/>
                <a:chExt cx="1818236" cy="1659614"/>
              </a:xfrm>
              <a:solidFill>
                <a:srgbClr val="FF0000"/>
              </a:solidFill>
            </p:grpSpPr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F4B18C0E-D167-4404-B20E-A7181531C09F}"/>
                    </a:ext>
                  </a:extLst>
                </p:cNvPr>
                <p:cNvSpPr txBox="1"/>
                <p:nvPr/>
              </p:nvSpPr>
              <p:spPr>
                <a:xfrm rot="1889173">
                  <a:off x="4843440" y="1273753"/>
                  <a:ext cx="305871" cy="1659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567" h="849511">
                      <a:moveTo>
                        <a:pt x="77688" y="695920"/>
                      </a:moveTo>
                      <a:cubicBezTo>
                        <a:pt x="99032" y="695920"/>
                        <a:pt x="117317" y="703413"/>
                        <a:pt x="132540" y="718398"/>
                      </a:cubicBezTo>
                      <a:cubicBezTo>
                        <a:pt x="147764" y="733383"/>
                        <a:pt x="155376" y="751389"/>
                        <a:pt x="155376" y="772418"/>
                      </a:cubicBezTo>
                      <a:cubicBezTo>
                        <a:pt x="155376" y="793657"/>
                        <a:pt x="147837" y="811815"/>
                        <a:pt x="132759" y="826893"/>
                      </a:cubicBezTo>
                      <a:cubicBezTo>
                        <a:pt x="117681" y="841972"/>
                        <a:pt x="99324" y="849511"/>
                        <a:pt x="77688" y="849511"/>
                      </a:cubicBezTo>
                      <a:cubicBezTo>
                        <a:pt x="56604" y="849511"/>
                        <a:pt x="38583" y="842032"/>
                        <a:pt x="23626" y="827075"/>
                      </a:cubicBezTo>
                      <a:cubicBezTo>
                        <a:pt x="8669" y="812118"/>
                        <a:pt x="1190" y="793898"/>
                        <a:pt x="1190" y="772418"/>
                      </a:cubicBezTo>
                      <a:cubicBezTo>
                        <a:pt x="1190" y="751148"/>
                        <a:pt x="8740" y="733081"/>
                        <a:pt x="23840" y="718216"/>
                      </a:cubicBezTo>
                      <a:cubicBezTo>
                        <a:pt x="38940" y="703352"/>
                        <a:pt x="56889" y="695920"/>
                        <a:pt x="77688" y="695920"/>
                      </a:cubicBezTo>
                      <a:close/>
                      <a:moveTo>
                        <a:pt x="77986" y="0"/>
                      </a:moveTo>
                      <a:cubicBezTo>
                        <a:pt x="100502" y="0"/>
                        <a:pt x="119228" y="8698"/>
                        <a:pt x="134164" y="26096"/>
                      </a:cubicBezTo>
                      <a:cubicBezTo>
                        <a:pt x="149099" y="43493"/>
                        <a:pt x="156567" y="68281"/>
                        <a:pt x="156567" y="100459"/>
                      </a:cubicBezTo>
                      <a:cubicBezTo>
                        <a:pt x="156567" y="110064"/>
                        <a:pt x="155457" y="124206"/>
                        <a:pt x="153237" y="142884"/>
                      </a:cubicBezTo>
                      <a:lnTo>
                        <a:pt x="100580" y="622697"/>
                      </a:lnTo>
                      <a:lnTo>
                        <a:pt x="56378" y="622697"/>
                      </a:lnTo>
                      <a:lnTo>
                        <a:pt x="3525" y="139721"/>
                      </a:lnTo>
                      <a:cubicBezTo>
                        <a:pt x="1175" y="119183"/>
                        <a:pt x="0" y="104347"/>
                        <a:pt x="0" y="95212"/>
                      </a:cubicBezTo>
                      <a:cubicBezTo>
                        <a:pt x="0" y="66116"/>
                        <a:pt x="7492" y="42974"/>
                        <a:pt x="22477" y="25784"/>
                      </a:cubicBezTo>
                      <a:cubicBezTo>
                        <a:pt x="37463" y="8594"/>
                        <a:pt x="55965" y="0"/>
                        <a:pt x="779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9600" b="1" dirty="0">
                    <a:solidFill>
                      <a:schemeClr val="accent2"/>
                    </a:solidFill>
                    <a:latin typeface="Symbol" panose="05050102010706020507" pitchFamily="18" charset="2"/>
                    <a:cs typeface="Arial" pitchFamily="34" charset="0"/>
                  </a:endParaRP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CC66750F-B8A2-41BB-80E1-B5638BA7F281}"/>
                    </a:ext>
                  </a:extLst>
                </p:cNvPr>
                <p:cNvSpPr txBox="1"/>
                <p:nvPr/>
              </p:nvSpPr>
              <p:spPr>
                <a:xfrm rot="258034">
                  <a:off x="4166064" y="1482747"/>
                  <a:ext cx="228834" cy="1241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567" h="849511">
                      <a:moveTo>
                        <a:pt x="77688" y="695920"/>
                      </a:moveTo>
                      <a:cubicBezTo>
                        <a:pt x="99032" y="695920"/>
                        <a:pt x="117317" y="703413"/>
                        <a:pt x="132540" y="718398"/>
                      </a:cubicBezTo>
                      <a:cubicBezTo>
                        <a:pt x="147764" y="733383"/>
                        <a:pt x="155376" y="751389"/>
                        <a:pt x="155376" y="772418"/>
                      </a:cubicBezTo>
                      <a:cubicBezTo>
                        <a:pt x="155376" y="793657"/>
                        <a:pt x="147837" y="811815"/>
                        <a:pt x="132759" y="826893"/>
                      </a:cubicBezTo>
                      <a:cubicBezTo>
                        <a:pt x="117681" y="841972"/>
                        <a:pt x="99324" y="849511"/>
                        <a:pt x="77688" y="849511"/>
                      </a:cubicBezTo>
                      <a:cubicBezTo>
                        <a:pt x="56604" y="849511"/>
                        <a:pt x="38583" y="842032"/>
                        <a:pt x="23626" y="827075"/>
                      </a:cubicBezTo>
                      <a:cubicBezTo>
                        <a:pt x="8669" y="812118"/>
                        <a:pt x="1190" y="793898"/>
                        <a:pt x="1190" y="772418"/>
                      </a:cubicBezTo>
                      <a:cubicBezTo>
                        <a:pt x="1190" y="751148"/>
                        <a:pt x="8740" y="733081"/>
                        <a:pt x="23840" y="718216"/>
                      </a:cubicBezTo>
                      <a:cubicBezTo>
                        <a:pt x="38940" y="703352"/>
                        <a:pt x="56889" y="695920"/>
                        <a:pt x="77688" y="695920"/>
                      </a:cubicBezTo>
                      <a:close/>
                      <a:moveTo>
                        <a:pt x="77986" y="0"/>
                      </a:moveTo>
                      <a:cubicBezTo>
                        <a:pt x="100502" y="0"/>
                        <a:pt x="119228" y="8698"/>
                        <a:pt x="134164" y="26096"/>
                      </a:cubicBezTo>
                      <a:cubicBezTo>
                        <a:pt x="149099" y="43493"/>
                        <a:pt x="156567" y="68281"/>
                        <a:pt x="156567" y="100459"/>
                      </a:cubicBezTo>
                      <a:cubicBezTo>
                        <a:pt x="156567" y="110064"/>
                        <a:pt x="155457" y="124206"/>
                        <a:pt x="153237" y="142884"/>
                      </a:cubicBezTo>
                      <a:lnTo>
                        <a:pt x="100580" y="622697"/>
                      </a:lnTo>
                      <a:lnTo>
                        <a:pt x="56378" y="622697"/>
                      </a:lnTo>
                      <a:lnTo>
                        <a:pt x="3525" y="139721"/>
                      </a:lnTo>
                      <a:cubicBezTo>
                        <a:pt x="1175" y="119183"/>
                        <a:pt x="0" y="104347"/>
                        <a:pt x="0" y="95212"/>
                      </a:cubicBezTo>
                      <a:cubicBezTo>
                        <a:pt x="0" y="66116"/>
                        <a:pt x="7492" y="42974"/>
                        <a:pt x="22477" y="25784"/>
                      </a:cubicBezTo>
                      <a:cubicBezTo>
                        <a:pt x="37463" y="8594"/>
                        <a:pt x="55965" y="0"/>
                        <a:pt x="779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9600" b="1" dirty="0">
                    <a:solidFill>
                      <a:schemeClr val="accent2"/>
                    </a:solidFill>
                    <a:latin typeface="Symbol" panose="05050102010706020507" pitchFamily="18" charset="2"/>
                    <a:cs typeface="Arial" pitchFamily="34" charset="0"/>
                  </a:endParaRP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9A86FA8-63CC-4DD9-BF26-34AEE0DB0258}"/>
                    </a:ext>
                  </a:extLst>
                </p:cNvPr>
                <p:cNvSpPr txBox="1"/>
                <p:nvPr/>
              </p:nvSpPr>
              <p:spPr>
                <a:xfrm rot="3782330">
                  <a:off x="5249071" y="2177548"/>
                  <a:ext cx="228833" cy="1241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567" h="849511">
                      <a:moveTo>
                        <a:pt x="77688" y="695920"/>
                      </a:moveTo>
                      <a:cubicBezTo>
                        <a:pt x="99032" y="695920"/>
                        <a:pt x="117317" y="703413"/>
                        <a:pt x="132540" y="718398"/>
                      </a:cubicBezTo>
                      <a:cubicBezTo>
                        <a:pt x="147764" y="733383"/>
                        <a:pt x="155376" y="751389"/>
                        <a:pt x="155376" y="772418"/>
                      </a:cubicBezTo>
                      <a:cubicBezTo>
                        <a:pt x="155376" y="793657"/>
                        <a:pt x="147837" y="811815"/>
                        <a:pt x="132759" y="826893"/>
                      </a:cubicBezTo>
                      <a:cubicBezTo>
                        <a:pt x="117681" y="841972"/>
                        <a:pt x="99324" y="849511"/>
                        <a:pt x="77688" y="849511"/>
                      </a:cubicBezTo>
                      <a:cubicBezTo>
                        <a:pt x="56604" y="849511"/>
                        <a:pt x="38583" y="842032"/>
                        <a:pt x="23626" y="827075"/>
                      </a:cubicBezTo>
                      <a:cubicBezTo>
                        <a:pt x="8669" y="812118"/>
                        <a:pt x="1190" y="793898"/>
                        <a:pt x="1190" y="772418"/>
                      </a:cubicBezTo>
                      <a:cubicBezTo>
                        <a:pt x="1190" y="751148"/>
                        <a:pt x="8740" y="733081"/>
                        <a:pt x="23840" y="718216"/>
                      </a:cubicBezTo>
                      <a:cubicBezTo>
                        <a:pt x="38940" y="703352"/>
                        <a:pt x="56889" y="695920"/>
                        <a:pt x="77688" y="695920"/>
                      </a:cubicBezTo>
                      <a:close/>
                      <a:moveTo>
                        <a:pt x="77986" y="0"/>
                      </a:moveTo>
                      <a:cubicBezTo>
                        <a:pt x="100502" y="0"/>
                        <a:pt x="119228" y="8698"/>
                        <a:pt x="134164" y="26096"/>
                      </a:cubicBezTo>
                      <a:cubicBezTo>
                        <a:pt x="149099" y="43493"/>
                        <a:pt x="156567" y="68281"/>
                        <a:pt x="156567" y="100459"/>
                      </a:cubicBezTo>
                      <a:cubicBezTo>
                        <a:pt x="156567" y="110064"/>
                        <a:pt x="155457" y="124206"/>
                        <a:pt x="153237" y="142884"/>
                      </a:cubicBezTo>
                      <a:lnTo>
                        <a:pt x="100580" y="622697"/>
                      </a:lnTo>
                      <a:lnTo>
                        <a:pt x="56378" y="622697"/>
                      </a:lnTo>
                      <a:lnTo>
                        <a:pt x="3525" y="139721"/>
                      </a:lnTo>
                      <a:cubicBezTo>
                        <a:pt x="1175" y="119183"/>
                        <a:pt x="0" y="104347"/>
                        <a:pt x="0" y="95212"/>
                      </a:cubicBezTo>
                      <a:cubicBezTo>
                        <a:pt x="0" y="66116"/>
                        <a:pt x="7492" y="42974"/>
                        <a:pt x="22477" y="25784"/>
                      </a:cubicBezTo>
                      <a:cubicBezTo>
                        <a:pt x="37463" y="8594"/>
                        <a:pt x="55965" y="0"/>
                        <a:pt x="779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9600" b="1" dirty="0">
                    <a:solidFill>
                      <a:schemeClr val="accent2"/>
                    </a:solidFill>
                    <a:latin typeface="Symbol" panose="05050102010706020507" pitchFamily="18" charset="2"/>
                    <a:cs typeface="Arial" pitchFamily="34" charset="0"/>
                  </a:endParaRPr>
                </a:p>
              </p:txBody>
            </p:sp>
          </p:grp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7DF095E-88E7-412A-81D2-5C708FF249EE}"/>
              </a:ext>
            </a:extLst>
          </p:cNvPr>
          <p:cNvGrpSpPr/>
          <p:nvPr/>
        </p:nvGrpSpPr>
        <p:grpSpPr>
          <a:xfrm>
            <a:off x="13270695" y="2636323"/>
            <a:ext cx="3072686" cy="3304852"/>
            <a:chOff x="13270695" y="2636323"/>
            <a:chExt cx="3072686" cy="3304852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09C2B42-BD89-4540-B07A-87691ADB6913}"/>
                </a:ext>
              </a:extLst>
            </p:cNvPr>
            <p:cNvSpPr/>
            <p:nvPr/>
          </p:nvSpPr>
          <p:spPr>
            <a:xfrm flipH="1">
              <a:off x="14189764" y="2972997"/>
              <a:ext cx="322635" cy="322635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83770F5-F73E-46C2-924E-01A784FD4F2D}"/>
                </a:ext>
              </a:extLst>
            </p:cNvPr>
            <p:cNvSpPr/>
            <p:nvPr/>
          </p:nvSpPr>
          <p:spPr>
            <a:xfrm flipH="1" flipV="1">
              <a:off x="13270695" y="2636323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9F19C4E-2EFD-4641-B040-AA65424B9285}"/>
                </a:ext>
              </a:extLst>
            </p:cNvPr>
            <p:cNvSpPr/>
            <p:nvPr/>
          </p:nvSpPr>
          <p:spPr>
            <a:xfrm flipH="1" flipV="1">
              <a:off x="15086261" y="3758448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C9408A5-B0E1-404A-81E3-36D0325B0F23}"/>
                </a:ext>
              </a:extLst>
            </p:cNvPr>
            <p:cNvSpPr/>
            <p:nvPr/>
          </p:nvSpPr>
          <p:spPr>
            <a:xfrm flipH="1" flipV="1">
              <a:off x="15764640" y="4670549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DED2574-794F-4BB6-8AB7-84FD92EBFF10}"/>
                </a:ext>
              </a:extLst>
            </p:cNvPr>
            <p:cNvSpPr/>
            <p:nvPr/>
          </p:nvSpPr>
          <p:spPr>
            <a:xfrm flipH="1" flipV="1">
              <a:off x="16168592" y="5766386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596745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33"/>
            <a:ext cx="12192000" cy="683416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53D5B9D-AC85-45D9-94B9-BDD5F5DE25E8}"/>
              </a:ext>
            </a:extLst>
          </p:cNvPr>
          <p:cNvGrpSpPr/>
          <p:nvPr/>
        </p:nvGrpSpPr>
        <p:grpSpPr>
          <a:xfrm>
            <a:off x="-3679983" y="3162572"/>
            <a:ext cx="7356307" cy="7390855"/>
            <a:chOff x="532492" y="7117344"/>
            <a:chExt cx="11209565" cy="108669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0" name="Oval 19"/>
            <p:cNvSpPr/>
            <p:nvPr/>
          </p:nvSpPr>
          <p:spPr>
            <a:xfrm>
              <a:off x="532492" y="7117344"/>
              <a:ext cx="11209565" cy="10866957"/>
            </a:xfrm>
            <a:prstGeom prst="ellipse">
              <a:avLst/>
            </a:prstGeom>
            <a:solidFill>
              <a:srgbClr val="A5A7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1134855" y="7404843"/>
              <a:ext cx="10039350" cy="10406257"/>
            </a:xfrm>
            <a:prstGeom prst="ellipse">
              <a:avLst/>
            </a:prstGeom>
            <a:solidFill>
              <a:srgbClr val="909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630403" y="7807439"/>
              <a:ext cx="8979439" cy="9150309"/>
            </a:xfrm>
            <a:prstGeom prst="ellipse">
              <a:avLst/>
            </a:prstGeom>
            <a:solidFill>
              <a:srgbClr val="8688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2231611" y="8277011"/>
              <a:ext cx="7845839" cy="8046507"/>
            </a:xfrm>
            <a:prstGeom prst="ellipse">
              <a:avLst/>
            </a:prstGeom>
            <a:solidFill>
              <a:srgbClr val="CDC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6432" y="7329467"/>
              <a:ext cx="7531333" cy="5280970"/>
            </a:xfrm>
            <a:prstGeom prst="rect">
              <a:avLst/>
            </a:prstGeom>
            <a:ln>
              <a:noFill/>
            </a:ln>
            <a:effectLst/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1A0EE5A-25A5-46B0-9292-B1B330DE9219}"/>
              </a:ext>
            </a:extLst>
          </p:cNvPr>
          <p:cNvGrpSpPr/>
          <p:nvPr/>
        </p:nvGrpSpPr>
        <p:grpSpPr>
          <a:xfrm>
            <a:off x="679658" y="186756"/>
            <a:ext cx="7520845" cy="1143836"/>
            <a:chOff x="866562" y="212259"/>
            <a:chExt cx="7520845" cy="1143836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F236622-7245-46C2-BDB0-5C470B4F0C45}"/>
                </a:ext>
              </a:extLst>
            </p:cNvPr>
            <p:cNvSpPr txBox="1"/>
            <p:nvPr/>
          </p:nvSpPr>
          <p:spPr>
            <a:xfrm>
              <a:off x="866562" y="478704"/>
              <a:ext cx="74128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600" dirty="0">
                  <a:latin typeface="Bahnschrift SemiBold SemiConden" panose="020B0502040204020203" pitchFamily="34" charset="0"/>
                </a:rPr>
                <a:t>How to solve these problems ?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A71AF87-8376-42FC-BD00-C78F454B5DE8}"/>
                </a:ext>
              </a:extLst>
            </p:cNvPr>
            <p:cNvGrpSpPr/>
            <p:nvPr/>
          </p:nvGrpSpPr>
          <p:grpSpPr>
            <a:xfrm>
              <a:off x="6742778" y="212259"/>
              <a:ext cx="1644629" cy="1143836"/>
              <a:chOff x="1429080" y="185597"/>
              <a:chExt cx="1644629" cy="1143836"/>
            </a:xfrm>
          </p:grpSpPr>
          <p:sp>
            <p:nvSpPr>
              <p:cNvPr id="50" name="Freeform 10">
                <a:extLst>
                  <a:ext uri="{FF2B5EF4-FFF2-40B4-BE49-F238E27FC236}">
                    <a16:creationId xmlns:a16="http://schemas.microsoft.com/office/drawing/2014/main" id="{2F60BEE7-E035-4280-A4E8-8525076F30FB}"/>
                  </a:ext>
                </a:extLst>
              </p:cNvPr>
              <p:cNvSpPr/>
              <p:nvPr/>
            </p:nvSpPr>
            <p:spPr>
              <a:xfrm>
                <a:off x="1429080" y="185597"/>
                <a:ext cx="1644629" cy="1143836"/>
              </a:xfrm>
              <a:custGeom>
                <a:avLst/>
                <a:gdLst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658368 w 5493715"/>
                  <a:gd name="connsiteY4" fmla="*/ 4308653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658368 w 5493715"/>
                  <a:gd name="connsiteY4" fmla="*/ 4308653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658368 w 5493715"/>
                  <a:gd name="connsiteY4" fmla="*/ 4308653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58368 w 5493715"/>
                  <a:gd name="connsiteY5" fmla="*/ 3708806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04748 w 5493715"/>
                  <a:gd name="connsiteY6" fmla="*/ 3569817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70585 w 5493715"/>
                  <a:gd name="connsiteY7" fmla="*/ 3474720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60857 w 5493715"/>
                  <a:gd name="connsiteY8" fmla="*/ 3357677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33697 w 5493715"/>
                  <a:gd name="connsiteY8" fmla="*/ 3348624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33697 w 5493715"/>
                  <a:gd name="connsiteY8" fmla="*/ 3348624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77900 w 5493715"/>
                  <a:gd name="connsiteY9" fmla="*/ 3116275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73152 w 5493715"/>
                  <a:gd name="connsiteY10" fmla="*/ 2787091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25619 w 5493715"/>
                  <a:gd name="connsiteY13" fmla="*/ 2553005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1136 w 5493715"/>
                  <a:gd name="connsiteY2" fmla="*/ 5259629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9524 w 5493715"/>
                  <a:gd name="connsiteY2" fmla="*/ 5309946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9524 w 5493715"/>
                  <a:gd name="connsiteY2" fmla="*/ 5309946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352544 w 5493715"/>
                  <a:gd name="connsiteY15" fmla="*/ 5003597 h 5325465"/>
                  <a:gd name="connsiteX16" fmla="*/ 5493715 w 5493715"/>
                  <a:gd name="connsiteY16" fmla="*/ 5069433 h 5325465"/>
                  <a:gd name="connsiteX0" fmla="*/ 0 w 5493715"/>
                  <a:gd name="connsiteY0" fmla="*/ 5325465 h 5325465"/>
                  <a:gd name="connsiteX1" fmla="*/ 0 w 5493715"/>
                  <a:gd name="connsiteY1" fmla="*/ 5325465 h 5325465"/>
                  <a:gd name="connsiteX2" fmla="*/ 2239524 w 5493715"/>
                  <a:gd name="connsiteY2" fmla="*/ 5309946 h 5325465"/>
                  <a:gd name="connsiteX3" fmla="*/ 1938528 w 5493715"/>
                  <a:gd name="connsiteY3" fmla="*/ 4337913 h 5325465"/>
                  <a:gd name="connsiteX4" fmla="*/ 833932 w 5493715"/>
                  <a:gd name="connsiteY4" fmla="*/ 4411066 h 5325465"/>
                  <a:gd name="connsiteX5" fmla="*/ 694944 w 5493715"/>
                  <a:gd name="connsiteY5" fmla="*/ 3745382 h 5325465"/>
                  <a:gd name="connsiteX6" fmla="*/ 519379 w 5493715"/>
                  <a:gd name="connsiteY6" fmla="*/ 3599078 h 5325465"/>
                  <a:gd name="connsiteX7" fmla="*/ 557005 w 5493715"/>
                  <a:gd name="connsiteY7" fmla="*/ 3470193 h 5325465"/>
                  <a:gd name="connsiteX8" fmla="*/ 456331 w 5493715"/>
                  <a:gd name="connsiteY8" fmla="*/ 3362205 h 5325465"/>
                  <a:gd name="connsiteX9" fmla="*/ 559793 w 5493715"/>
                  <a:gd name="connsiteY9" fmla="*/ 3057428 h 5325465"/>
                  <a:gd name="connsiteX10" fmla="*/ 118419 w 5493715"/>
                  <a:gd name="connsiteY10" fmla="*/ 2818778 h 5325465"/>
                  <a:gd name="connsiteX11" fmla="*/ 665683 w 5493715"/>
                  <a:gd name="connsiteY11" fmla="*/ 1975104 h 5325465"/>
                  <a:gd name="connsiteX12" fmla="*/ 2633472 w 5493715"/>
                  <a:gd name="connsiteY12" fmla="*/ 0 h 5325465"/>
                  <a:gd name="connsiteX13" fmla="*/ 4712039 w 5493715"/>
                  <a:gd name="connsiteY13" fmla="*/ 2543951 h 5325465"/>
                  <a:gd name="connsiteX14" fmla="*/ 4030675 w 5493715"/>
                  <a:gd name="connsiteY14" fmla="*/ 3928262 h 5325465"/>
                  <a:gd name="connsiteX15" fmla="*/ 4453179 w 5493715"/>
                  <a:gd name="connsiteY15" fmla="*/ 5313893 h 5325465"/>
                  <a:gd name="connsiteX16" fmla="*/ 5493715 w 5493715"/>
                  <a:gd name="connsiteY16" fmla="*/ 5069433 h 5325465"/>
                  <a:gd name="connsiteX0" fmla="*/ 0 w 5636283"/>
                  <a:gd name="connsiteY0" fmla="*/ 5325465 h 5329410"/>
                  <a:gd name="connsiteX1" fmla="*/ 0 w 5636283"/>
                  <a:gd name="connsiteY1" fmla="*/ 5325465 h 5329410"/>
                  <a:gd name="connsiteX2" fmla="*/ 2239524 w 5636283"/>
                  <a:gd name="connsiteY2" fmla="*/ 5309946 h 5329410"/>
                  <a:gd name="connsiteX3" fmla="*/ 1938528 w 5636283"/>
                  <a:gd name="connsiteY3" fmla="*/ 4337913 h 5329410"/>
                  <a:gd name="connsiteX4" fmla="*/ 833932 w 5636283"/>
                  <a:gd name="connsiteY4" fmla="*/ 4411066 h 5329410"/>
                  <a:gd name="connsiteX5" fmla="*/ 694944 w 5636283"/>
                  <a:gd name="connsiteY5" fmla="*/ 3745382 h 5329410"/>
                  <a:gd name="connsiteX6" fmla="*/ 519379 w 5636283"/>
                  <a:gd name="connsiteY6" fmla="*/ 3599078 h 5329410"/>
                  <a:gd name="connsiteX7" fmla="*/ 557005 w 5636283"/>
                  <a:gd name="connsiteY7" fmla="*/ 3470193 h 5329410"/>
                  <a:gd name="connsiteX8" fmla="*/ 456331 w 5636283"/>
                  <a:gd name="connsiteY8" fmla="*/ 3362205 h 5329410"/>
                  <a:gd name="connsiteX9" fmla="*/ 559793 w 5636283"/>
                  <a:gd name="connsiteY9" fmla="*/ 3057428 h 5329410"/>
                  <a:gd name="connsiteX10" fmla="*/ 118419 w 5636283"/>
                  <a:gd name="connsiteY10" fmla="*/ 2818778 h 5329410"/>
                  <a:gd name="connsiteX11" fmla="*/ 665683 w 5636283"/>
                  <a:gd name="connsiteY11" fmla="*/ 1975104 h 5329410"/>
                  <a:gd name="connsiteX12" fmla="*/ 2633472 w 5636283"/>
                  <a:gd name="connsiteY12" fmla="*/ 0 h 5329410"/>
                  <a:gd name="connsiteX13" fmla="*/ 4712039 w 5636283"/>
                  <a:gd name="connsiteY13" fmla="*/ 2543951 h 5329410"/>
                  <a:gd name="connsiteX14" fmla="*/ 4030675 w 5636283"/>
                  <a:gd name="connsiteY14" fmla="*/ 3928262 h 5329410"/>
                  <a:gd name="connsiteX15" fmla="*/ 4453179 w 5636283"/>
                  <a:gd name="connsiteY15" fmla="*/ 5313893 h 5329410"/>
                  <a:gd name="connsiteX16" fmla="*/ 5636283 w 5636283"/>
                  <a:gd name="connsiteY16" fmla="*/ 5329410 h 5329410"/>
                  <a:gd name="connsiteX0" fmla="*/ 0 w 5636283"/>
                  <a:gd name="connsiteY0" fmla="*/ 5325465 h 5325465"/>
                  <a:gd name="connsiteX1" fmla="*/ 0 w 5636283"/>
                  <a:gd name="connsiteY1" fmla="*/ 5325465 h 5325465"/>
                  <a:gd name="connsiteX2" fmla="*/ 2239524 w 5636283"/>
                  <a:gd name="connsiteY2" fmla="*/ 5309946 h 5325465"/>
                  <a:gd name="connsiteX3" fmla="*/ 1938528 w 5636283"/>
                  <a:gd name="connsiteY3" fmla="*/ 4337913 h 5325465"/>
                  <a:gd name="connsiteX4" fmla="*/ 833932 w 5636283"/>
                  <a:gd name="connsiteY4" fmla="*/ 4411066 h 5325465"/>
                  <a:gd name="connsiteX5" fmla="*/ 694944 w 5636283"/>
                  <a:gd name="connsiteY5" fmla="*/ 3745382 h 5325465"/>
                  <a:gd name="connsiteX6" fmla="*/ 519379 w 5636283"/>
                  <a:gd name="connsiteY6" fmla="*/ 3599078 h 5325465"/>
                  <a:gd name="connsiteX7" fmla="*/ 557005 w 5636283"/>
                  <a:gd name="connsiteY7" fmla="*/ 3470193 h 5325465"/>
                  <a:gd name="connsiteX8" fmla="*/ 456331 w 5636283"/>
                  <a:gd name="connsiteY8" fmla="*/ 3362205 h 5325465"/>
                  <a:gd name="connsiteX9" fmla="*/ 559793 w 5636283"/>
                  <a:gd name="connsiteY9" fmla="*/ 3057428 h 5325465"/>
                  <a:gd name="connsiteX10" fmla="*/ 118419 w 5636283"/>
                  <a:gd name="connsiteY10" fmla="*/ 2818778 h 5325465"/>
                  <a:gd name="connsiteX11" fmla="*/ 665683 w 5636283"/>
                  <a:gd name="connsiteY11" fmla="*/ 1975104 h 5325465"/>
                  <a:gd name="connsiteX12" fmla="*/ 2633472 w 5636283"/>
                  <a:gd name="connsiteY12" fmla="*/ 0 h 5325465"/>
                  <a:gd name="connsiteX13" fmla="*/ 4712039 w 5636283"/>
                  <a:gd name="connsiteY13" fmla="*/ 2543951 h 5325465"/>
                  <a:gd name="connsiteX14" fmla="*/ 4030675 w 5636283"/>
                  <a:gd name="connsiteY14" fmla="*/ 3928262 h 5325465"/>
                  <a:gd name="connsiteX15" fmla="*/ 4453179 w 5636283"/>
                  <a:gd name="connsiteY15" fmla="*/ 5313893 h 5325465"/>
                  <a:gd name="connsiteX16" fmla="*/ 5636283 w 5636283"/>
                  <a:gd name="connsiteY16" fmla="*/ 5304251 h 5325465"/>
                  <a:gd name="connsiteX0" fmla="*/ 0 w 5644670"/>
                  <a:gd name="connsiteY0" fmla="*/ 5325465 h 5337795"/>
                  <a:gd name="connsiteX1" fmla="*/ 0 w 5644670"/>
                  <a:gd name="connsiteY1" fmla="*/ 5325465 h 5337795"/>
                  <a:gd name="connsiteX2" fmla="*/ 2239524 w 5644670"/>
                  <a:gd name="connsiteY2" fmla="*/ 5309946 h 5337795"/>
                  <a:gd name="connsiteX3" fmla="*/ 1938528 w 5644670"/>
                  <a:gd name="connsiteY3" fmla="*/ 4337913 h 5337795"/>
                  <a:gd name="connsiteX4" fmla="*/ 833932 w 5644670"/>
                  <a:gd name="connsiteY4" fmla="*/ 4411066 h 5337795"/>
                  <a:gd name="connsiteX5" fmla="*/ 694944 w 5644670"/>
                  <a:gd name="connsiteY5" fmla="*/ 3745382 h 5337795"/>
                  <a:gd name="connsiteX6" fmla="*/ 519379 w 5644670"/>
                  <a:gd name="connsiteY6" fmla="*/ 3599078 h 5337795"/>
                  <a:gd name="connsiteX7" fmla="*/ 557005 w 5644670"/>
                  <a:gd name="connsiteY7" fmla="*/ 3470193 h 5337795"/>
                  <a:gd name="connsiteX8" fmla="*/ 456331 w 5644670"/>
                  <a:gd name="connsiteY8" fmla="*/ 3362205 h 5337795"/>
                  <a:gd name="connsiteX9" fmla="*/ 559793 w 5644670"/>
                  <a:gd name="connsiteY9" fmla="*/ 3057428 h 5337795"/>
                  <a:gd name="connsiteX10" fmla="*/ 118419 w 5644670"/>
                  <a:gd name="connsiteY10" fmla="*/ 2818778 h 5337795"/>
                  <a:gd name="connsiteX11" fmla="*/ 665683 w 5644670"/>
                  <a:gd name="connsiteY11" fmla="*/ 1975104 h 5337795"/>
                  <a:gd name="connsiteX12" fmla="*/ 2633472 w 5644670"/>
                  <a:gd name="connsiteY12" fmla="*/ 0 h 5337795"/>
                  <a:gd name="connsiteX13" fmla="*/ 4712039 w 5644670"/>
                  <a:gd name="connsiteY13" fmla="*/ 2543951 h 5337795"/>
                  <a:gd name="connsiteX14" fmla="*/ 4030675 w 5644670"/>
                  <a:gd name="connsiteY14" fmla="*/ 3928262 h 5337795"/>
                  <a:gd name="connsiteX15" fmla="*/ 4453179 w 5644670"/>
                  <a:gd name="connsiteY15" fmla="*/ 5313893 h 5337795"/>
                  <a:gd name="connsiteX16" fmla="*/ 5644670 w 5644670"/>
                  <a:gd name="connsiteY16" fmla="*/ 5337795 h 5337795"/>
                  <a:gd name="connsiteX0" fmla="*/ 0 w 5661442"/>
                  <a:gd name="connsiteY0" fmla="*/ 5325465 h 5325465"/>
                  <a:gd name="connsiteX1" fmla="*/ 0 w 5661442"/>
                  <a:gd name="connsiteY1" fmla="*/ 5325465 h 5325465"/>
                  <a:gd name="connsiteX2" fmla="*/ 2239524 w 5661442"/>
                  <a:gd name="connsiteY2" fmla="*/ 5309946 h 5325465"/>
                  <a:gd name="connsiteX3" fmla="*/ 1938528 w 5661442"/>
                  <a:gd name="connsiteY3" fmla="*/ 4337913 h 5325465"/>
                  <a:gd name="connsiteX4" fmla="*/ 833932 w 5661442"/>
                  <a:gd name="connsiteY4" fmla="*/ 4411066 h 5325465"/>
                  <a:gd name="connsiteX5" fmla="*/ 694944 w 5661442"/>
                  <a:gd name="connsiteY5" fmla="*/ 3745382 h 5325465"/>
                  <a:gd name="connsiteX6" fmla="*/ 519379 w 5661442"/>
                  <a:gd name="connsiteY6" fmla="*/ 3599078 h 5325465"/>
                  <a:gd name="connsiteX7" fmla="*/ 557005 w 5661442"/>
                  <a:gd name="connsiteY7" fmla="*/ 3470193 h 5325465"/>
                  <a:gd name="connsiteX8" fmla="*/ 456331 w 5661442"/>
                  <a:gd name="connsiteY8" fmla="*/ 3362205 h 5325465"/>
                  <a:gd name="connsiteX9" fmla="*/ 559793 w 5661442"/>
                  <a:gd name="connsiteY9" fmla="*/ 3057428 h 5325465"/>
                  <a:gd name="connsiteX10" fmla="*/ 118419 w 5661442"/>
                  <a:gd name="connsiteY10" fmla="*/ 2818778 h 5325465"/>
                  <a:gd name="connsiteX11" fmla="*/ 665683 w 5661442"/>
                  <a:gd name="connsiteY11" fmla="*/ 1975104 h 5325465"/>
                  <a:gd name="connsiteX12" fmla="*/ 2633472 w 5661442"/>
                  <a:gd name="connsiteY12" fmla="*/ 0 h 5325465"/>
                  <a:gd name="connsiteX13" fmla="*/ 4712039 w 5661442"/>
                  <a:gd name="connsiteY13" fmla="*/ 2543951 h 5325465"/>
                  <a:gd name="connsiteX14" fmla="*/ 4030675 w 5661442"/>
                  <a:gd name="connsiteY14" fmla="*/ 3928262 h 5325465"/>
                  <a:gd name="connsiteX15" fmla="*/ 4453179 w 5661442"/>
                  <a:gd name="connsiteY15" fmla="*/ 5313893 h 5325465"/>
                  <a:gd name="connsiteX16" fmla="*/ 5661442 w 5661442"/>
                  <a:gd name="connsiteY16" fmla="*/ 5312636 h 5325465"/>
                  <a:gd name="connsiteX0" fmla="*/ 0 w 5661442"/>
                  <a:gd name="connsiteY0" fmla="*/ 5325465 h 5325465"/>
                  <a:gd name="connsiteX1" fmla="*/ 0 w 5661442"/>
                  <a:gd name="connsiteY1" fmla="*/ 5325465 h 5325465"/>
                  <a:gd name="connsiteX2" fmla="*/ 2239524 w 5661442"/>
                  <a:gd name="connsiteY2" fmla="*/ 5309946 h 5325465"/>
                  <a:gd name="connsiteX3" fmla="*/ 1938528 w 5661442"/>
                  <a:gd name="connsiteY3" fmla="*/ 4337913 h 5325465"/>
                  <a:gd name="connsiteX4" fmla="*/ 833932 w 5661442"/>
                  <a:gd name="connsiteY4" fmla="*/ 4411066 h 5325465"/>
                  <a:gd name="connsiteX5" fmla="*/ 694944 w 5661442"/>
                  <a:gd name="connsiteY5" fmla="*/ 3745382 h 5325465"/>
                  <a:gd name="connsiteX6" fmla="*/ 519379 w 5661442"/>
                  <a:gd name="connsiteY6" fmla="*/ 3599078 h 5325465"/>
                  <a:gd name="connsiteX7" fmla="*/ 557005 w 5661442"/>
                  <a:gd name="connsiteY7" fmla="*/ 3470193 h 5325465"/>
                  <a:gd name="connsiteX8" fmla="*/ 456331 w 5661442"/>
                  <a:gd name="connsiteY8" fmla="*/ 3362205 h 5325465"/>
                  <a:gd name="connsiteX9" fmla="*/ 559793 w 5661442"/>
                  <a:gd name="connsiteY9" fmla="*/ 3057428 h 5325465"/>
                  <a:gd name="connsiteX10" fmla="*/ 118419 w 5661442"/>
                  <a:gd name="connsiteY10" fmla="*/ 2818778 h 5325465"/>
                  <a:gd name="connsiteX11" fmla="*/ 665683 w 5661442"/>
                  <a:gd name="connsiteY11" fmla="*/ 1975104 h 5325465"/>
                  <a:gd name="connsiteX12" fmla="*/ 2633472 w 5661442"/>
                  <a:gd name="connsiteY12" fmla="*/ 0 h 5325465"/>
                  <a:gd name="connsiteX13" fmla="*/ 4712039 w 5661442"/>
                  <a:gd name="connsiteY13" fmla="*/ 2543951 h 5325465"/>
                  <a:gd name="connsiteX14" fmla="*/ 4030675 w 5661442"/>
                  <a:gd name="connsiteY14" fmla="*/ 3928262 h 5325465"/>
                  <a:gd name="connsiteX15" fmla="*/ 4453179 w 5661442"/>
                  <a:gd name="connsiteY15" fmla="*/ 5313893 h 5325465"/>
                  <a:gd name="connsiteX16" fmla="*/ 5661442 w 5661442"/>
                  <a:gd name="connsiteY16" fmla="*/ 5312636 h 5325465"/>
                  <a:gd name="connsiteX0" fmla="*/ 0 w 5661442"/>
                  <a:gd name="connsiteY0" fmla="*/ 5325465 h 5342856"/>
                  <a:gd name="connsiteX1" fmla="*/ 0 w 5661442"/>
                  <a:gd name="connsiteY1" fmla="*/ 5325465 h 5342856"/>
                  <a:gd name="connsiteX2" fmla="*/ 2239524 w 5661442"/>
                  <a:gd name="connsiteY2" fmla="*/ 5309946 h 5342856"/>
                  <a:gd name="connsiteX3" fmla="*/ 1938528 w 5661442"/>
                  <a:gd name="connsiteY3" fmla="*/ 4337913 h 5342856"/>
                  <a:gd name="connsiteX4" fmla="*/ 833932 w 5661442"/>
                  <a:gd name="connsiteY4" fmla="*/ 4411066 h 5342856"/>
                  <a:gd name="connsiteX5" fmla="*/ 694944 w 5661442"/>
                  <a:gd name="connsiteY5" fmla="*/ 3745382 h 5342856"/>
                  <a:gd name="connsiteX6" fmla="*/ 519379 w 5661442"/>
                  <a:gd name="connsiteY6" fmla="*/ 3599078 h 5342856"/>
                  <a:gd name="connsiteX7" fmla="*/ 557005 w 5661442"/>
                  <a:gd name="connsiteY7" fmla="*/ 3470193 h 5342856"/>
                  <a:gd name="connsiteX8" fmla="*/ 456331 w 5661442"/>
                  <a:gd name="connsiteY8" fmla="*/ 3362205 h 5342856"/>
                  <a:gd name="connsiteX9" fmla="*/ 559793 w 5661442"/>
                  <a:gd name="connsiteY9" fmla="*/ 3057428 h 5342856"/>
                  <a:gd name="connsiteX10" fmla="*/ 118419 w 5661442"/>
                  <a:gd name="connsiteY10" fmla="*/ 2818778 h 5342856"/>
                  <a:gd name="connsiteX11" fmla="*/ 665683 w 5661442"/>
                  <a:gd name="connsiteY11" fmla="*/ 1975104 h 5342856"/>
                  <a:gd name="connsiteX12" fmla="*/ 2633472 w 5661442"/>
                  <a:gd name="connsiteY12" fmla="*/ 0 h 5342856"/>
                  <a:gd name="connsiteX13" fmla="*/ 4712039 w 5661442"/>
                  <a:gd name="connsiteY13" fmla="*/ 2543951 h 5342856"/>
                  <a:gd name="connsiteX14" fmla="*/ 4030675 w 5661442"/>
                  <a:gd name="connsiteY14" fmla="*/ 3928262 h 5342856"/>
                  <a:gd name="connsiteX15" fmla="*/ 4453179 w 5661442"/>
                  <a:gd name="connsiteY15" fmla="*/ 5313893 h 5342856"/>
                  <a:gd name="connsiteX16" fmla="*/ 5661442 w 5661442"/>
                  <a:gd name="connsiteY16" fmla="*/ 5342856 h 5342856"/>
                  <a:gd name="connsiteX0" fmla="*/ 0 w 5691660"/>
                  <a:gd name="connsiteY0" fmla="*/ 5325465 h 5325465"/>
                  <a:gd name="connsiteX1" fmla="*/ 0 w 5691660"/>
                  <a:gd name="connsiteY1" fmla="*/ 5325465 h 5325465"/>
                  <a:gd name="connsiteX2" fmla="*/ 2239524 w 5691660"/>
                  <a:gd name="connsiteY2" fmla="*/ 5309946 h 5325465"/>
                  <a:gd name="connsiteX3" fmla="*/ 1938528 w 5691660"/>
                  <a:gd name="connsiteY3" fmla="*/ 4337913 h 5325465"/>
                  <a:gd name="connsiteX4" fmla="*/ 833932 w 5691660"/>
                  <a:gd name="connsiteY4" fmla="*/ 4411066 h 5325465"/>
                  <a:gd name="connsiteX5" fmla="*/ 694944 w 5691660"/>
                  <a:gd name="connsiteY5" fmla="*/ 3745382 h 5325465"/>
                  <a:gd name="connsiteX6" fmla="*/ 519379 w 5691660"/>
                  <a:gd name="connsiteY6" fmla="*/ 3599078 h 5325465"/>
                  <a:gd name="connsiteX7" fmla="*/ 557005 w 5691660"/>
                  <a:gd name="connsiteY7" fmla="*/ 3470193 h 5325465"/>
                  <a:gd name="connsiteX8" fmla="*/ 456331 w 5691660"/>
                  <a:gd name="connsiteY8" fmla="*/ 3362205 h 5325465"/>
                  <a:gd name="connsiteX9" fmla="*/ 559793 w 5691660"/>
                  <a:gd name="connsiteY9" fmla="*/ 3057428 h 5325465"/>
                  <a:gd name="connsiteX10" fmla="*/ 118419 w 5691660"/>
                  <a:gd name="connsiteY10" fmla="*/ 2818778 h 5325465"/>
                  <a:gd name="connsiteX11" fmla="*/ 665683 w 5691660"/>
                  <a:gd name="connsiteY11" fmla="*/ 1975104 h 5325465"/>
                  <a:gd name="connsiteX12" fmla="*/ 2633472 w 5691660"/>
                  <a:gd name="connsiteY12" fmla="*/ 0 h 5325465"/>
                  <a:gd name="connsiteX13" fmla="*/ 4712039 w 5691660"/>
                  <a:gd name="connsiteY13" fmla="*/ 2543951 h 5325465"/>
                  <a:gd name="connsiteX14" fmla="*/ 4030675 w 5691660"/>
                  <a:gd name="connsiteY14" fmla="*/ 3928262 h 5325465"/>
                  <a:gd name="connsiteX15" fmla="*/ 4453179 w 5691660"/>
                  <a:gd name="connsiteY15" fmla="*/ 5313893 h 5325465"/>
                  <a:gd name="connsiteX16" fmla="*/ 5691660 w 5691660"/>
                  <a:gd name="connsiteY16" fmla="*/ 5292490 h 5325465"/>
                  <a:gd name="connsiteX0" fmla="*/ 0 w 5691660"/>
                  <a:gd name="connsiteY0" fmla="*/ 5325465 h 5332783"/>
                  <a:gd name="connsiteX1" fmla="*/ 0 w 5691660"/>
                  <a:gd name="connsiteY1" fmla="*/ 5325465 h 5332783"/>
                  <a:gd name="connsiteX2" fmla="*/ 2239524 w 5691660"/>
                  <a:gd name="connsiteY2" fmla="*/ 5309946 h 5332783"/>
                  <a:gd name="connsiteX3" fmla="*/ 1938528 w 5691660"/>
                  <a:gd name="connsiteY3" fmla="*/ 4337913 h 5332783"/>
                  <a:gd name="connsiteX4" fmla="*/ 833932 w 5691660"/>
                  <a:gd name="connsiteY4" fmla="*/ 4411066 h 5332783"/>
                  <a:gd name="connsiteX5" fmla="*/ 694944 w 5691660"/>
                  <a:gd name="connsiteY5" fmla="*/ 3745382 h 5332783"/>
                  <a:gd name="connsiteX6" fmla="*/ 519379 w 5691660"/>
                  <a:gd name="connsiteY6" fmla="*/ 3599078 h 5332783"/>
                  <a:gd name="connsiteX7" fmla="*/ 557005 w 5691660"/>
                  <a:gd name="connsiteY7" fmla="*/ 3470193 h 5332783"/>
                  <a:gd name="connsiteX8" fmla="*/ 456331 w 5691660"/>
                  <a:gd name="connsiteY8" fmla="*/ 3362205 h 5332783"/>
                  <a:gd name="connsiteX9" fmla="*/ 559793 w 5691660"/>
                  <a:gd name="connsiteY9" fmla="*/ 3057428 h 5332783"/>
                  <a:gd name="connsiteX10" fmla="*/ 118419 w 5691660"/>
                  <a:gd name="connsiteY10" fmla="*/ 2818778 h 5332783"/>
                  <a:gd name="connsiteX11" fmla="*/ 665683 w 5691660"/>
                  <a:gd name="connsiteY11" fmla="*/ 1975104 h 5332783"/>
                  <a:gd name="connsiteX12" fmla="*/ 2633472 w 5691660"/>
                  <a:gd name="connsiteY12" fmla="*/ 0 h 5332783"/>
                  <a:gd name="connsiteX13" fmla="*/ 4712039 w 5691660"/>
                  <a:gd name="connsiteY13" fmla="*/ 2543951 h 5332783"/>
                  <a:gd name="connsiteX14" fmla="*/ 4030675 w 5691660"/>
                  <a:gd name="connsiteY14" fmla="*/ 3928262 h 5332783"/>
                  <a:gd name="connsiteX15" fmla="*/ 4453179 w 5691660"/>
                  <a:gd name="connsiteY15" fmla="*/ 5313893 h 5332783"/>
                  <a:gd name="connsiteX16" fmla="*/ 5691660 w 5691660"/>
                  <a:gd name="connsiteY16" fmla="*/ 5332783 h 5332783"/>
                  <a:gd name="connsiteX0" fmla="*/ 0 w 5631220"/>
                  <a:gd name="connsiteY0" fmla="*/ 5325465 h 5325465"/>
                  <a:gd name="connsiteX1" fmla="*/ 0 w 5631220"/>
                  <a:gd name="connsiteY1" fmla="*/ 5325465 h 5325465"/>
                  <a:gd name="connsiteX2" fmla="*/ 2239524 w 5631220"/>
                  <a:gd name="connsiteY2" fmla="*/ 5309946 h 5325465"/>
                  <a:gd name="connsiteX3" fmla="*/ 1938528 w 5631220"/>
                  <a:gd name="connsiteY3" fmla="*/ 4337913 h 5325465"/>
                  <a:gd name="connsiteX4" fmla="*/ 833932 w 5631220"/>
                  <a:gd name="connsiteY4" fmla="*/ 4411066 h 5325465"/>
                  <a:gd name="connsiteX5" fmla="*/ 694944 w 5631220"/>
                  <a:gd name="connsiteY5" fmla="*/ 3745382 h 5325465"/>
                  <a:gd name="connsiteX6" fmla="*/ 519379 w 5631220"/>
                  <a:gd name="connsiteY6" fmla="*/ 3599078 h 5325465"/>
                  <a:gd name="connsiteX7" fmla="*/ 557005 w 5631220"/>
                  <a:gd name="connsiteY7" fmla="*/ 3470193 h 5325465"/>
                  <a:gd name="connsiteX8" fmla="*/ 456331 w 5631220"/>
                  <a:gd name="connsiteY8" fmla="*/ 3362205 h 5325465"/>
                  <a:gd name="connsiteX9" fmla="*/ 559793 w 5631220"/>
                  <a:gd name="connsiteY9" fmla="*/ 3057428 h 5325465"/>
                  <a:gd name="connsiteX10" fmla="*/ 118419 w 5631220"/>
                  <a:gd name="connsiteY10" fmla="*/ 2818778 h 5325465"/>
                  <a:gd name="connsiteX11" fmla="*/ 665683 w 5631220"/>
                  <a:gd name="connsiteY11" fmla="*/ 1975104 h 5325465"/>
                  <a:gd name="connsiteX12" fmla="*/ 2633472 w 5631220"/>
                  <a:gd name="connsiteY12" fmla="*/ 0 h 5325465"/>
                  <a:gd name="connsiteX13" fmla="*/ 4712039 w 5631220"/>
                  <a:gd name="connsiteY13" fmla="*/ 2543951 h 5325465"/>
                  <a:gd name="connsiteX14" fmla="*/ 4030675 w 5631220"/>
                  <a:gd name="connsiteY14" fmla="*/ 3928262 h 5325465"/>
                  <a:gd name="connsiteX15" fmla="*/ 4453179 w 5631220"/>
                  <a:gd name="connsiteY15" fmla="*/ 5313893 h 5325465"/>
                  <a:gd name="connsiteX16" fmla="*/ 5631220 w 5631220"/>
                  <a:gd name="connsiteY16" fmla="*/ 5302565 h 5325465"/>
                  <a:gd name="connsiteX0" fmla="*/ 0 w 5641293"/>
                  <a:gd name="connsiteY0" fmla="*/ 5325465 h 5332785"/>
                  <a:gd name="connsiteX1" fmla="*/ 0 w 5641293"/>
                  <a:gd name="connsiteY1" fmla="*/ 5325465 h 5332785"/>
                  <a:gd name="connsiteX2" fmla="*/ 2239524 w 5641293"/>
                  <a:gd name="connsiteY2" fmla="*/ 5309946 h 5332785"/>
                  <a:gd name="connsiteX3" fmla="*/ 1938528 w 5641293"/>
                  <a:gd name="connsiteY3" fmla="*/ 4337913 h 5332785"/>
                  <a:gd name="connsiteX4" fmla="*/ 833932 w 5641293"/>
                  <a:gd name="connsiteY4" fmla="*/ 4411066 h 5332785"/>
                  <a:gd name="connsiteX5" fmla="*/ 694944 w 5641293"/>
                  <a:gd name="connsiteY5" fmla="*/ 3745382 h 5332785"/>
                  <a:gd name="connsiteX6" fmla="*/ 519379 w 5641293"/>
                  <a:gd name="connsiteY6" fmla="*/ 3599078 h 5332785"/>
                  <a:gd name="connsiteX7" fmla="*/ 557005 w 5641293"/>
                  <a:gd name="connsiteY7" fmla="*/ 3470193 h 5332785"/>
                  <a:gd name="connsiteX8" fmla="*/ 456331 w 5641293"/>
                  <a:gd name="connsiteY8" fmla="*/ 3362205 h 5332785"/>
                  <a:gd name="connsiteX9" fmla="*/ 559793 w 5641293"/>
                  <a:gd name="connsiteY9" fmla="*/ 3057428 h 5332785"/>
                  <a:gd name="connsiteX10" fmla="*/ 118419 w 5641293"/>
                  <a:gd name="connsiteY10" fmla="*/ 2818778 h 5332785"/>
                  <a:gd name="connsiteX11" fmla="*/ 665683 w 5641293"/>
                  <a:gd name="connsiteY11" fmla="*/ 1975104 h 5332785"/>
                  <a:gd name="connsiteX12" fmla="*/ 2633472 w 5641293"/>
                  <a:gd name="connsiteY12" fmla="*/ 0 h 5332785"/>
                  <a:gd name="connsiteX13" fmla="*/ 4712039 w 5641293"/>
                  <a:gd name="connsiteY13" fmla="*/ 2543951 h 5332785"/>
                  <a:gd name="connsiteX14" fmla="*/ 4030675 w 5641293"/>
                  <a:gd name="connsiteY14" fmla="*/ 3928262 h 5332785"/>
                  <a:gd name="connsiteX15" fmla="*/ 4453179 w 5641293"/>
                  <a:gd name="connsiteY15" fmla="*/ 5313893 h 5332785"/>
                  <a:gd name="connsiteX16" fmla="*/ 5641293 w 5641293"/>
                  <a:gd name="connsiteY16" fmla="*/ 5332785 h 5332785"/>
                  <a:gd name="connsiteX0" fmla="*/ 0 w 5641293"/>
                  <a:gd name="connsiteY0" fmla="*/ 5325465 h 5325465"/>
                  <a:gd name="connsiteX1" fmla="*/ 0 w 5641293"/>
                  <a:gd name="connsiteY1" fmla="*/ 5325465 h 5325465"/>
                  <a:gd name="connsiteX2" fmla="*/ 2239524 w 5641293"/>
                  <a:gd name="connsiteY2" fmla="*/ 5309946 h 5325465"/>
                  <a:gd name="connsiteX3" fmla="*/ 1938528 w 5641293"/>
                  <a:gd name="connsiteY3" fmla="*/ 4337913 h 5325465"/>
                  <a:gd name="connsiteX4" fmla="*/ 833932 w 5641293"/>
                  <a:gd name="connsiteY4" fmla="*/ 4411066 h 5325465"/>
                  <a:gd name="connsiteX5" fmla="*/ 694944 w 5641293"/>
                  <a:gd name="connsiteY5" fmla="*/ 3745382 h 5325465"/>
                  <a:gd name="connsiteX6" fmla="*/ 519379 w 5641293"/>
                  <a:gd name="connsiteY6" fmla="*/ 3599078 h 5325465"/>
                  <a:gd name="connsiteX7" fmla="*/ 557005 w 5641293"/>
                  <a:gd name="connsiteY7" fmla="*/ 3470193 h 5325465"/>
                  <a:gd name="connsiteX8" fmla="*/ 456331 w 5641293"/>
                  <a:gd name="connsiteY8" fmla="*/ 3362205 h 5325465"/>
                  <a:gd name="connsiteX9" fmla="*/ 559793 w 5641293"/>
                  <a:gd name="connsiteY9" fmla="*/ 3057428 h 5325465"/>
                  <a:gd name="connsiteX10" fmla="*/ 118419 w 5641293"/>
                  <a:gd name="connsiteY10" fmla="*/ 2818778 h 5325465"/>
                  <a:gd name="connsiteX11" fmla="*/ 665683 w 5641293"/>
                  <a:gd name="connsiteY11" fmla="*/ 1975104 h 5325465"/>
                  <a:gd name="connsiteX12" fmla="*/ 2633472 w 5641293"/>
                  <a:gd name="connsiteY12" fmla="*/ 0 h 5325465"/>
                  <a:gd name="connsiteX13" fmla="*/ 4712039 w 5641293"/>
                  <a:gd name="connsiteY13" fmla="*/ 2543951 h 5325465"/>
                  <a:gd name="connsiteX14" fmla="*/ 4030675 w 5641293"/>
                  <a:gd name="connsiteY14" fmla="*/ 3928262 h 5325465"/>
                  <a:gd name="connsiteX15" fmla="*/ 4453179 w 5641293"/>
                  <a:gd name="connsiteY15" fmla="*/ 5313893 h 5325465"/>
                  <a:gd name="connsiteX16" fmla="*/ 5641293 w 5641293"/>
                  <a:gd name="connsiteY16" fmla="*/ 5302567 h 5325465"/>
                  <a:gd name="connsiteX0" fmla="*/ 0 w 5651366"/>
                  <a:gd name="connsiteY0" fmla="*/ 5325465 h 5332785"/>
                  <a:gd name="connsiteX1" fmla="*/ 0 w 5651366"/>
                  <a:gd name="connsiteY1" fmla="*/ 5325465 h 5332785"/>
                  <a:gd name="connsiteX2" fmla="*/ 2239524 w 5651366"/>
                  <a:gd name="connsiteY2" fmla="*/ 5309946 h 5332785"/>
                  <a:gd name="connsiteX3" fmla="*/ 1938528 w 5651366"/>
                  <a:gd name="connsiteY3" fmla="*/ 4337913 h 5332785"/>
                  <a:gd name="connsiteX4" fmla="*/ 833932 w 5651366"/>
                  <a:gd name="connsiteY4" fmla="*/ 4411066 h 5332785"/>
                  <a:gd name="connsiteX5" fmla="*/ 694944 w 5651366"/>
                  <a:gd name="connsiteY5" fmla="*/ 3745382 h 5332785"/>
                  <a:gd name="connsiteX6" fmla="*/ 519379 w 5651366"/>
                  <a:gd name="connsiteY6" fmla="*/ 3599078 h 5332785"/>
                  <a:gd name="connsiteX7" fmla="*/ 557005 w 5651366"/>
                  <a:gd name="connsiteY7" fmla="*/ 3470193 h 5332785"/>
                  <a:gd name="connsiteX8" fmla="*/ 456331 w 5651366"/>
                  <a:gd name="connsiteY8" fmla="*/ 3362205 h 5332785"/>
                  <a:gd name="connsiteX9" fmla="*/ 559793 w 5651366"/>
                  <a:gd name="connsiteY9" fmla="*/ 3057428 h 5332785"/>
                  <a:gd name="connsiteX10" fmla="*/ 118419 w 5651366"/>
                  <a:gd name="connsiteY10" fmla="*/ 2818778 h 5332785"/>
                  <a:gd name="connsiteX11" fmla="*/ 665683 w 5651366"/>
                  <a:gd name="connsiteY11" fmla="*/ 1975104 h 5332785"/>
                  <a:gd name="connsiteX12" fmla="*/ 2633472 w 5651366"/>
                  <a:gd name="connsiteY12" fmla="*/ 0 h 5332785"/>
                  <a:gd name="connsiteX13" fmla="*/ 4712039 w 5651366"/>
                  <a:gd name="connsiteY13" fmla="*/ 2543951 h 5332785"/>
                  <a:gd name="connsiteX14" fmla="*/ 4030675 w 5651366"/>
                  <a:gd name="connsiteY14" fmla="*/ 3928262 h 5332785"/>
                  <a:gd name="connsiteX15" fmla="*/ 4453179 w 5651366"/>
                  <a:gd name="connsiteY15" fmla="*/ 5313893 h 5332785"/>
                  <a:gd name="connsiteX16" fmla="*/ 5651366 w 5651366"/>
                  <a:gd name="connsiteY16" fmla="*/ 5332785 h 5332785"/>
                  <a:gd name="connsiteX0" fmla="*/ 1108042 w 6759408"/>
                  <a:gd name="connsiteY0" fmla="*/ 5325465 h 5332785"/>
                  <a:gd name="connsiteX1" fmla="*/ 0 w 6759408"/>
                  <a:gd name="connsiteY1" fmla="*/ 5315392 h 5332785"/>
                  <a:gd name="connsiteX2" fmla="*/ 3347566 w 6759408"/>
                  <a:gd name="connsiteY2" fmla="*/ 5309946 h 5332785"/>
                  <a:gd name="connsiteX3" fmla="*/ 3046570 w 6759408"/>
                  <a:gd name="connsiteY3" fmla="*/ 4337913 h 5332785"/>
                  <a:gd name="connsiteX4" fmla="*/ 1941974 w 6759408"/>
                  <a:gd name="connsiteY4" fmla="*/ 4411066 h 5332785"/>
                  <a:gd name="connsiteX5" fmla="*/ 1802986 w 6759408"/>
                  <a:gd name="connsiteY5" fmla="*/ 3745382 h 5332785"/>
                  <a:gd name="connsiteX6" fmla="*/ 1627421 w 6759408"/>
                  <a:gd name="connsiteY6" fmla="*/ 3599078 h 5332785"/>
                  <a:gd name="connsiteX7" fmla="*/ 1665047 w 6759408"/>
                  <a:gd name="connsiteY7" fmla="*/ 3470193 h 5332785"/>
                  <a:gd name="connsiteX8" fmla="*/ 1564373 w 6759408"/>
                  <a:gd name="connsiteY8" fmla="*/ 3362205 h 5332785"/>
                  <a:gd name="connsiteX9" fmla="*/ 1667835 w 6759408"/>
                  <a:gd name="connsiteY9" fmla="*/ 3057428 h 5332785"/>
                  <a:gd name="connsiteX10" fmla="*/ 1226461 w 6759408"/>
                  <a:gd name="connsiteY10" fmla="*/ 2818778 h 5332785"/>
                  <a:gd name="connsiteX11" fmla="*/ 1773725 w 6759408"/>
                  <a:gd name="connsiteY11" fmla="*/ 1975104 h 5332785"/>
                  <a:gd name="connsiteX12" fmla="*/ 3741514 w 6759408"/>
                  <a:gd name="connsiteY12" fmla="*/ 0 h 5332785"/>
                  <a:gd name="connsiteX13" fmla="*/ 5820081 w 6759408"/>
                  <a:gd name="connsiteY13" fmla="*/ 2543951 h 5332785"/>
                  <a:gd name="connsiteX14" fmla="*/ 5138717 w 6759408"/>
                  <a:gd name="connsiteY14" fmla="*/ 3928262 h 5332785"/>
                  <a:gd name="connsiteX15" fmla="*/ 5561221 w 6759408"/>
                  <a:gd name="connsiteY15" fmla="*/ 5313893 h 5332785"/>
                  <a:gd name="connsiteX16" fmla="*/ 6759408 w 6759408"/>
                  <a:gd name="connsiteY16" fmla="*/ 5332785 h 5332785"/>
                  <a:gd name="connsiteX0" fmla="*/ 0 w 6759408"/>
                  <a:gd name="connsiteY0" fmla="*/ 5315392 h 5332785"/>
                  <a:gd name="connsiteX1" fmla="*/ 3347566 w 6759408"/>
                  <a:gd name="connsiteY1" fmla="*/ 5309946 h 5332785"/>
                  <a:gd name="connsiteX2" fmla="*/ 3046570 w 6759408"/>
                  <a:gd name="connsiteY2" fmla="*/ 4337913 h 5332785"/>
                  <a:gd name="connsiteX3" fmla="*/ 1941974 w 6759408"/>
                  <a:gd name="connsiteY3" fmla="*/ 4411066 h 5332785"/>
                  <a:gd name="connsiteX4" fmla="*/ 1802986 w 6759408"/>
                  <a:gd name="connsiteY4" fmla="*/ 3745382 h 5332785"/>
                  <a:gd name="connsiteX5" fmla="*/ 1627421 w 6759408"/>
                  <a:gd name="connsiteY5" fmla="*/ 3599078 h 5332785"/>
                  <a:gd name="connsiteX6" fmla="*/ 1665047 w 6759408"/>
                  <a:gd name="connsiteY6" fmla="*/ 3470193 h 5332785"/>
                  <a:gd name="connsiteX7" fmla="*/ 1564373 w 6759408"/>
                  <a:gd name="connsiteY7" fmla="*/ 3362205 h 5332785"/>
                  <a:gd name="connsiteX8" fmla="*/ 1667835 w 6759408"/>
                  <a:gd name="connsiteY8" fmla="*/ 3057428 h 5332785"/>
                  <a:gd name="connsiteX9" fmla="*/ 1226461 w 6759408"/>
                  <a:gd name="connsiteY9" fmla="*/ 2818778 h 5332785"/>
                  <a:gd name="connsiteX10" fmla="*/ 1773725 w 6759408"/>
                  <a:gd name="connsiteY10" fmla="*/ 1975104 h 5332785"/>
                  <a:gd name="connsiteX11" fmla="*/ 3741514 w 6759408"/>
                  <a:gd name="connsiteY11" fmla="*/ 0 h 5332785"/>
                  <a:gd name="connsiteX12" fmla="*/ 5820081 w 6759408"/>
                  <a:gd name="connsiteY12" fmla="*/ 2543951 h 5332785"/>
                  <a:gd name="connsiteX13" fmla="*/ 5138717 w 6759408"/>
                  <a:gd name="connsiteY13" fmla="*/ 3928262 h 5332785"/>
                  <a:gd name="connsiteX14" fmla="*/ 5561221 w 6759408"/>
                  <a:gd name="connsiteY14" fmla="*/ 5313893 h 5332785"/>
                  <a:gd name="connsiteX15" fmla="*/ 6759408 w 6759408"/>
                  <a:gd name="connsiteY15" fmla="*/ 5332785 h 5332785"/>
                  <a:gd name="connsiteX0" fmla="*/ 0 w 6759408"/>
                  <a:gd name="connsiteY0" fmla="*/ 5315392 h 5332785"/>
                  <a:gd name="connsiteX1" fmla="*/ 3347566 w 6759408"/>
                  <a:gd name="connsiteY1" fmla="*/ 5309946 h 5332785"/>
                  <a:gd name="connsiteX2" fmla="*/ 3046570 w 6759408"/>
                  <a:gd name="connsiteY2" fmla="*/ 4337913 h 5332785"/>
                  <a:gd name="connsiteX3" fmla="*/ 1941974 w 6759408"/>
                  <a:gd name="connsiteY3" fmla="*/ 4411066 h 5332785"/>
                  <a:gd name="connsiteX4" fmla="*/ 1802986 w 6759408"/>
                  <a:gd name="connsiteY4" fmla="*/ 3745382 h 5332785"/>
                  <a:gd name="connsiteX5" fmla="*/ 1627421 w 6759408"/>
                  <a:gd name="connsiteY5" fmla="*/ 3599078 h 5332785"/>
                  <a:gd name="connsiteX6" fmla="*/ 1665047 w 6759408"/>
                  <a:gd name="connsiteY6" fmla="*/ 3470193 h 5332785"/>
                  <a:gd name="connsiteX7" fmla="*/ 1564373 w 6759408"/>
                  <a:gd name="connsiteY7" fmla="*/ 3362205 h 5332785"/>
                  <a:gd name="connsiteX8" fmla="*/ 1667835 w 6759408"/>
                  <a:gd name="connsiteY8" fmla="*/ 3057428 h 5332785"/>
                  <a:gd name="connsiteX9" fmla="*/ 1226461 w 6759408"/>
                  <a:gd name="connsiteY9" fmla="*/ 2818778 h 5332785"/>
                  <a:gd name="connsiteX10" fmla="*/ 1773725 w 6759408"/>
                  <a:gd name="connsiteY10" fmla="*/ 1975104 h 5332785"/>
                  <a:gd name="connsiteX11" fmla="*/ 3741514 w 6759408"/>
                  <a:gd name="connsiteY11" fmla="*/ 0 h 5332785"/>
                  <a:gd name="connsiteX12" fmla="*/ 5820081 w 6759408"/>
                  <a:gd name="connsiteY12" fmla="*/ 2543951 h 5332785"/>
                  <a:gd name="connsiteX13" fmla="*/ 5138717 w 6759408"/>
                  <a:gd name="connsiteY13" fmla="*/ 3928262 h 5332785"/>
                  <a:gd name="connsiteX14" fmla="*/ 5561221 w 6759408"/>
                  <a:gd name="connsiteY14" fmla="*/ 5313893 h 5332785"/>
                  <a:gd name="connsiteX15" fmla="*/ 6759408 w 6759408"/>
                  <a:gd name="connsiteY15" fmla="*/ 5332785 h 5332785"/>
                  <a:gd name="connsiteX0" fmla="*/ 0 w 6759408"/>
                  <a:gd name="connsiteY0" fmla="*/ 5315392 h 5333342"/>
                  <a:gd name="connsiteX1" fmla="*/ 3347566 w 6759408"/>
                  <a:gd name="connsiteY1" fmla="*/ 5309946 h 5333342"/>
                  <a:gd name="connsiteX2" fmla="*/ 3046570 w 6759408"/>
                  <a:gd name="connsiteY2" fmla="*/ 4337913 h 5333342"/>
                  <a:gd name="connsiteX3" fmla="*/ 1941974 w 6759408"/>
                  <a:gd name="connsiteY3" fmla="*/ 4411066 h 5333342"/>
                  <a:gd name="connsiteX4" fmla="*/ 1802986 w 6759408"/>
                  <a:gd name="connsiteY4" fmla="*/ 3745382 h 5333342"/>
                  <a:gd name="connsiteX5" fmla="*/ 1627421 w 6759408"/>
                  <a:gd name="connsiteY5" fmla="*/ 3599078 h 5333342"/>
                  <a:gd name="connsiteX6" fmla="*/ 1665047 w 6759408"/>
                  <a:gd name="connsiteY6" fmla="*/ 3470193 h 5333342"/>
                  <a:gd name="connsiteX7" fmla="*/ 1564373 w 6759408"/>
                  <a:gd name="connsiteY7" fmla="*/ 3362205 h 5333342"/>
                  <a:gd name="connsiteX8" fmla="*/ 1667835 w 6759408"/>
                  <a:gd name="connsiteY8" fmla="*/ 3057428 h 5333342"/>
                  <a:gd name="connsiteX9" fmla="*/ 1226461 w 6759408"/>
                  <a:gd name="connsiteY9" fmla="*/ 2818778 h 5333342"/>
                  <a:gd name="connsiteX10" fmla="*/ 1773725 w 6759408"/>
                  <a:gd name="connsiteY10" fmla="*/ 1975104 h 5333342"/>
                  <a:gd name="connsiteX11" fmla="*/ 3741514 w 6759408"/>
                  <a:gd name="connsiteY11" fmla="*/ 0 h 5333342"/>
                  <a:gd name="connsiteX12" fmla="*/ 5820081 w 6759408"/>
                  <a:gd name="connsiteY12" fmla="*/ 2543951 h 5333342"/>
                  <a:gd name="connsiteX13" fmla="*/ 5138717 w 6759408"/>
                  <a:gd name="connsiteY13" fmla="*/ 3928262 h 5333342"/>
                  <a:gd name="connsiteX14" fmla="*/ 5561221 w 6759408"/>
                  <a:gd name="connsiteY14" fmla="*/ 5313893 h 5333342"/>
                  <a:gd name="connsiteX15" fmla="*/ 6759408 w 6759408"/>
                  <a:gd name="connsiteY15" fmla="*/ 5332785 h 5333342"/>
                  <a:gd name="connsiteX0" fmla="*/ 0 w 6453857"/>
                  <a:gd name="connsiteY0" fmla="*/ 5334489 h 5334489"/>
                  <a:gd name="connsiteX1" fmla="*/ 3042015 w 6453857"/>
                  <a:gd name="connsiteY1" fmla="*/ 5309946 h 5334489"/>
                  <a:gd name="connsiteX2" fmla="*/ 2741019 w 6453857"/>
                  <a:gd name="connsiteY2" fmla="*/ 4337913 h 5334489"/>
                  <a:gd name="connsiteX3" fmla="*/ 1636423 w 6453857"/>
                  <a:gd name="connsiteY3" fmla="*/ 4411066 h 5334489"/>
                  <a:gd name="connsiteX4" fmla="*/ 1497435 w 6453857"/>
                  <a:gd name="connsiteY4" fmla="*/ 3745382 h 5334489"/>
                  <a:gd name="connsiteX5" fmla="*/ 1321870 w 6453857"/>
                  <a:gd name="connsiteY5" fmla="*/ 3599078 h 5334489"/>
                  <a:gd name="connsiteX6" fmla="*/ 1359496 w 6453857"/>
                  <a:gd name="connsiteY6" fmla="*/ 3470193 h 5334489"/>
                  <a:gd name="connsiteX7" fmla="*/ 1258822 w 6453857"/>
                  <a:gd name="connsiteY7" fmla="*/ 3362205 h 5334489"/>
                  <a:gd name="connsiteX8" fmla="*/ 1362284 w 6453857"/>
                  <a:gd name="connsiteY8" fmla="*/ 3057428 h 5334489"/>
                  <a:gd name="connsiteX9" fmla="*/ 920910 w 6453857"/>
                  <a:gd name="connsiteY9" fmla="*/ 2818778 h 5334489"/>
                  <a:gd name="connsiteX10" fmla="*/ 1468174 w 6453857"/>
                  <a:gd name="connsiteY10" fmla="*/ 1975104 h 5334489"/>
                  <a:gd name="connsiteX11" fmla="*/ 3435963 w 6453857"/>
                  <a:gd name="connsiteY11" fmla="*/ 0 h 5334489"/>
                  <a:gd name="connsiteX12" fmla="*/ 5514530 w 6453857"/>
                  <a:gd name="connsiteY12" fmla="*/ 2543951 h 5334489"/>
                  <a:gd name="connsiteX13" fmla="*/ 4833166 w 6453857"/>
                  <a:gd name="connsiteY13" fmla="*/ 3928262 h 5334489"/>
                  <a:gd name="connsiteX14" fmla="*/ 5255670 w 6453857"/>
                  <a:gd name="connsiteY14" fmla="*/ 5313893 h 5334489"/>
                  <a:gd name="connsiteX15" fmla="*/ 6453857 w 6453857"/>
                  <a:gd name="connsiteY15" fmla="*/ 5332785 h 5334489"/>
                  <a:gd name="connsiteX0" fmla="*/ 0 w 7560387"/>
                  <a:gd name="connsiteY0" fmla="*/ 5334489 h 5334489"/>
                  <a:gd name="connsiteX1" fmla="*/ 3042015 w 7560387"/>
                  <a:gd name="connsiteY1" fmla="*/ 5309946 h 5334489"/>
                  <a:gd name="connsiteX2" fmla="*/ 2741019 w 7560387"/>
                  <a:gd name="connsiteY2" fmla="*/ 4337913 h 5334489"/>
                  <a:gd name="connsiteX3" fmla="*/ 1636423 w 7560387"/>
                  <a:gd name="connsiteY3" fmla="*/ 4411066 h 5334489"/>
                  <a:gd name="connsiteX4" fmla="*/ 1497435 w 7560387"/>
                  <a:gd name="connsiteY4" fmla="*/ 3745382 h 5334489"/>
                  <a:gd name="connsiteX5" fmla="*/ 1321870 w 7560387"/>
                  <a:gd name="connsiteY5" fmla="*/ 3599078 h 5334489"/>
                  <a:gd name="connsiteX6" fmla="*/ 1359496 w 7560387"/>
                  <a:gd name="connsiteY6" fmla="*/ 3470193 h 5334489"/>
                  <a:gd name="connsiteX7" fmla="*/ 1258822 w 7560387"/>
                  <a:gd name="connsiteY7" fmla="*/ 3362205 h 5334489"/>
                  <a:gd name="connsiteX8" fmla="*/ 1362284 w 7560387"/>
                  <a:gd name="connsiteY8" fmla="*/ 3057428 h 5334489"/>
                  <a:gd name="connsiteX9" fmla="*/ 920910 w 7560387"/>
                  <a:gd name="connsiteY9" fmla="*/ 2818778 h 5334489"/>
                  <a:gd name="connsiteX10" fmla="*/ 1468174 w 7560387"/>
                  <a:gd name="connsiteY10" fmla="*/ 1975104 h 5334489"/>
                  <a:gd name="connsiteX11" fmla="*/ 3435963 w 7560387"/>
                  <a:gd name="connsiteY11" fmla="*/ 0 h 5334489"/>
                  <a:gd name="connsiteX12" fmla="*/ 5514530 w 7560387"/>
                  <a:gd name="connsiteY12" fmla="*/ 2543951 h 5334489"/>
                  <a:gd name="connsiteX13" fmla="*/ 4833166 w 7560387"/>
                  <a:gd name="connsiteY13" fmla="*/ 3928262 h 5334489"/>
                  <a:gd name="connsiteX14" fmla="*/ 5255670 w 7560387"/>
                  <a:gd name="connsiteY14" fmla="*/ 5313893 h 5334489"/>
                  <a:gd name="connsiteX15" fmla="*/ 7560387 w 7560387"/>
                  <a:gd name="connsiteY15" fmla="*/ 5313143 h 5334489"/>
                  <a:gd name="connsiteX0" fmla="*/ 0 w 7638956"/>
                  <a:gd name="connsiteY0" fmla="*/ 5321395 h 5321395"/>
                  <a:gd name="connsiteX1" fmla="*/ 3120584 w 7638956"/>
                  <a:gd name="connsiteY1" fmla="*/ 5309946 h 5321395"/>
                  <a:gd name="connsiteX2" fmla="*/ 2819588 w 7638956"/>
                  <a:gd name="connsiteY2" fmla="*/ 4337913 h 5321395"/>
                  <a:gd name="connsiteX3" fmla="*/ 1714992 w 7638956"/>
                  <a:gd name="connsiteY3" fmla="*/ 4411066 h 5321395"/>
                  <a:gd name="connsiteX4" fmla="*/ 1576004 w 7638956"/>
                  <a:gd name="connsiteY4" fmla="*/ 3745382 h 5321395"/>
                  <a:gd name="connsiteX5" fmla="*/ 1400439 w 7638956"/>
                  <a:gd name="connsiteY5" fmla="*/ 3599078 h 5321395"/>
                  <a:gd name="connsiteX6" fmla="*/ 1438065 w 7638956"/>
                  <a:gd name="connsiteY6" fmla="*/ 3470193 h 5321395"/>
                  <a:gd name="connsiteX7" fmla="*/ 1337391 w 7638956"/>
                  <a:gd name="connsiteY7" fmla="*/ 3362205 h 5321395"/>
                  <a:gd name="connsiteX8" fmla="*/ 1440853 w 7638956"/>
                  <a:gd name="connsiteY8" fmla="*/ 3057428 h 5321395"/>
                  <a:gd name="connsiteX9" fmla="*/ 999479 w 7638956"/>
                  <a:gd name="connsiteY9" fmla="*/ 2818778 h 5321395"/>
                  <a:gd name="connsiteX10" fmla="*/ 1546743 w 7638956"/>
                  <a:gd name="connsiteY10" fmla="*/ 1975104 h 5321395"/>
                  <a:gd name="connsiteX11" fmla="*/ 3514532 w 7638956"/>
                  <a:gd name="connsiteY11" fmla="*/ 0 h 5321395"/>
                  <a:gd name="connsiteX12" fmla="*/ 5593099 w 7638956"/>
                  <a:gd name="connsiteY12" fmla="*/ 2543951 h 5321395"/>
                  <a:gd name="connsiteX13" fmla="*/ 4911735 w 7638956"/>
                  <a:gd name="connsiteY13" fmla="*/ 3928262 h 5321395"/>
                  <a:gd name="connsiteX14" fmla="*/ 5334239 w 7638956"/>
                  <a:gd name="connsiteY14" fmla="*/ 5313893 h 5321395"/>
                  <a:gd name="connsiteX15" fmla="*/ 7638956 w 7638956"/>
                  <a:gd name="connsiteY15" fmla="*/ 5313143 h 5321395"/>
                  <a:gd name="connsiteX0" fmla="*/ 0 w 7638956"/>
                  <a:gd name="connsiteY0" fmla="*/ 5321395 h 5321395"/>
                  <a:gd name="connsiteX1" fmla="*/ 3120584 w 7638956"/>
                  <a:gd name="connsiteY1" fmla="*/ 5309946 h 5321395"/>
                  <a:gd name="connsiteX2" fmla="*/ 2819588 w 7638956"/>
                  <a:gd name="connsiteY2" fmla="*/ 4337913 h 5321395"/>
                  <a:gd name="connsiteX3" fmla="*/ 1714992 w 7638956"/>
                  <a:gd name="connsiteY3" fmla="*/ 4411066 h 5321395"/>
                  <a:gd name="connsiteX4" fmla="*/ 1576004 w 7638956"/>
                  <a:gd name="connsiteY4" fmla="*/ 3745382 h 5321395"/>
                  <a:gd name="connsiteX5" fmla="*/ 1400439 w 7638956"/>
                  <a:gd name="connsiteY5" fmla="*/ 3599078 h 5321395"/>
                  <a:gd name="connsiteX6" fmla="*/ 1438065 w 7638956"/>
                  <a:gd name="connsiteY6" fmla="*/ 3470193 h 5321395"/>
                  <a:gd name="connsiteX7" fmla="*/ 1337391 w 7638956"/>
                  <a:gd name="connsiteY7" fmla="*/ 3362205 h 5321395"/>
                  <a:gd name="connsiteX8" fmla="*/ 1440853 w 7638956"/>
                  <a:gd name="connsiteY8" fmla="*/ 3057428 h 5321395"/>
                  <a:gd name="connsiteX9" fmla="*/ 999479 w 7638956"/>
                  <a:gd name="connsiteY9" fmla="*/ 2818778 h 5321395"/>
                  <a:gd name="connsiteX10" fmla="*/ 1546743 w 7638956"/>
                  <a:gd name="connsiteY10" fmla="*/ 1975104 h 5321395"/>
                  <a:gd name="connsiteX11" fmla="*/ 3514532 w 7638956"/>
                  <a:gd name="connsiteY11" fmla="*/ 0 h 5321395"/>
                  <a:gd name="connsiteX12" fmla="*/ 5593099 w 7638956"/>
                  <a:gd name="connsiteY12" fmla="*/ 2543951 h 5321395"/>
                  <a:gd name="connsiteX13" fmla="*/ 4911735 w 7638956"/>
                  <a:gd name="connsiteY13" fmla="*/ 3928262 h 5321395"/>
                  <a:gd name="connsiteX14" fmla="*/ 5334239 w 7638956"/>
                  <a:gd name="connsiteY14" fmla="*/ 5313893 h 5321395"/>
                  <a:gd name="connsiteX15" fmla="*/ 7638956 w 7638956"/>
                  <a:gd name="connsiteY15" fmla="*/ 5313143 h 5321395"/>
                  <a:gd name="connsiteX0" fmla="*/ 0 w 7658598"/>
                  <a:gd name="connsiteY0" fmla="*/ 5301753 h 5317437"/>
                  <a:gd name="connsiteX1" fmla="*/ 3140226 w 7658598"/>
                  <a:gd name="connsiteY1" fmla="*/ 5309946 h 5317437"/>
                  <a:gd name="connsiteX2" fmla="*/ 2839230 w 7658598"/>
                  <a:gd name="connsiteY2" fmla="*/ 4337913 h 5317437"/>
                  <a:gd name="connsiteX3" fmla="*/ 1734634 w 7658598"/>
                  <a:gd name="connsiteY3" fmla="*/ 4411066 h 5317437"/>
                  <a:gd name="connsiteX4" fmla="*/ 1595646 w 7658598"/>
                  <a:gd name="connsiteY4" fmla="*/ 3745382 h 5317437"/>
                  <a:gd name="connsiteX5" fmla="*/ 1420081 w 7658598"/>
                  <a:gd name="connsiteY5" fmla="*/ 3599078 h 5317437"/>
                  <a:gd name="connsiteX6" fmla="*/ 1457707 w 7658598"/>
                  <a:gd name="connsiteY6" fmla="*/ 3470193 h 5317437"/>
                  <a:gd name="connsiteX7" fmla="*/ 1357033 w 7658598"/>
                  <a:gd name="connsiteY7" fmla="*/ 3362205 h 5317437"/>
                  <a:gd name="connsiteX8" fmla="*/ 1460495 w 7658598"/>
                  <a:gd name="connsiteY8" fmla="*/ 3057428 h 5317437"/>
                  <a:gd name="connsiteX9" fmla="*/ 1019121 w 7658598"/>
                  <a:gd name="connsiteY9" fmla="*/ 2818778 h 5317437"/>
                  <a:gd name="connsiteX10" fmla="*/ 1566385 w 7658598"/>
                  <a:gd name="connsiteY10" fmla="*/ 1975104 h 5317437"/>
                  <a:gd name="connsiteX11" fmla="*/ 3534174 w 7658598"/>
                  <a:gd name="connsiteY11" fmla="*/ 0 h 5317437"/>
                  <a:gd name="connsiteX12" fmla="*/ 5612741 w 7658598"/>
                  <a:gd name="connsiteY12" fmla="*/ 2543951 h 5317437"/>
                  <a:gd name="connsiteX13" fmla="*/ 4931377 w 7658598"/>
                  <a:gd name="connsiteY13" fmla="*/ 3928262 h 5317437"/>
                  <a:gd name="connsiteX14" fmla="*/ 5353881 w 7658598"/>
                  <a:gd name="connsiteY14" fmla="*/ 5313893 h 5317437"/>
                  <a:gd name="connsiteX15" fmla="*/ 7658598 w 7658598"/>
                  <a:gd name="connsiteY15" fmla="*/ 5313143 h 5317437"/>
                  <a:gd name="connsiteX0" fmla="*/ 0 w 7665144"/>
                  <a:gd name="connsiteY0" fmla="*/ 5314847 h 5317437"/>
                  <a:gd name="connsiteX1" fmla="*/ 3146772 w 7665144"/>
                  <a:gd name="connsiteY1" fmla="*/ 5309946 h 5317437"/>
                  <a:gd name="connsiteX2" fmla="*/ 2845776 w 7665144"/>
                  <a:gd name="connsiteY2" fmla="*/ 4337913 h 5317437"/>
                  <a:gd name="connsiteX3" fmla="*/ 1741180 w 7665144"/>
                  <a:gd name="connsiteY3" fmla="*/ 4411066 h 5317437"/>
                  <a:gd name="connsiteX4" fmla="*/ 1602192 w 7665144"/>
                  <a:gd name="connsiteY4" fmla="*/ 3745382 h 5317437"/>
                  <a:gd name="connsiteX5" fmla="*/ 1426627 w 7665144"/>
                  <a:gd name="connsiteY5" fmla="*/ 3599078 h 5317437"/>
                  <a:gd name="connsiteX6" fmla="*/ 1464253 w 7665144"/>
                  <a:gd name="connsiteY6" fmla="*/ 3470193 h 5317437"/>
                  <a:gd name="connsiteX7" fmla="*/ 1363579 w 7665144"/>
                  <a:gd name="connsiteY7" fmla="*/ 3362205 h 5317437"/>
                  <a:gd name="connsiteX8" fmla="*/ 1467041 w 7665144"/>
                  <a:gd name="connsiteY8" fmla="*/ 3057428 h 5317437"/>
                  <a:gd name="connsiteX9" fmla="*/ 1025667 w 7665144"/>
                  <a:gd name="connsiteY9" fmla="*/ 2818778 h 5317437"/>
                  <a:gd name="connsiteX10" fmla="*/ 1572931 w 7665144"/>
                  <a:gd name="connsiteY10" fmla="*/ 1975104 h 5317437"/>
                  <a:gd name="connsiteX11" fmla="*/ 3540720 w 7665144"/>
                  <a:gd name="connsiteY11" fmla="*/ 0 h 5317437"/>
                  <a:gd name="connsiteX12" fmla="*/ 5619287 w 7665144"/>
                  <a:gd name="connsiteY12" fmla="*/ 2543951 h 5317437"/>
                  <a:gd name="connsiteX13" fmla="*/ 4937923 w 7665144"/>
                  <a:gd name="connsiteY13" fmla="*/ 3928262 h 5317437"/>
                  <a:gd name="connsiteX14" fmla="*/ 5360427 w 7665144"/>
                  <a:gd name="connsiteY14" fmla="*/ 5313893 h 5317437"/>
                  <a:gd name="connsiteX15" fmla="*/ 7665144 w 7665144"/>
                  <a:gd name="connsiteY15" fmla="*/ 5313143 h 5317437"/>
                  <a:gd name="connsiteX0" fmla="*/ 0 w 7625859"/>
                  <a:gd name="connsiteY0" fmla="*/ 5308299 h 5317437"/>
                  <a:gd name="connsiteX1" fmla="*/ 3107487 w 7625859"/>
                  <a:gd name="connsiteY1" fmla="*/ 5309946 h 5317437"/>
                  <a:gd name="connsiteX2" fmla="*/ 2806491 w 7625859"/>
                  <a:gd name="connsiteY2" fmla="*/ 4337913 h 5317437"/>
                  <a:gd name="connsiteX3" fmla="*/ 1701895 w 7625859"/>
                  <a:gd name="connsiteY3" fmla="*/ 4411066 h 5317437"/>
                  <a:gd name="connsiteX4" fmla="*/ 1562907 w 7625859"/>
                  <a:gd name="connsiteY4" fmla="*/ 3745382 h 5317437"/>
                  <a:gd name="connsiteX5" fmla="*/ 1387342 w 7625859"/>
                  <a:gd name="connsiteY5" fmla="*/ 3599078 h 5317437"/>
                  <a:gd name="connsiteX6" fmla="*/ 1424968 w 7625859"/>
                  <a:gd name="connsiteY6" fmla="*/ 3470193 h 5317437"/>
                  <a:gd name="connsiteX7" fmla="*/ 1324294 w 7625859"/>
                  <a:gd name="connsiteY7" fmla="*/ 3362205 h 5317437"/>
                  <a:gd name="connsiteX8" fmla="*/ 1427756 w 7625859"/>
                  <a:gd name="connsiteY8" fmla="*/ 3057428 h 5317437"/>
                  <a:gd name="connsiteX9" fmla="*/ 986382 w 7625859"/>
                  <a:gd name="connsiteY9" fmla="*/ 2818778 h 5317437"/>
                  <a:gd name="connsiteX10" fmla="*/ 1533646 w 7625859"/>
                  <a:gd name="connsiteY10" fmla="*/ 1975104 h 5317437"/>
                  <a:gd name="connsiteX11" fmla="*/ 3501435 w 7625859"/>
                  <a:gd name="connsiteY11" fmla="*/ 0 h 5317437"/>
                  <a:gd name="connsiteX12" fmla="*/ 5580002 w 7625859"/>
                  <a:gd name="connsiteY12" fmla="*/ 2543951 h 5317437"/>
                  <a:gd name="connsiteX13" fmla="*/ 4898638 w 7625859"/>
                  <a:gd name="connsiteY13" fmla="*/ 3928262 h 5317437"/>
                  <a:gd name="connsiteX14" fmla="*/ 5321142 w 7625859"/>
                  <a:gd name="connsiteY14" fmla="*/ 5313893 h 5317437"/>
                  <a:gd name="connsiteX15" fmla="*/ 7625859 w 7625859"/>
                  <a:gd name="connsiteY15" fmla="*/ 5313143 h 5317437"/>
                  <a:gd name="connsiteX0" fmla="*/ 0 w 7645503"/>
                  <a:gd name="connsiteY0" fmla="*/ 5308299 h 5317437"/>
                  <a:gd name="connsiteX1" fmla="*/ 3127131 w 7645503"/>
                  <a:gd name="connsiteY1" fmla="*/ 5309946 h 5317437"/>
                  <a:gd name="connsiteX2" fmla="*/ 2826135 w 7645503"/>
                  <a:gd name="connsiteY2" fmla="*/ 4337913 h 5317437"/>
                  <a:gd name="connsiteX3" fmla="*/ 1721539 w 7645503"/>
                  <a:gd name="connsiteY3" fmla="*/ 4411066 h 5317437"/>
                  <a:gd name="connsiteX4" fmla="*/ 1582551 w 7645503"/>
                  <a:gd name="connsiteY4" fmla="*/ 3745382 h 5317437"/>
                  <a:gd name="connsiteX5" fmla="*/ 1406986 w 7645503"/>
                  <a:gd name="connsiteY5" fmla="*/ 3599078 h 5317437"/>
                  <a:gd name="connsiteX6" fmla="*/ 1444612 w 7645503"/>
                  <a:gd name="connsiteY6" fmla="*/ 3470193 h 5317437"/>
                  <a:gd name="connsiteX7" fmla="*/ 1343938 w 7645503"/>
                  <a:gd name="connsiteY7" fmla="*/ 3362205 h 5317437"/>
                  <a:gd name="connsiteX8" fmla="*/ 1447400 w 7645503"/>
                  <a:gd name="connsiteY8" fmla="*/ 3057428 h 5317437"/>
                  <a:gd name="connsiteX9" fmla="*/ 1006026 w 7645503"/>
                  <a:gd name="connsiteY9" fmla="*/ 2818778 h 5317437"/>
                  <a:gd name="connsiteX10" fmla="*/ 1553290 w 7645503"/>
                  <a:gd name="connsiteY10" fmla="*/ 1975104 h 5317437"/>
                  <a:gd name="connsiteX11" fmla="*/ 3521079 w 7645503"/>
                  <a:gd name="connsiteY11" fmla="*/ 0 h 5317437"/>
                  <a:gd name="connsiteX12" fmla="*/ 5599646 w 7645503"/>
                  <a:gd name="connsiteY12" fmla="*/ 2543951 h 5317437"/>
                  <a:gd name="connsiteX13" fmla="*/ 4918282 w 7645503"/>
                  <a:gd name="connsiteY13" fmla="*/ 3928262 h 5317437"/>
                  <a:gd name="connsiteX14" fmla="*/ 5340786 w 7645503"/>
                  <a:gd name="connsiteY14" fmla="*/ 5313893 h 5317437"/>
                  <a:gd name="connsiteX15" fmla="*/ 7645503 w 7645503"/>
                  <a:gd name="connsiteY15" fmla="*/ 5313143 h 5317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645503" h="5317437">
                    <a:moveTo>
                      <a:pt x="0" y="5308299"/>
                    </a:moveTo>
                    <a:lnTo>
                      <a:pt x="3127131" y="5309946"/>
                    </a:lnTo>
                    <a:cubicBezTo>
                      <a:pt x="3063141" y="5002707"/>
                      <a:pt x="3048029" y="4564685"/>
                      <a:pt x="2826135" y="4337913"/>
                    </a:cubicBezTo>
                    <a:cubicBezTo>
                      <a:pt x="2728599" y="4218431"/>
                      <a:pt x="2023901" y="4625644"/>
                      <a:pt x="1721539" y="4411066"/>
                    </a:cubicBezTo>
                    <a:cubicBezTo>
                      <a:pt x="1399670" y="4162349"/>
                      <a:pt x="1655703" y="3833165"/>
                      <a:pt x="1582551" y="3745382"/>
                    </a:cubicBezTo>
                    <a:cubicBezTo>
                      <a:pt x="1524029" y="3696614"/>
                      <a:pt x="1420929" y="3646108"/>
                      <a:pt x="1406986" y="3599078"/>
                    </a:cubicBezTo>
                    <a:cubicBezTo>
                      <a:pt x="1387841" y="3557625"/>
                      <a:pt x="1413963" y="3507120"/>
                      <a:pt x="1444612" y="3470193"/>
                    </a:cubicBezTo>
                    <a:lnTo>
                      <a:pt x="1343938" y="3362205"/>
                    </a:lnTo>
                    <a:cubicBezTo>
                      <a:pt x="1301472" y="3284755"/>
                      <a:pt x="1417439" y="3157511"/>
                      <a:pt x="1447400" y="3057428"/>
                    </a:cubicBezTo>
                    <a:cubicBezTo>
                      <a:pt x="1300275" y="2977878"/>
                      <a:pt x="1062616" y="2939068"/>
                      <a:pt x="1006026" y="2818778"/>
                    </a:cubicBezTo>
                    <a:cubicBezTo>
                      <a:pt x="957583" y="2691462"/>
                      <a:pt x="1488564" y="2374024"/>
                      <a:pt x="1553290" y="1975104"/>
                    </a:cubicBezTo>
                    <a:cubicBezTo>
                      <a:pt x="1503049" y="266534"/>
                      <a:pt x="2919470" y="11046"/>
                      <a:pt x="3521079" y="0"/>
                    </a:cubicBezTo>
                    <a:cubicBezTo>
                      <a:pt x="4503645" y="-24"/>
                      <a:pt x="6083742" y="647274"/>
                      <a:pt x="5599646" y="2543951"/>
                    </a:cubicBezTo>
                    <a:cubicBezTo>
                      <a:pt x="5413266" y="3037075"/>
                      <a:pt x="4848926" y="3622783"/>
                      <a:pt x="4918282" y="3928262"/>
                    </a:cubicBezTo>
                    <a:cubicBezTo>
                      <a:pt x="4989358" y="4327448"/>
                      <a:pt x="5233496" y="4955448"/>
                      <a:pt x="5340786" y="5313893"/>
                    </a:cubicBezTo>
                    <a:cubicBezTo>
                      <a:pt x="5740182" y="5320190"/>
                      <a:pt x="6450333" y="5316918"/>
                      <a:pt x="7645503" y="5313143"/>
                    </a:cubicBezTo>
                  </a:path>
                </a:pathLst>
              </a:custGeom>
              <a:ln w="38100">
                <a:solidFill>
                  <a:srgbClr val="FF0000"/>
                </a:solidFill>
              </a:ln>
              <a:effectLst>
                <a:outerShdw blurRad="50800" dist="38100" dir="1800000" sx="101000" sy="101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 dirty="0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EF625AA-FC96-4BEA-9C9B-F6F71ADF2A5D}"/>
                  </a:ext>
                </a:extLst>
              </p:cNvPr>
              <p:cNvGrpSpPr/>
              <p:nvPr/>
            </p:nvGrpSpPr>
            <p:grpSpPr>
              <a:xfrm rot="20383369">
                <a:off x="1931869" y="327565"/>
                <a:ext cx="577008" cy="526669"/>
                <a:chOff x="4166064" y="1273753"/>
                <a:chExt cx="1818236" cy="1659614"/>
              </a:xfrm>
              <a:solidFill>
                <a:srgbClr val="FF0000"/>
              </a:solidFill>
            </p:grpSpPr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F4B18C0E-D167-4404-B20E-A7181531C09F}"/>
                    </a:ext>
                  </a:extLst>
                </p:cNvPr>
                <p:cNvSpPr txBox="1"/>
                <p:nvPr/>
              </p:nvSpPr>
              <p:spPr>
                <a:xfrm rot="1889173">
                  <a:off x="4843440" y="1273753"/>
                  <a:ext cx="305871" cy="1659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567" h="849511">
                      <a:moveTo>
                        <a:pt x="77688" y="695920"/>
                      </a:moveTo>
                      <a:cubicBezTo>
                        <a:pt x="99032" y="695920"/>
                        <a:pt x="117317" y="703413"/>
                        <a:pt x="132540" y="718398"/>
                      </a:cubicBezTo>
                      <a:cubicBezTo>
                        <a:pt x="147764" y="733383"/>
                        <a:pt x="155376" y="751389"/>
                        <a:pt x="155376" y="772418"/>
                      </a:cubicBezTo>
                      <a:cubicBezTo>
                        <a:pt x="155376" y="793657"/>
                        <a:pt x="147837" y="811815"/>
                        <a:pt x="132759" y="826893"/>
                      </a:cubicBezTo>
                      <a:cubicBezTo>
                        <a:pt x="117681" y="841972"/>
                        <a:pt x="99324" y="849511"/>
                        <a:pt x="77688" y="849511"/>
                      </a:cubicBezTo>
                      <a:cubicBezTo>
                        <a:pt x="56604" y="849511"/>
                        <a:pt x="38583" y="842032"/>
                        <a:pt x="23626" y="827075"/>
                      </a:cubicBezTo>
                      <a:cubicBezTo>
                        <a:pt x="8669" y="812118"/>
                        <a:pt x="1190" y="793898"/>
                        <a:pt x="1190" y="772418"/>
                      </a:cubicBezTo>
                      <a:cubicBezTo>
                        <a:pt x="1190" y="751148"/>
                        <a:pt x="8740" y="733081"/>
                        <a:pt x="23840" y="718216"/>
                      </a:cubicBezTo>
                      <a:cubicBezTo>
                        <a:pt x="38940" y="703352"/>
                        <a:pt x="56889" y="695920"/>
                        <a:pt x="77688" y="695920"/>
                      </a:cubicBezTo>
                      <a:close/>
                      <a:moveTo>
                        <a:pt x="77986" y="0"/>
                      </a:moveTo>
                      <a:cubicBezTo>
                        <a:pt x="100502" y="0"/>
                        <a:pt x="119228" y="8698"/>
                        <a:pt x="134164" y="26096"/>
                      </a:cubicBezTo>
                      <a:cubicBezTo>
                        <a:pt x="149099" y="43493"/>
                        <a:pt x="156567" y="68281"/>
                        <a:pt x="156567" y="100459"/>
                      </a:cubicBezTo>
                      <a:cubicBezTo>
                        <a:pt x="156567" y="110064"/>
                        <a:pt x="155457" y="124206"/>
                        <a:pt x="153237" y="142884"/>
                      </a:cubicBezTo>
                      <a:lnTo>
                        <a:pt x="100580" y="622697"/>
                      </a:lnTo>
                      <a:lnTo>
                        <a:pt x="56378" y="622697"/>
                      </a:lnTo>
                      <a:lnTo>
                        <a:pt x="3525" y="139721"/>
                      </a:lnTo>
                      <a:cubicBezTo>
                        <a:pt x="1175" y="119183"/>
                        <a:pt x="0" y="104347"/>
                        <a:pt x="0" y="95212"/>
                      </a:cubicBezTo>
                      <a:cubicBezTo>
                        <a:pt x="0" y="66116"/>
                        <a:pt x="7492" y="42974"/>
                        <a:pt x="22477" y="25784"/>
                      </a:cubicBezTo>
                      <a:cubicBezTo>
                        <a:pt x="37463" y="8594"/>
                        <a:pt x="55965" y="0"/>
                        <a:pt x="779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9600" b="1" dirty="0">
                    <a:solidFill>
                      <a:schemeClr val="accent2"/>
                    </a:solidFill>
                    <a:latin typeface="Symbol" panose="05050102010706020507" pitchFamily="18" charset="2"/>
                    <a:cs typeface="Arial" pitchFamily="34" charset="0"/>
                  </a:endParaRP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CC66750F-B8A2-41BB-80E1-B5638BA7F281}"/>
                    </a:ext>
                  </a:extLst>
                </p:cNvPr>
                <p:cNvSpPr txBox="1"/>
                <p:nvPr/>
              </p:nvSpPr>
              <p:spPr>
                <a:xfrm rot="258034">
                  <a:off x="4166064" y="1482747"/>
                  <a:ext cx="228834" cy="1241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567" h="849511">
                      <a:moveTo>
                        <a:pt x="77688" y="695920"/>
                      </a:moveTo>
                      <a:cubicBezTo>
                        <a:pt x="99032" y="695920"/>
                        <a:pt x="117317" y="703413"/>
                        <a:pt x="132540" y="718398"/>
                      </a:cubicBezTo>
                      <a:cubicBezTo>
                        <a:pt x="147764" y="733383"/>
                        <a:pt x="155376" y="751389"/>
                        <a:pt x="155376" y="772418"/>
                      </a:cubicBezTo>
                      <a:cubicBezTo>
                        <a:pt x="155376" y="793657"/>
                        <a:pt x="147837" y="811815"/>
                        <a:pt x="132759" y="826893"/>
                      </a:cubicBezTo>
                      <a:cubicBezTo>
                        <a:pt x="117681" y="841972"/>
                        <a:pt x="99324" y="849511"/>
                        <a:pt x="77688" y="849511"/>
                      </a:cubicBezTo>
                      <a:cubicBezTo>
                        <a:pt x="56604" y="849511"/>
                        <a:pt x="38583" y="842032"/>
                        <a:pt x="23626" y="827075"/>
                      </a:cubicBezTo>
                      <a:cubicBezTo>
                        <a:pt x="8669" y="812118"/>
                        <a:pt x="1190" y="793898"/>
                        <a:pt x="1190" y="772418"/>
                      </a:cubicBezTo>
                      <a:cubicBezTo>
                        <a:pt x="1190" y="751148"/>
                        <a:pt x="8740" y="733081"/>
                        <a:pt x="23840" y="718216"/>
                      </a:cubicBezTo>
                      <a:cubicBezTo>
                        <a:pt x="38940" y="703352"/>
                        <a:pt x="56889" y="695920"/>
                        <a:pt x="77688" y="695920"/>
                      </a:cubicBezTo>
                      <a:close/>
                      <a:moveTo>
                        <a:pt x="77986" y="0"/>
                      </a:moveTo>
                      <a:cubicBezTo>
                        <a:pt x="100502" y="0"/>
                        <a:pt x="119228" y="8698"/>
                        <a:pt x="134164" y="26096"/>
                      </a:cubicBezTo>
                      <a:cubicBezTo>
                        <a:pt x="149099" y="43493"/>
                        <a:pt x="156567" y="68281"/>
                        <a:pt x="156567" y="100459"/>
                      </a:cubicBezTo>
                      <a:cubicBezTo>
                        <a:pt x="156567" y="110064"/>
                        <a:pt x="155457" y="124206"/>
                        <a:pt x="153237" y="142884"/>
                      </a:cubicBezTo>
                      <a:lnTo>
                        <a:pt x="100580" y="622697"/>
                      </a:lnTo>
                      <a:lnTo>
                        <a:pt x="56378" y="622697"/>
                      </a:lnTo>
                      <a:lnTo>
                        <a:pt x="3525" y="139721"/>
                      </a:lnTo>
                      <a:cubicBezTo>
                        <a:pt x="1175" y="119183"/>
                        <a:pt x="0" y="104347"/>
                        <a:pt x="0" y="95212"/>
                      </a:cubicBezTo>
                      <a:cubicBezTo>
                        <a:pt x="0" y="66116"/>
                        <a:pt x="7492" y="42974"/>
                        <a:pt x="22477" y="25784"/>
                      </a:cubicBezTo>
                      <a:cubicBezTo>
                        <a:pt x="37463" y="8594"/>
                        <a:pt x="55965" y="0"/>
                        <a:pt x="779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9600" b="1" dirty="0">
                    <a:solidFill>
                      <a:schemeClr val="accent2"/>
                    </a:solidFill>
                    <a:latin typeface="Symbol" panose="05050102010706020507" pitchFamily="18" charset="2"/>
                    <a:cs typeface="Arial" pitchFamily="34" charset="0"/>
                  </a:endParaRP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9A86FA8-63CC-4DD9-BF26-34AEE0DB0258}"/>
                    </a:ext>
                  </a:extLst>
                </p:cNvPr>
                <p:cNvSpPr txBox="1"/>
                <p:nvPr/>
              </p:nvSpPr>
              <p:spPr>
                <a:xfrm rot="3782330">
                  <a:off x="5249071" y="2177548"/>
                  <a:ext cx="228833" cy="1241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567" h="849511">
                      <a:moveTo>
                        <a:pt x="77688" y="695920"/>
                      </a:moveTo>
                      <a:cubicBezTo>
                        <a:pt x="99032" y="695920"/>
                        <a:pt x="117317" y="703413"/>
                        <a:pt x="132540" y="718398"/>
                      </a:cubicBezTo>
                      <a:cubicBezTo>
                        <a:pt x="147764" y="733383"/>
                        <a:pt x="155376" y="751389"/>
                        <a:pt x="155376" y="772418"/>
                      </a:cubicBezTo>
                      <a:cubicBezTo>
                        <a:pt x="155376" y="793657"/>
                        <a:pt x="147837" y="811815"/>
                        <a:pt x="132759" y="826893"/>
                      </a:cubicBezTo>
                      <a:cubicBezTo>
                        <a:pt x="117681" y="841972"/>
                        <a:pt x="99324" y="849511"/>
                        <a:pt x="77688" y="849511"/>
                      </a:cubicBezTo>
                      <a:cubicBezTo>
                        <a:pt x="56604" y="849511"/>
                        <a:pt x="38583" y="842032"/>
                        <a:pt x="23626" y="827075"/>
                      </a:cubicBezTo>
                      <a:cubicBezTo>
                        <a:pt x="8669" y="812118"/>
                        <a:pt x="1190" y="793898"/>
                        <a:pt x="1190" y="772418"/>
                      </a:cubicBezTo>
                      <a:cubicBezTo>
                        <a:pt x="1190" y="751148"/>
                        <a:pt x="8740" y="733081"/>
                        <a:pt x="23840" y="718216"/>
                      </a:cubicBezTo>
                      <a:cubicBezTo>
                        <a:pt x="38940" y="703352"/>
                        <a:pt x="56889" y="695920"/>
                        <a:pt x="77688" y="695920"/>
                      </a:cubicBezTo>
                      <a:close/>
                      <a:moveTo>
                        <a:pt x="77986" y="0"/>
                      </a:moveTo>
                      <a:cubicBezTo>
                        <a:pt x="100502" y="0"/>
                        <a:pt x="119228" y="8698"/>
                        <a:pt x="134164" y="26096"/>
                      </a:cubicBezTo>
                      <a:cubicBezTo>
                        <a:pt x="149099" y="43493"/>
                        <a:pt x="156567" y="68281"/>
                        <a:pt x="156567" y="100459"/>
                      </a:cubicBezTo>
                      <a:cubicBezTo>
                        <a:pt x="156567" y="110064"/>
                        <a:pt x="155457" y="124206"/>
                        <a:pt x="153237" y="142884"/>
                      </a:cubicBezTo>
                      <a:lnTo>
                        <a:pt x="100580" y="622697"/>
                      </a:lnTo>
                      <a:lnTo>
                        <a:pt x="56378" y="622697"/>
                      </a:lnTo>
                      <a:lnTo>
                        <a:pt x="3525" y="139721"/>
                      </a:lnTo>
                      <a:cubicBezTo>
                        <a:pt x="1175" y="119183"/>
                        <a:pt x="0" y="104347"/>
                        <a:pt x="0" y="95212"/>
                      </a:cubicBezTo>
                      <a:cubicBezTo>
                        <a:pt x="0" y="66116"/>
                        <a:pt x="7492" y="42974"/>
                        <a:pt x="22477" y="25784"/>
                      </a:cubicBezTo>
                      <a:cubicBezTo>
                        <a:pt x="37463" y="8594"/>
                        <a:pt x="55965" y="0"/>
                        <a:pt x="779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9600" b="1" dirty="0">
                    <a:solidFill>
                      <a:schemeClr val="accent2"/>
                    </a:solidFill>
                    <a:latin typeface="Symbol" panose="05050102010706020507" pitchFamily="18" charset="2"/>
                    <a:cs typeface="Arial" pitchFamily="34" charset="0"/>
                  </a:endParaRPr>
                </a:p>
              </p:txBody>
            </p:sp>
          </p:grp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7DF095E-88E7-412A-81D2-5C708FF249EE}"/>
              </a:ext>
            </a:extLst>
          </p:cNvPr>
          <p:cNvGrpSpPr/>
          <p:nvPr/>
        </p:nvGrpSpPr>
        <p:grpSpPr>
          <a:xfrm>
            <a:off x="1276640" y="2726458"/>
            <a:ext cx="3072686" cy="3304852"/>
            <a:chOff x="13270695" y="2636323"/>
            <a:chExt cx="3072686" cy="3304852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09C2B42-BD89-4540-B07A-87691ADB6913}"/>
                </a:ext>
              </a:extLst>
            </p:cNvPr>
            <p:cNvSpPr/>
            <p:nvPr/>
          </p:nvSpPr>
          <p:spPr>
            <a:xfrm flipH="1">
              <a:off x="14189764" y="2972997"/>
              <a:ext cx="322635" cy="322635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83770F5-F73E-46C2-924E-01A784FD4F2D}"/>
                </a:ext>
              </a:extLst>
            </p:cNvPr>
            <p:cNvSpPr/>
            <p:nvPr/>
          </p:nvSpPr>
          <p:spPr>
            <a:xfrm flipH="1" flipV="1">
              <a:off x="13270695" y="2636323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9F19C4E-2EFD-4641-B040-AA65424B9285}"/>
                </a:ext>
              </a:extLst>
            </p:cNvPr>
            <p:cNvSpPr/>
            <p:nvPr/>
          </p:nvSpPr>
          <p:spPr>
            <a:xfrm flipH="1" flipV="1">
              <a:off x="15086261" y="3758448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C9408A5-B0E1-404A-81E3-36D0325B0F23}"/>
                </a:ext>
              </a:extLst>
            </p:cNvPr>
            <p:cNvSpPr/>
            <p:nvPr/>
          </p:nvSpPr>
          <p:spPr>
            <a:xfrm flipH="1" flipV="1">
              <a:off x="15764640" y="4670549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DED2574-794F-4BB6-8AB7-84FD92EBFF10}"/>
                </a:ext>
              </a:extLst>
            </p:cNvPr>
            <p:cNvSpPr/>
            <p:nvPr/>
          </p:nvSpPr>
          <p:spPr>
            <a:xfrm flipH="1" flipV="1">
              <a:off x="16168592" y="5766386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1109EE9-7FCB-43BB-987E-BF52F350116C}"/>
              </a:ext>
            </a:extLst>
          </p:cNvPr>
          <p:cNvSpPr txBox="1"/>
          <p:nvPr/>
        </p:nvSpPr>
        <p:spPr>
          <a:xfrm>
            <a:off x="606490" y="1503726"/>
            <a:ext cx="94435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created this system fully online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Form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Sheets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37F70EA-D83A-480A-B792-A0F9BD499302}"/>
              </a:ext>
            </a:extLst>
          </p:cNvPr>
          <p:cNvCxnSpPr/>
          <p:nvPr/>
        </p:nvCxnSpPr>
        <p:spPr>
          <a:xfrm>
            <a:off x="6999584" y="1883337"/>
            <a:ext cx="1324874" cy="0"/>
          </a:xfrm>
          <a:prstGeom prst="line">
            <a:avLst/>
          </a:prstGeom>
          <a:ln w="285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DC1DA0AB-FD24-4D6D-B7B0-89C53A8425E6}"/>
              </a:ext>
            </a:extLst>
          </p:cNvPr>
          <p:cNvSpPr txBox="1"/>
          <p:nvPr/>
        </p:nvSpPr>
        <p:spPr>
          <a:xfrm>
            <a:off x="2417145" y="2039417"/>
            <a:ext cx="30418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forms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Issue Form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Return Form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36721DD-3BA3-418D-B918-1DE8AA68C099}"/>
              </a:ext>
            </a:extLst>
          </p:cNvPr>
          <p:cNvCxnSpPr>
            <a:cxnSpLocks/>
          </p:cNvCxnSpPr>
          <p:nvPr/>
        </p:nvCxnSpPr>
        <p:spPr>
          <a:xfrm>
            <a:off x="3433881" y="2707594"/>
            <a:ext cx="1786956" cy="0"/>
          </a:xfrm>
          <a:prstGeom prst="line">
            <a:avLst/>
          </a:prstGeom>
          <a:ln w="285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2404829-4462-47DA-8F5F-60505CCD013C}"/>
              </a:ext>
            </a:extLst>
          </p:cNvPr>
          <p:cNvCxnSpPr>
            <a:cxnSpLocks/>
          </p:cNvCxnSpPr>
          <p:nvPr/>
        </p:nvCxnSpPr>
        <p:spPr>
          <a:xfrm>
            <a:off x="3384527" y="3027784"/>
            <a:ext cx="1900273" cy="0"/>
          </a:xfrm>
          <a:prstGeom prst="line">
            <a:avLst/>
          </a:prstGeom>
          <a:ln w="285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F01068D-9BD4-442A-9758-2075B0879B4C}"/>
              </a:ext>
            </a:extLst>
          </p:cNvPr>
          <p:cNvSpPr txBox="1"/>
          <p:nvPr/>
        </p:nvSpPr>
        <p:spPr>
          <a:xfrm>
            <a:off x="3634744" y="3172601"/>
            <a:ext cx="43212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Sheet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live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these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forms.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3166F4D-1995-43E0-B0DE-352B4B845E58}"/>
              </a:ext>
            </a:extLst>
          </p:cNvPr>
          <p:cNvCxnSpPr>
            <a:cxnSpLocks/>
          </p:cNvCxnSpPr>
          <p:nvPr/>
        </p:nvCxnSpPr>
        <p:spPr>
          <a:xfrm>
            <a:off x="5400861" y="3556545"/>
            <a:ext cx="1639667" cy="0"/>
          </a:xfrm>
          <a:prstGeom prst="line">
            <a:avLst/>
          </a:prstGeom>
          <a:ln w="285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B32EBD9-45B8-4A72-B87D-878974A4BF22}"/>
              </a:ext>
            </a:extLst>
          </p:cNvPr>
          <p:cNvSpPr txBox="1"/>
          <p:nvPr/>
        </p:nvSpPr>
        <p:spPr>
          <a:xfrm>
            <a:off x="4110984" y="4075549"/>
            <a:ext cx="40830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gets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E-mail immediately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issuing book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proof of issuing partiture book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56F354-0053-42C8-813B-E5371F776D34}"/>
              </a:ext>
            </a:extLst>
          </p:cNvPr>
          <p:cNvSpPr txBox="1"/>
          <p:nvPr/>
        </p:nvSpPr>
        <p:spPr>
          <a:xfrm>
            <a:off x="4728228" y="5226793"/>
            <a:ext cx="35165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receive  an Reminder E-mail after 14 days of issuing book.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B4CDF4F-61B2-4D03-A1AC-C05334041CA0}"/>
              </a:ext>
            </a:extLst>
          </p:cNvPr>
          <p:cNvCxnSpPr>
            <a:cxnSpLocks/>
          </p:cNvCxnSpPr>
          <p:nvPr/>
        </p:nvCxnSpPr>
        <p:spPr>
          <a:xfrm>
            <a:off x="5113350" y="5914139"/>
            <a:ext cx="1924334" cy="0"/>
          </a:xfrm>
          <a:prstGeom prst="line">
            <a:avLst/>
          </a:prstGeom>
          <a:ln w="285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65ECBF5-7B5F-4048-837D-40B30017B081}"/>
              </a:ext>
            </a:extLst>
          </p:cNvPr>
          <p:cNvGrpSpPr/>
          <p:nvPr/>
        </p:nvGrpSpPr>
        <p:grpSpPr>
          <a:xfrm>
            <a:off x="8200503" y="2056482"/>
            <a:ext cx="4007869" cy="4828306"/>
            <a:chOff x="8187595" y="2056482"/>
            <a:chExt cx="3944577" cy="4828306"/>
          </a:xfrm>
        </p:grpSpPr>
        <p:pic>
          <p:nvPicPr>
            <p:cNvPr id="70" name="Picture 3" descr="E:\002-KIMS BUSINESS\007-02-MaxPPT-Contents\150902-com-Global-Laptop\mo900.png">
              <a:extLst>
                <a:ext uri="{FF2B5EF4-FFF2-40B4-BE49-F238E27FC236}">
                  <a16:creationId xmlns:a16="http://schemas.microsoft.com/office/drawing/2014/main" id="{293158DB-B268-447D-A9E3-AD6ECC90E2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53"/>
            <a:stretch/>
          </p:blipFill>
          <p:spPr bwMode="auto">
            <a:xfrm flipH="1">
              <a:off x="8187595" y="2056482"/>
              <a:ext cx="3944577" cy="48283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27018B1C-357C-4738-AB92-B5D0D9CC6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445130">
              <a:off x="8685510" y="2474950"/>
              <a:ext cx="1637290" cy="2811074"/>
            </a:xfrm>
            <a:prstGeom prst="rect">
              <a:avLst/>
            </a:prstGeom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0893924-8612-4FFE-8D12-2FF4908C0B77}"/>
              </a:ext>
            </a:extLst>
          </p:cNvPr>
          <p:cNvGrpSpPr/>
          <p:nvPr/>
        </p:nvGrpSpPr>
        <p:grpSpPr>
          <a:xfrm>
            <a:off x="-2326558" y="6743583"/>
            <a:ext cx="2933048" cy="3199678"/>
            <a:chOff x="-7822892" y="4280307"/>
            <a:chExt cx="2933048" cy="319967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ADD8485-D30C-40E6-9489-C2752A3D2D0E}"/>
                </a:ext>
              </a:extLst>
            </p:cNvPr>
            <p:cNvSpPr/>
            <p:nvPr/>
          </p:nvSpPr>
          <p:spPr>
            <a:xfrm flipH="1">
              <a:off x="-6142605" y="5302221"/>
              <a:ext cx="322635" cy="322635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EB31D88-E44D-4686-BCD2-59CAFAE80B78}"/>
                </a:ext>
              </a:extLst>
            </p:cNvPr>
            <p:cNvSpPr/>
            <p:nvPr/>
          </p:nvSpPr>
          <p:spPr>
            <a:xfrm flipH="1" flipV="1">
              <a:off x="-7822892" y="4280307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C0DEDEF-6DA3-4D5E-BC10-AB908670C975}"/>
                </a:ext>
              </a:extLst>
            </p:cNvPr>
            <p:cNvSpPr/>
            <p:nvPr/>
          </p:nvSpPr>
          <p:spPr>
            <a:xfrm flipH="1" flipV="1">
              <a:off x="-6966114" y="4727190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4AABD5C3-5DAA-4668-A6CF-A4130FD9822D}"/>
                </a:ext>
              </a:extLst>
            </p:cNvPr>
            <p:cNvSpPr/>
            <p:nvPr/>
          </p:nvSpPr>
          <p:spPr>
            <a:xfrm flipH="1" flipV="1">
              <a:off x="-5468585" y="6209359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1672A7B8-6DE5-4B38-9844-D675E1713E9B}"/>
                </a:ext>
              </a:extLst>
            </p:cNvPr>
            <p:cNvSpPr/>
            <p:nvPr/>
          </p:nvSpPr>
          <p:spPr>
            <a:xfrm flipH="1" flipV="1">
              <a:off x="-5064633" y="7305196"/>
              <a:ext cx="174789" cy="174789"/>
            </a:xfrm>
            <a:prstGeom prst="ellipse">
              <a:avLst/>
            </a:prstGeom>
            <a:solidFill>
              <a:srgbClr val="868856"/>
            </a:solidFill>
            <a:ln>
              <a:solidFill>
                <a:srgbClr val="8688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D3B99D7-D22C-4759-A614-EE35E48D7FD5}"/>
              </a:ext>
            </a:extLst>
          </p:cNvPr>
          <p:cNvGrpSpPr/>
          <p:nvPr/>
        </p:nvGrpSpPr>
        <p:grpSpPr>
          <a:xfrm>
            <a:off x="7825841" y="-2577116"/>
            <a:ext cx="4306331" cy="2091691"/>
            <a:chOff x="-7767738" y="-705885"/>
            <a:chExt cx="4306331" cy="2091691"/>
          </a:xfrm>
        </p:grpSpPr>
        <p:grpSp>
          <p:nvGrpSpPr>
            <p:cNvPr id="79" name="그룹 69">
              <a:extLst>
                <a:ext uri="{FF2B5EF4-FFF2-40B4-BE49-F238E27FC236}">
                  <a16:creationId xmlns:a16="http://schemas.microsoft.com/office/drawing/2014/main" id="{7105D288-ACCD-418D-B802-CBBBB0172382}"/>
                </a:ext>
              </a:extLst>
            </p:cNvPr>
            <p:cNvGrpSpPr/>
            <p:nvPr/>
          </p:nvGrpSpPr>
          <p:grpSpPr>
            <a:xfrm>
              <a:off x="-5451919" y="-705885"/>
              <a:ext cx="1990512" cy="2091691"/>
              <a:chOff x="395536" y="1376189"/>
              <a:chExt cx="3286833" cy="3490091"/>
            </a:xfrm>
          </p:grpSpPr>
          <p:grpSp>
            <p:nvGrpSpPr>
              <p:cNvPr id="81" name="Group 3">
                <a:extLst>
                  <a:ext uri="{FF2B5EF4-FFF2-40B4-BE49-F238E27FC236}">
                    <a16:creationId xmlns:a16="http://schemas.microsoft.com/office/drawing/2014/main" id="{D2F3656C-72A4-4460-A955-92994C38AAA6}"/>
                  </a:ext>
                </a:extLst>
              </p:cNvPr>
              <p:cNvGrpSpPr/>
              <p:nvPr/>
            </p:nvGrpSpPr>
            <p:grpSpPr>
              <a:xfrm>
                <a:off x="395536" y="1376189"/>
                <a:ext cx="3286833" cy="3490091"/>
                <a:chOff x="4848046" y="3681671"/>
                <a:chExt cx="2758049" cy="2928608"/>
              </a:xfrm>
              <a:solidFill>
                <a:srgbClr val="797B4F"/>
              </a:solidFill>
            </p:grpSpPr>
            <p:sp>
              <p:nvSpPr>
                <p:cNvPr id="137" name="Rounded Rectangle 4">
                  <a:extLst>
                    <a:ext uri="{FF2B5EF4-FFF2-40B4-BE49-F238E27FC236}">
                      <a16:creationId xmlns:a16="http://schemas.microsoft.com/office/drawing/2014/main" id="{8F9216EC-B73F-493B-84AA-B4E06B6EB400}"/>
                    </a:ext>
                  </a:extLst>
                </p:cNvPr>
                <p:cNvSpPr/>
                <p:nvPr/>
              </p:nvSpPr>
              <p:spPr>
                <a:xfrm>
                  <a:off x="5903273" y="6071006"/>
                  <a:ext cx="631463" cy="13155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8" name="Rounded Rectangle 5">
                  <a:extLst>
                    <a:ext uri="{FF2B5EF4-FFF2-40B4-BE49-F238E27FC236}">
                      <a16:creationId xmlns:a16="http://schemas.microsoft.com/office/drawing/2014/main" id="{04317C35-339C-4EC3-AE65-796AF61CD9A1}"/>
                    </a:ext>
                  </a:extLst>
                </p:cNvPr>
                <p:cNvSpPr/>
                <p:nvPr/>
              </p:nvSpPr>
              <p:spPr>
                <a:xfrm>
                  <a:off x="5929584" y="6274865"/>
                  <a:ext cx="578841" cy="13155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9" name="Rounded Rectangle 6">
                  <a:extLst>
                    <a:ext uri="{FF2B5EF4-FFF2-40B4-BE49-F238E27FC236}">
                      <a16:creationId xmlns:a16="http://schemas.microsoft.com/office/drawing/2014/main" id="{870B9747-3187-4649-8AB5-73E2DFB4903C}"/>
                    </a:ext>
                  </a:extLst>
                </p:cNvPr>
                <p:cNvSpPr/>
                <p:nvPr/>
              </p:nvSpPr>
              <p:spPr>
                <a:xfrm>
                  <a:off x="5982205" y="6478724"/>
                  <a:ext cx="473597" cy="13155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0" name="Rounded Rectangle 7">
                  <a:extLst>
                    <a:ext uri="{FF2B5EF4-FFF2-40B4-BE49-F238E27FC236}">
                      <a16:creationId xmlns:a16="http://schemas.microsoft.com/office/drawing/2014/main" id="{EF1562B1-BAE2-4A11-A4C2-DBE17693B9A9}"/>
                    </a:ext>
                  </a:extLst>
                </p:cNvPr>
                <p:cNvSpPr/>
                <p:nvPr/>
              </p:nvSpPr>
              <p:spPr>
                <a:xfrm rot="2700000">
                  <a:off x="7086448" y="4038815"/>
                  <a:ext cx="144000" cy="36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1" name="Rounded Rectangle 8">
                  <a:extLst>
                    <a:ext uri="{FF2B5EF4-FFF2-40B4-BE49-F238E27FC236}">
                      <a16:creationId xmlns:a16="http://schemas.microsoft.com/office/drawing/2014/main" id="{287DCA0F-9556-42D3-8622-522A8D8293E7}"/>
                    </a:ext>
                  </a:extLst>
                </p:cNvPr>
                <p:cNvSpPr/>
                <p:nvPr/>
              </p:nvSpPr>
              <p:spPr>
                <a:xfrm rot="18900000" flipH="1">
                  <a:off x="5218102" y="4038815"/>
                  <a:ext cx="144000" cy="36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2" name="Rounded Rectangle 9">
                  <a:extLst>
                    <a:ext uri="{FF2B5EF4-FFF2-40B4-BE49-F238E27FC236}">
                      <a16:creationId xmlns:a16="http://schemas.microsoft.com/office/drawing/2014/main" id="{EA0D9D24-9D0E-4C1D-A52B-A7EA6F43CA4D}"/>
                    </a:ext>
                  </a:extLst>
                </p:cNvPr>
                <p:cNvSpPr/>
                <p:nvPr/>
              </p:nvSpPr>
              <p:spPr>
                <a:xfrm>
                  <a:off x="6155070" y="3681671"/>
                  <a:ext cx="144000" cy="36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Rounded Rectangle 10">
                  <a:extLst>
                    <a:ext uri="{FF2B5EF4-FFF2-40B4-BE49-F238E27FC236}">
                      <a16:creationId xmlns:a16="http://schemas.microsoft.com/office/drawing/2014/main" id="{DF332751-2AD6-4EE4-9EC6-17E8A68A90D1}"/>
                    </a:ext>
                  </a:extLst>
                </p:cNvPr>
                <p:cNvSpPr/>
                <p:nvPr/>
              </p:nvSpPr>
              <p:spPr>
                <a:xfrm rot="5400000">
                  <a:off x="7354095" y="4745637"/>
                  <a:ext cx="144000" cy="36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" name="Rounded Rectangle 11">
                  <a:extLst>
                    <a:ext uri="{FF2B5EF4-FFF2-40B4-BE49-F238E27FC236}">
                      <a16:creationId xmlns:a16="http://schemas.microsoft.com/office/drawing/2014/main" id="{D45566B7-1204-4E3E-9621-5BEF92E15CAC}"/>
                    </a:ext>
                  </a:extLst>
                </p:cNvPr>
                <p:cNvSpPr/>
                <p:nvPr/>
              </p:nvSpPr>
              <p:spPr>
                <a:xfrm rot="16200000" flipH="1">
                  <a:off x="4956046" y="4745638"/>
                  <a:ext cx="144000" cy="36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2" name="Group 12">
                <a:extLst>
                  <a:ext uri="{FF2B5EF4-FFF2-40B4-BE49-F238E27FC236}">
                    <a16:creationId xmlns:a16="http://schemas.microsoft.com/office/drawing/2014/main" id="{CEE66D89-5649-47A4-ADF6-37AA6A4785D5}"/>
                  </a:ext>
                </a:extLst>
              </p:cNvPr>
              <p:cNvGrpSpPr/>
              <p:nvPr/>
            </p:nvGrpSpPr>
            <p:grpSpPr>
              <a:xfrm>
                <a:off x="1195903" y="1998538"/>
                <a:ext cx="1670013" cy="2047118"/>
                <a:chOff x="1195903" y="1537915"/>
                <a:chExt cx="1670013" cy="2047118"/>
              </a:xfrm>
              <a:solidFill>
                <a:srgbClr val="797B4F"/>
              </a:solidFill>
            </p:grpSpPr>
            <p:sp>
              <p:nvSpPr>
                <p:cNvPr id="83" name="Oval 21">
                  <a:extLst>
                    <a:ext uri="{FF2B5EF4-FFF2-40B4-BE49-F238E27FC236}">
                      <a16:creationId xmlns:a16="http://schemas.microsoft.com/office/drawing/2014/main" id="{63EBE45E-6420-4F10-B65C-B93E15A202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14470" y="1768048"/>
                  <a:ext cx="264724" cy="26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4" name="Oval 21">
                  <a:extLst>
                    <a:ext uri="{FF2B5EF4-FFF2-40B4-BE49-F238E27FC236}">
                      <a16:creationId xmlns:a16="http://schemas.microsoft.com/office/drawing/2014/main" id="{D0524B12-1E99-48D5-942F-FBE2FBCC3E0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3964" y="1909930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5" name="Oval 21">
                  <a:extLst>
                    <a:ext uri="{FF2B5EF4-FFF2-40B4-BE49-F238E27FC236}">
                      <a16:creationId xmlns:a16="http://schemas.microsoft.com/office/drawing/2014/main" id="{1C11D746-1CE3-4424-8977-E328F610C6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1050853">
                  <a:off x="1326433" y="2753031"/>
                  <a:ext cx="173268" cy="174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6" name="Oval 21">
                  <a:extLst>
                    <a:ext uri="{FF2B5EF4-FFF2-40B4-BE49-F238E27FC236}">
                      <a16:creationId xmlns:a16="http://schemas.microsoft.com/office/drawing/2014/main" id="{56D7E9E8-2393-41BF-A4A5-8C875C68C00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88847">
                  <a:off x="1195903" y="2266763"/>
                  <a:ext cx="222367" cy="22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7" name="Oval 21">
                  <a:extLst>
                    <a:ext uri="{FF2B5EF4-FFF2-40B4-BE49-F238E27FC236}">
                      <a16:creationId xmlns:a16="http://schemas.microsoft.com/office/drawing/2014/main" id="{2223FEE8-DAC0-4DFF-97B2-B521352856F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14470" y="2278418"/>
                  <a:ext cx="222367" cy="22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8" name="Oval 21">
                  <a:extLst>
                    <a:ext uri="{FF2B5EF4-FFF2-40B4-BE49-F238E27FC236}">
                      <a16:creationId xmlns:a16="http://schemas.microsoft.com/office/drawing/2014/main" id="{69432810-DBE6-4080-95AD-5CD89CD07B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31800" y="2460930"/>
                  <a:ext cx="309554" cy="3121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9" name="Oval 21">
                  <a:extLst>
                    <a:ext uri="{FF2B5EF4-FFF2-40B4-BE49-F238E27FC236}">
                      <a16:creationId xmlns:a16="http://schemas.microsoft.com/office/drawing/2014/main" id="{C6E05447-CDD1-4031-93C5-879A9D7EA34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985429" y="2143218"/>
                  <a:ext cx="282537" cy="284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0" name="Oval 21">
                  <a:extLst>
                    <a:ext uri="{FF2B5EF4-FFF2-40B4-BE49-F238E27FC236}">
                      <a16:creationId xmlns:a16="http://schemas.microsoft.com/office/drawing/2014/main" id="{F84EC61A-EA15-4CB9-BD4D-1F451041CE3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83757">
                  <a:off x="1665484" y="3272892"/>
                  <a:ext cx="309554" cy="3121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1" name="Oval 21">
                  <a:extLst>
                    <a:ext uri="{FF2B5EF4-FFF2-40B4-BE49-F238E27FC236}">
                      <a16:creationId xmlns:a16="http://schemas.microsoft.com/office/drawing/2014/main" id="{A95AB681-F514-4A72-879A-EC25A10AC5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1364806">
                  <a:off x="1656905" y="1674846"/>
                  <a:ext cx="267508" cy="269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2" name="Oval 21">
                  <a:extLst>
                    <a:ext uri="{FF2B5EF4-FFF2-40B4-BE49-F238E27FC236}">
                      <a16:creationId xmlns:a16="http://schemas.microsoft.com/office/drawing/2014/main" id="{63226344-AA81-4900-A9BD-9F0F1CA28D8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63017" y="1930545"/>
                  <a:ext cx="424361" cy="427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3" name="Oval 21">
                  <a:extLst>
                    <a:ext uri="{FF2B5EF4-FFF2-40B4-BE49-F238E27FC236}">
                      <a16:creationId xmlns:a16="http://schemas.microsoft.com/office/drawing/2014/main" id="{09121FC3-A149-4A52-B2EC-974C8803CEB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1145186">
                  <a:off x="1260512" y="1980363"/>
                  <a:ext cx="333550" cy="336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4" name="Oval 21">
                  <a:extLst>
                    <a:ext uri="{FF2B5EF4-FFF2-40B4-BE49-F238E27FC236}">
                      <a16:creationId xmlns:a16="http://schemas.microsoft.com/office/drawing/2014/main" id="{F6C56358-4EE5-4303-8634-C2B2C45E575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32827">
                  <a:off x="1766846" y="2371713"/>
                  <a:ext cx="405789" cy="409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5" name="Oval 21">
                  <a:extLst>
                    <a:ext uri="{FF2B5EF4-FFF2-40B4-BE49-F238E27FC236}">
                      <a16:creationId xmlns:a16="http://schemas.microsoft.com/office/drawing/2014/main" id="{3B1E072E-E653-4FE5-8CB9-32C60DE4274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232245" y="1873583"/>
                  <a:ext cx="591365" cy="596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6" name="Oval 21">
                  <a:extLst>
                    <a:ext uri="{FF2B5EF4-FFF2-40B4-BE49-F238E27FC236}">
                      <a16:creationId xmlns:a16="http://schemas.microsoft.com/office/drawing/2014/main" id="{CE150B55-663F-4F91-BC80-95F9D542C2D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80219" y="1680508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7" name="Oval 21">
                  <a:extLst>
                    <a:ext uri="{FF2B5EF4-FFF2-40B4-BE49-F238E27FC236}">
                      <a16:creationId xmlns:a16="http://schemas.microsoft.com/office/drawing/2014/main" id="{E676D5FE-395F-4E66-848F-F6D9624299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0203558">
                  <a:off x="1468306" y="2867514"/>
                  <a:ext cx="139314" cy="140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8" name="Oval 21">
                  <a:extLst>
                    <a:ext uri="{FF2B5EF4-FFF2-40B4-BE49-F238E27FC236}">
                      <a16:creationId xmlns:a16="http://schemas.microsoft.com/office/drawing/2014/main" id="{F80E6500-18E7-4A58-A812-3B2907EA9AE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94605" y="2685223"/>
                  <a:ext cx="134128" cy="13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9" name="Oval 21">
                  <a:extLst>
                    <a:ext uri="{FF2B5EF4-FFF2-40B4-BE49-F238E27FC236}">
                      <a16:creationId xmlns:a16="http://schemas.microsoft.com/office/drawing/2014/main" id="{367E657D-101C-498C-B6EF-C198207D413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375171">
                  <a:off x="1800405" y="2755645"/>
                  <a:ext cx="216579" cy="218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0" name="Oval 21">
                  <a:extLst>
                    <a:ext uri="{FF2B5EF4-FFF2-40B4-BE49-F238E27FC236}">
                      <a16:creationId xmlns:a16="http://schemas.microsoft.com/office/drawing/2014/main" id="{13A66CFC-8CC1-4B2D-8040-C06D72A35EA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185792">
                  <a:off x="1591521" y="2830231"/>
                  <a:ext cx="222367" cy="22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1" name="Oval 21">
                  <a:extLst>
                    <a:ext uri="{FF2B5EF4-FFF2-40B4-BE49-F238E27FC236}">
                      <a16:creationId xmlns:a16="http://schemas.microsoft.com/office/drawing/2014/main" id="{BEE2BB02-492A-4A4F-BAE6-0E7E58CEDF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66870" y="2430818"/>
                  <a:ext cx="222367" cy="22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" name="Oval 21">
                  <a:extLst>
                    <a:ext uri="{FF2B5EF4-FFF2-40B4-BE49-F238E27FC236}">
                      <a16:creationId xmlns:a16="http://schemas.microsoft.com/office/drawing/2014/main" id="{01EB50E7-4D12-44BE-BC69-22BE0E6B9C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61415">
                  <a:off x="1961493" y="1831077"/>
                  <a:ext cx="309554" cy="3121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3" name="Oval 21">
                  <a:extLst>
                    <a:ext uri="{FF2B5EF4-FFF2-40B4-BE49-F238E27FC236}">
                      <a16:creationId xmlns:a16="http://schemas.microsoft.com/office/drawing/2014/main" id="{8DF4BFC8-41D4-4AFD-A3A4-FBD5F0BCE4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375171">
                  <a:off x="1487267" y="2639444"/>
                  <a:ext cx="216579" cy="218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" name="Oval 21">
                  <a:extLst>
                    <a:ext uri="{FF2B5EF4-FFF2-40B4-BE49-F238E27FC236}">
                      <a16:creationId xmlns:a16="http://schemas.microsoft.com/office/drawing/2014/main" id="{23F5F329-D971-4A98-A835-471D967E034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41171" y="2361128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5" name="Oval 21">
                  <a:extLst>
                    <a:ext uri="{FF2B5EF4-FFF2-40B4-BE49-F238E27FC236}">
                      <a16:creationId xmlns:a16="http://schemas.microsoft.com/office/drawing/2014/main" id="{FA41ED5A-ADDC-4E68-8438-AFC6BE81395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99336" y="2285667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6" name="Oval 21">
                  <a:extLst>
                    <a:ext uri="{FF2B5EF4-FFF2-40B4-BE49-F238E27FC236}">
                      <a16:creationId xmlns:a16="http://schemas.microsoft.com/office/drawing/2014/main" id="{9D96881A-7416-4BBE-AC24-8744B2B88AA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0859187">
                  <a:off x="1875957" y="3147672"/>
                  <a:ext cx="196820" cy="1984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7" name="Oval 21">
                  <a:extLst>
                    <a:ext uri="{FF2B5EF4-FFF2-40B4-BE49-F238E27FC236}">
                      <a16:creationId xmlns:a16="http://schemas.microsoft.com/office/drawing/2014/main" id="{F40FA069-E2BA-4BF5-9C21-94D46DA75A0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32827">
                  <a:off x="2016649" y="3174821"/>
                  <a:ext cx="405789" cy="409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8" name="Oval 21">
                  <a:extLst>
                    <a:ext uri="{FF2B5EF4-FFF2-40B4-BE49-F238E27FC236}">
                      <a16:creationId xmlns:a16="http://schemas.microsoft.com/office/drawing/2014/main" id="{93C7A32C-A855-406C-8E4E-E197C3331C4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32827">
                  <a:off x="2373855" y="2474192"/>
                  <a:ext cx="405789" cy="409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9" name="Oval 21">
                  <a:extLst>
                    <a:ext uri="{FF2B5EF4-FFF2-40B4-BE49-F238E27FC236}">
                      <a16:creationId xmlns:a16="http://schemas.microsoft.com/office/drawing/2014/main" id="{C8BE5F4B-4A88-4E92-BA16-F47178DAB65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267966" y="2356564"/>
                  <a:ext cx="134128" cy="13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0" name="Oval 21">
                  <a:extLst>
                    <a:ext uri="{FF2B5EF4-FFF2-40B4-BE49-F238E27FC236}">
                      <a16:creationId xmlns:a16="http://schemas.microsoft.com/office/drawing/2014/main" id="{37D5ABDD-8513-4B67-A897-BB79AF28D20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91720" y="2905247"/>
                  <a:ext cx="282537" cy="284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1" name="Oval 21">
                  <a:extLst>
                    <a:ext uri="{FF2B5EF4-FFF2-40B4-BE49-F238E27FC236}">
                      <a16:creationId xmlns:a16="http://schemas.microsoft.com/office/drawing/2014/main" id="{6D821E35-10F3-4AE8-9CAE-38782E69422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31788" y="2312226"/>
                  <a:ext cx="134128" cy="13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2" name="Oval 21">
                  <a:extLst>
                    <a:ext uri="{FF2B5EF4-FFF2-40B4-BE49-F238E27FC236}">
                      <a16:creationId xmlns:a16="http://schemas.microsoft.com/office/drawing/2014/main" id="{53EB8D63-213B-4722-AF6A-250DC768C26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375171">
                  <a:off x="1770483" y="2955490"/>
                  <a:ext cx="216579" cy="218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3" name="Oval 21">
                  <a:extLst>
                    <a:ext uri="{FF2B5EF4-FFF2-40B4-BE49-F238E27FC236}">
                      <a16:creationId xmlns:a16="http://schemas.microsoft.com/office/drawing/2014/main" id="{181CB94E-E587-4D37-9216-DFBBF3C2601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375171">
                  <a:off x="2115911" y="2614000"/>
                  <a:ext cx="275390" cy="277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4" name="Oval 21">
                  <a:extLst>
                    <a:ext uri="{FF2B5EF4-FFF2-40B4-BE49-F238E27FC236}">
                      <a16:creationId xmlns:a16="http://schemas.microsoft.com/office/drawing/2014/main" id="{0B0CC504-E693-46A4-AA82-4BDFF8D0BA4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984293" y="2894551"/>
                  <a:ext cx="134128" cy="13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5" name="Oval 21">
                  <a:extLst>
                    <a:ext uri="{FF2B5EF4-FFF2-40B4-BE49-F238E27FC236}">
                      <a16:creationId xmlns:a16="http://schemas.microsoft.com/office/drawing/2014/main" id="{B1CD9BD7-D709-4F88-8F38-AC564E0B26F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52479" y="2464579"/>
                  <a:ext cx="134128" cy="13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6" name="Oval 21">
                  <a:extLst>
                    <a:ext uri="{FF2B5EF4-FFF2-40B4-BE49-F238E27FC236}">
                      <a16:creationId xmlns:a16="http://schemas.microsoft.com/office/drawing/2014/main" id="{6BE00226-8DD6-45A1-A7D5-36B5F53EB84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80435" y="2877367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7" name="Oval 21">
                  <a:extLst>
                    <a:ext uri="{FF2B5EF4-FFF2-40B4-BE49-F238E27FC236}">
                      <a16:creationId xmlns:a16="http://schemas.microsoft.com/office/drawing/2014/main" id="{A776D0F4-7481-4806-8D82-D0FBC20BCF7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00241" y="3039370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8" name="Oval 21">
                  <a:extLst>
                    <a:ext uri="{FF2B5EF4-FFF2-40B4-BE49-F238E27FC236}">
                      <a16:creationId xmlns:a16="http://schemas.microsoft.com/office/drawing/2014/main" id="{8EE93C53-DC15-4721-B8C6-ED2E38E5A8B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961493" y="3484382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9" name="Oval 21">
                  <a:extLst>
                    <a:ext uri="{FF2B5EF4-FFF2-40B4-BE49-F238E27FC236}">
                      <a16:creationId xmlns:a16="http://schemas.microsoft.com/office/drawing/2014/main" id="{3A329338-1166-418B-9060-6FD02248FFF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29662" y="3003550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0" name="Oval 21">
                  <a:extLst>
                    <a:ext uri="{FF2B5EF4-FFF2-40B4-BE49-F238E27FC236}">
                      <a16:creationId xmlns:a16="http://schemas.microsoft.com/office/drawing/2014/main" id="{39041C4F-49C7-426D-A647-468F947499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48031" y="3057800"/>
                  <a:ext cx="134128" cy="13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1" name="Oval 21">
                  <a:extLst>
                    <a:ext uri="{FF2B5EF4-FFF2-40B4-BE49-F238E27FC236}">
                      <a16:creationId xmlns:a16="http://schemas.microsoft.com/office/drawing/2014/main" id="{48C6D28E-D079-4CF1-82E0-FB58D933982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40222" y="3161559"/>
                  <a:ext cx="134128" cy="13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2" name="Oval 21">
                  <a:extLst>
                    <a:ext uri="{FF2B5EF4-FFF2-40B4-BE49-F238E27FC236}">
                      <a16:creationId xmlns:a16="http://schemas.microsoft.com/office/drawing/2014/main" id="{215AF757-C60D-416B-93E3-ACA3F8433A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61060" y="2871624"/>
                  <a:ext cx="228226" cy="230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3" name="Oval 21">
                  <a:extLst>
                    <a:ext uri="{FF2B5EF4-FFF2-40B4-BE49-F238E27FC236}">
                      <a16:creationId xmlns:a16="http://schemas.microsoft.com/office/drawing/2014/main" id="{7E6F4F73-721A-4D1F-902F-567FFEEDCB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29001" y="3119404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4" name="Oval 21">
                  <a:extLst>
                    <a:ext uri="{FF2B5EF4-FFF2-40B4-BE49-F238E27FC236}">
                      <a16:creationId xmlns:a16="http://schemas.microsoft.com/office/drawing/2014/main" id="{4023831E-7889-4B8C-9BBE-C56B77B259C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289480" y="2513009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5" name="Oval 21">
                  <a:extLst>
                    <a:ext uri="{FF2B5EF4-FFF2-40B4-BE49-F238E27FC236}">
                      <a16:creationId xmlns:a16="http://schemas.microsoft.com/office/drawing/2014/main" id="{759106CB-EC44-40D7-8A8D-9CBD1C907CB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682300" y="2444570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6" name="Oval 21">
                  <a:extLst>
                    <a:ext uri="{FF2B5EF4-FFF2-40B4-BE49-F238E27FC236}">
                      <a16:creationId xmlns:a16="http://schemas.microsoft.com/office/drawing/2014/main" id="{2733B413-81F2-48AC-83F5-4E26BB57290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49364" y="2506052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7" name="Oval 21">
                  <a:extLst>
                    <a:ext uri="{FF2B5EF4-FFF2-40B4-BE49-F238E27FC236}">
                      <a16:creationId xmlns:a16="http://schemas.microsoft.com/office/drawing/2014/main" id="{93736C41-7B96-4B93-B1EE-26CCA515D45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20432" y="2794749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8" name="Oval 21">
                  <a:extLst>
                    <a:ext uri="{FF2B5EF4-FFF2-40B4-BE49-F238E27FC236}">
                      <a16:creationId xmlns:a16="http://schemas.microsoft.com/office/drawing/2014/main" id="{BEB8E36B-CC4E-4D69-ACD9-A2772B162A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42196" y="3210761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9" name="Oval 21">
                  <a:extLst>
                    <a:ext uri="{FF2B5EF4-FFF2-40B4-BE49-F238E27FC236}">
                      <a16:creationId xmlns:a16="http://schemas.microsoft.com/office/drawing/2014/main" id="{979152A1-AEBD-4D06-95E5-BF3E44489FD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48211" y="1600868"/>
                  <a:ext cx="282537" cy="284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0" name="Oval 21">
                  <a:extLst>
                    <a:ext uri="{FF2B5EF4-FFF2-40B4-BE49-F238E27FC236}">
                      <a16:creationId xmlns:a16="http://schemas.microsoft.com/office/drawing/2014/main" id="{83ABDBC2-4309-4497-B472-01780702B3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55627" y="1537915"/>
                  <a:ext cx="228226" cy="230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1" name="Oval 21">
                  <a:extLst>
                    <a:ext uri="{FF2B5EF4-FFF2-40B4-BE49-F238E27FC236}">
                      <a16:creationId xmlns:a16="http://schemas.microsoft.com/office/drawing/2014/main" id="{4B421473-68AF-42D4-9C96-A036C072548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920246" y="1755731"/>
                  <a:ext cx="134128" cy="13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2" name="Oval 21">
                  <a:extLst>
                    <a:ext uri="{FF2B5EF4-FFF2-40B4-BE49-F238E27FC236}">
                      <a16:creationId xmlns:a16="http://schemas.microsoft.com/office/drawing/2014/main" id="{68A0399F-2C5D-4E96-9DD9-1C4313039A2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69089" y="1901516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3" name="Oval 21">
                  <a:extLst>
                    <a:ext uri="{FF2B5EF4-FFF2-40B4-BE49-F238E27FC236}">
                      <a16:creationId xmlns:a16="http://schemas.microsoft.com/office/drawing/2014/main" id="{6ED997A0-C62D-47AA-8457-75338B36DF1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42856" y="1699484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4" name="Oval 21">
                  <a:extLst>
                    <a:ext uri="{FF2B5EF4-FFF2-40B4-BE49-F238E27FC236}">
                      <a16:creationId xmlns:a16="http://schemas.microsoft.com/office/drawing/2014/main" id="{70587713-F376-4E3C-8FC1-E9F31ABF3D6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436404" y="1732638"/>
                  <a:ext cx="152882" cy="154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5" name="Oval 21">
                  <a:extLst>
                    <a:ext uri="{FF2B5EF4-FFF2-40B4-BE49-F238E27FC236}">
                      <a16:creationId xmlns:a16="http://schemas.microsoft.com/office/drawing/2014/main" id="{8C5E2F0B-5037-4F15-A9DF-9B6695C0DC7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99216" y="1600868"/>
                  <a:ext cx="66122" cy="66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6" name="Oval 21">
                  <a:extLst>
                    <a:ext uri="{FF2B5EF4-FFF2-40B4-BE49-F238E27FC236}">
                      <a16:creationId xmlns:a16="http://schemas.microsoft.com/office/drawing/2014/main" id="{65C64527-AE0E-4C18-9ACF-8D38A199F3C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264289" y="1954875"/>
                  <a:ext cx="66122" cy="66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BEED5C4-A444-4313-A009-3CA65B3A2497}"/>
                </a:ext>
              </a:extLst>
            </p:cNvPr>
            <p:cNvSpPr txBox="1"/>
            <p:nvPr/>
          </p:nvSpPr>
          <p:spPr>
            <a:xfrm>
              <a:off x="-7767738" y="18273"/>
              <a:ext cx="30616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600" dirty="0">
                  <a:latin typeface="Bahnschrift SemiBold SemiConden" panose="020B0502040204020203" pitchFamily="34" charset="0"/>
                </a:rPr>
                <a:t>Advantages</a:t>
              </a:r>
            </a:p>
          </p:txBody>
        </p:sp>
      </p:grp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0F423554-8BFC-4639-B5DB-2754F65E329D}"/>
              </a:ext>
            </a:extLst>
          </p:cNvPr>
          <p:cNvCxnSpPr/>
          <p:nvPr/>
        </p:nvCxnSpPr>
        <p:spPr>
          <a:xfrm>
            <a:off x="5011127" y="1903836"/>
            <a:ext cx="1324874" cy="0"/>
          </a:xfrm>
          <a:prstGeom prst="line">
            <a:avLst/>
          </a:prstGeom>
          <a:ln w="285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0582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61" grpId="0"/>
      <p:bldP spid="64" grpId="0"/>
      <p:bldP spid="66" grpId="0"/>
      <p:bldP spid="6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33"/>
            <a:ext cx="12192000" cy="683416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53D5B9D-AC85-45D9-94B9-BDD5F5DE25E8}"/>
              </a:ext>
            </a:extLst>
          </p:cNvPr>
          <p:cNvGrpSpPr/>
          <p:nvPr/>
        </p:nvGrpSpPr>
        <p:grpSpPr>
          <a:xfrm>
            <a:off x="-3679983" y="3162572"/>
            <a:ext cx="7356307" cy="7390855"/>
            <a:chOff x="532492" y="7117344"/>
            <a:chExt cx="11209565" cy="108669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0" name="Oval 19"/>
            <p:cNvSpPr/>
            <p:nvPr/>
          </p:nvSpPr>
          <p:spPr>
            <a:xfrm>
              <a:off x="532492" y="7117344"/>
              <a:ext cx="11209565" cy="10866957"/>
            </a:xfrm>
            <a:prstGeom prst="ellipse">
              <a:avLst/>
            </a:prstGeom>
            <a:solidFill>
              <a:srgbClr val="A5A7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1134855" y="7404843"/>
              <a:ext cx="10039350" cy="10406257"/>
            </a:xfrm>
            <a:prstGeom prst="ellipse">
              <a:avLst/>
            </a:prstGeom>
            <a:solidFill>
              <a:srgbClr val="909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630403" y="7807439"/>
              <a:ext cx="8979439" cy="9150309"/>
            </a:xfrm>
            <a:prstGeom prst="ellipse">
              <a:avLst/>
            </a:prstGeom>
            <a:solidFill>
              <a:srgbClr val="8688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2231611" y="8277011"/>
              <a:ext cx="7845839" cy="8046507"/>
            </a:xfrm>
            <a:prstGeom prst="ellipse">
              <a:avLst/>
            </a:prstGeom>
            <a:solidFill>
              <a:srgbClr val="CDC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6432" y="7329467"/>
              <a:ext cx="7531333" cy="5280970"/>
            </a:xfrm>
            <a:prstGeom prst="rect">
              <a:avLst/>
            </a:prstGeom>
            <a:ln>
              <a:noFill/>
            </a:ln>
            <a:effectLst/>
          </p:spPr>
        </p:pic>
      </p:grpSp>
      <p:sp>
        <p:nvSpPr>
          <p:cNvPr id="73" name="Oval 72">
            <a:extLst>
              <a:ext uri="{FF2B5EF4-FFF2-40B4-BE49-F238E27FC236}">
                <a16:creationId xmlns:a16="http://schemas.microsoft.com/office/drawing/2014/main" id="{FADD8485-D30C-40E6-9489-C2752A3D2D0E}"/>
              </a:ext>
            </a:extLst>
          </p:cNvPr>
          <p:cNvSpPr/>
          <p:nvPr/>
        </p:nvSpPr>
        <p:spPr>
          <a:xfrm flipH="1">
            <a:off x="3031336" y="3748372"/>
            <a:ext cx="322635" cy="322635"/>
          </a:xfrm>
          <a:prstGeom prst="ellipse">
            <a:avLst/>
          </a:prstGeom>
          <a:solidFill>
            <a:srgbClr val="868856"/>
          </a:solidFill>
          <a:ln>
            <a:solidFill>
              <a:srgbClr val="868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EB31D88-E44D-4686-BCD2-59CAFAE80B78}"/>
              </a:ext>
            </a:extLst>
          </p:cNvPr>
          <p:cNvSpPr/>
          <p:nvPr/>
        </p:nvSpPr>
        <p:spPr>
          <a:xfrm flipH="1" flipV="1">
            <a:off x="1351049" y="2726458"/>
            <a:ext cx="174789" cy="174789"/>
          </a:xfrm>
          <a:prstGeom prst="ellipse">
            <a:avLst/>
          </a:prstGeom>
          <a:solidFill>
            <a:srgbClr val="868856"/>
          </a:solidFill>
          <a:ln>
            <a:solidFill>
              <a:srgbClr val="868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C0DEDEF-6DA3-4D5E-BC10-AB908670C975}"/>
              </a:ext>
            </a:extLst>
          </p:cNvPr>
          <p:cNvSpPr/>
          <p:nvPr/>
        </p:nvSpPr>
        <p:spPr>
          <a:xfrm flipH="1" flipV="1">
            <a:off x="2207827" y="3173341"/>
            <a:ext cx="174789" cy="174789"/>
          </a:xfrm>
          <a:prstGeom prst="ellipse">
            <a:avLst/>
          </a:prstGeom>
          <a:solidFill>
            <a:srgbClr val="868856"/>
          </a:solidFill>
          <a:ln>
            <a:solidFill>
              <a:srgbClr val="868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AABD5C3-5DAA-4668-A6CF-A4130FD9822D}"/>
              </a:ext>
            </a:extLst>
          </p:cNvPr>
          <p:cNvSpPr/>
          <p:nvPr/>
        </p:nvSpPr>
        <p:spPr>
          <a:xfrm flipH="1" flipV="1">
            <a:off x="3705356" y="4655510"/>
            <a:ext cx="174789" cy="174789"/>
          </a:xfrm>
          <a:prstGeom prst="ellipse">
            <a:avLst/>
          </a:prstGeom>
          <a:solidFill>
            <a:srgbClr val="868856"/>
          </a:solidFill>
          <a:ln>
            <a:solidFill>
              <a:srgbClr val="868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1672A7B8-6DE5-4B38-9844-D675E1713E9B}"/>
              </a:ext>
            </a:extLst>
          </p:cNvPr>
          <p:cNvSpPr/>
          <p:nvPr/>
        </p:nvSpPr>
        <p:spPr>
          <a:xfrm flipH="1" flipV="1">
            <a:off x="4109308" y="5751347"/>
            <a:ext cx="174789" cy="174789"/>
          </a:xfrm>
          <a:prstGeom prst="ellipse">
            <a:avLst/>
          </a:prstGeom>
          <a:solidFill>
            <a:srgbClr val="868856"/>
          </a:solidFill>
          <a:ln>
            <a:solidFill>
              <a:srgbClr val="868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D3B99D7-D22C-4759-A614-EE35E48D7FD5}"/>
              </a:ext>
            </a:extLst>
          </p:cNvPr>
          <p:cNvGrpSpPr/>
          <p:nvPr/>
        </p:nvGrpSpPr>
        <p:grpSpPr>
          <a:xfrm>
            <a:off x="7885669" y="23833"/>
            <a:ext cx="4306331" cy="2091691"/>
            <a:chOff x="-7767738" y="-705885"/>
            <a:chExt cx="4306331" cy="2091691"/>
          </a:xfrm>
        </p:grpSpPr>
        <p:grpSp>
          <p:nvGrpSpPr>
            <p:cNvPr id="79" name="그룹 69">
              <a:extLst>
                <a:ext uri="{FF2B5EF4-FFF2-40B4-BE49-F238E27FC236}">
                  <a16:creationId xmlns:a16="http://schemas.microsoft.com/office/drawing/2014/main" id="{7105D288-ACCD-418D-B802-CBBBB0172382}"/>
                </a:ext>
              </a:extLst>
            </p:cNvPr>
            <p:cNvGrpSpPr/>
            <p:nvPr/>
          </p:nvGrpSpPr>
          <p:grpSpPr>
            <a:xfrm>
              <a:off x="-5451919" y="-705885"/>
              <a:ext cx="1990512" cy="2091691"/>
              <a:chOff x="395536" y="1376189"/>
              <a:chExt cx="3286833" cy="3490091"/>
            </a:xfrm>
          </p:grpSpPr>
          <p:grpSp>
            <p:nvGrpSpPr>
              <p:cNvPr id="81" name="Group 3">
                <a:extLst>
                  <a:ext uri="{FF2B5EF4-FFF2-40B4-BE49-F238E27FC236}">
                    <a16:creationId xmlns:a16="http://schemas.microsoft.com/office/drawing/2014/main" id="{D2F3656C-72A4-4460-A955-92994C38AAA6}"/>
                  </a:ext>
                </a:extLst>
              </p:cNvPr>
              <p:cNvGrpSpPr/>
              <p:nvPr/>
            </p:nvGrpSpPr>
            <p:grpSpPr>
              <a:xfrm>
                <a:off x="395536" y="1376189"/>
                <a:ext cx="3286833" cy="3490091"/>
                <a:chOff x="4848046" y="3681671"/>
                <a:chExt cx="2758049" cy="2928608"/>
              </a:xfrm>
              <a:solidFill>
                <a:srgbClr val="797B4F"/>
              </a:solidFill>
            </p:grpSpPr>
            <p:sp>
              <p:nvSpPr>
                <p:cNvPr id="137" name="Rounded Rectangle 4">
                  <a:extLst>
                    <a:ext uri="{FF2B5EF4-FFF2-40B4-BE49-F238E27FC236}">
                      <a16:creationId xmlns:a16="http://schemas.microsoft.com/office/drawing/2014/main" id="{8F9216EC-B73F-493B-84AA-B4E06B6EB400}"/>
                    </a:ext>
                  </a:extLst>
                </p:cNvPr>
                <p:cNvSpPr/>
                <p:nvPr/>
              </p:nvSpPr>
              <p:spPr>
                <a:xfrm>
                  <a:off x="5903273" y="6071006"/>
                  <a:ext cx="631463" cy="13155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8" name="Rounded Rectangle 5">
                  <a:extLst>
                    <a:ext uri="{FF2B5EF4-FFF2-40B4-BE49-F238E27FC236}">
                      <a16:creationId xmlns:a16="http://schemas.microsoft.com/office/drawing/2014/main" id="{04317C35-339C-4EC3-AE65-796AF61CD9A1}"/>
                    </a:ext>
                  </a:extLst>
                </p:cNvPr>
                <p:cNvSpPr/>
                <p:nvPr/>
              </p:nvSpPr>
              <p:spPr>
                <a:xfrm>
                  <a:off x="5929584" y="6274865"/>
                  <a:ext cx="578841" cy="13155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9" name="Rounded Rectangle 6">
                  <a:extLst>
                    <a:ext uri="{FF2B5EF4-FFF2-40B4-BE49-F238E27FC236}">
                      <a16:creationId xmlns:a16="http://schemas.microsoft.com/office/drawing/2014/main" id="{870B9747-3187-4649-8AB5-73E2DFB4903C}"/>
                    </a:ext>
                  </a:extLst>
                </p:cNvPr>
                <p:cNvSpPr/>
                <p:nvPr/>
              </p:nvSpPr>
              <p:spPr>
                <a:xfrm>
                  <a:off x="5982205" y="6478724"/>
                  <a:ext cx="473597" cy="13155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0" name="Rounded Rectangle 7">
                  <a:extLst>
                    <a:ext uri="{FF2B5EF4-FFF2-40B4-BE49-F238E27FC236}">
                      <a16:creationId xmlns:a16="http://schemas.microsoft.com/office/drawing/2014/main" id="{EF1562B1-BAE2-4A11-A4C2-DBE17693B9A9}"/>
                    </a:ext>
                  </a:extLst>
                </p:cNvPr>
                <p:cNvSpPr/>
                <p:nvPr/>
              </p:nvSpPr>
              <p:spPr>
                <a:xfrm rot="2700000">
                  <a:off x="7086448" y="4038815"/>
                  <a:ext cx="144000" cy="36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1" name="Rounded Rectangle 8">
                  <a:extLst>
                    <a:ext uri="{FF2B5EF4-FFF2-40B4-BE49-F238E27FC236}">
                      <a16:creationId xmlns:a16="http://schemas.microsoft.com/office/drawing/2014/main" id="{287DCA0F-9556-42D3-8622-522A8D8293E7}"/>
                    </a:ext>
                  </a:extLst>
                </p:cNvPr>
                <p:cNvSpPr/>
                <p:nvPr/>
              </p:nvSpPr>
              <p:spPr>
                <a:xfrm rot="18900000" flipH="1">
                  <a:off x="5218102" y="4038815"/>
                  <a:ext cx="144000" cy="36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2" name="Rounded Rectangle 9">
                  <a:extLst>
                    <a:ext uri="{FF2B5EF4-FFF2-40B4-BE49-F238E27FC236}">
                      <a16:creationId xmlns:a16="http://schemas.microsoft.com/office/drawing/2014/main" id="{EA0D9D24-9D0E-4C1D-A52B-A7EA6F43CA4D}"/>
                    </a:ext>
                  </a:extLst>
                </p:cNvPr>
                <p:cNvSpPr/>
                <p:nvPr/>
              </p:nvSpPr>
              <p:spPr>
                <a:xfrm>
                  <a:off x="6155070" y="3681671"/>
                  <a:ext cx="144000" cy="36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Rounded Rectangle 10">
                  <a:extLst>
                    <a:ext uri="{FF2B5EF4-FFF2-40B4-BE49-F238E27FC236}">
                      <a16:creationId xmlns:a16="http://schemas.microsoft.com/office/drawing/2014/main" id="{DF332751-2AD6-4EE4-9EC6-17E8A68A90D1}"/>
                    </a:ext>
                  </a:extLst>
                </p:cNvPr>
                <p:cNvSpPr/>
                <p:nvPr/>
              </p:nvSpPr>
              <p:spPr>
                <a:xfrm rot="5400000">
                  <a:off x="7354095" y="4745637"/>
                  <a:ext cx="144000" cy="36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" name="Rounded Rectangle 11">
                  <a:extLst>
                    <a:ext uri="{FF2B5EF4-FFF2-40B4-BE49-F238E27FC236}">
                      <a16:creationId xmlns:a16="http://schemas.microsoft.com/office/drawing/2014/main" id="{D45566B7-1204-4E3E-9621-5BEF92E15CAC}"/>
                    </a:ext>
                  </a:extLst>
                </p:cNvPr>
                <p:cNvSpPr/>
                <p:nvPr/>
              </p:nvSpPr>
              <p:spPr>
                <a:xfrm rot="16200000" flipH="1">
                  <a:off x="4956046" y="4745638"/>
                  <a:ext cx="144000" cy="36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2" name="Group 12">
                <a:extLst>
                  <a:ext uri="{FF2B5EF4-FFF2-40B4-BE49-F238E27FC236}">
                    <a16:creationId xmlns:a16="http://schemas.microsoft.com/office/drawing/2014/main" id="{CEE66D89-5649-47A4-ADF6-37AA6A4785D5}"/>
                  </a:ext>
                </a:extLst>
              </p:cNvPr>
              <p:cNvGrpSpPr/>
              <p:nvPr/>
            </p:nvGrpSpPr>
            <p:grpSpPr>
              <a:xfrm>
                <a:off x="1195903" y="1998538"/>
                <a:ext cx="1670013" cy="2047118"/>
                <a:chOff x="1195903" y="1537915"/>
                <a:chExt cx="1670013" cy="2047118"/>
              </a:xfrm>
              <a:solidFill>
                <a:srgbClr val="797B4F"/>
              </a:solidFill>
            </p:grpSpPr>
            <p:sp>
              <p:nvSpPr>
                <p:cNvPr id="83" name="Oval 21">
                  <a:extLst>
                    <a:ext uri="{FF2B5EF4-FFF2-40B4-BE49-F238E27FC236}">
                      <a16:creationId xmlns:a16="http://schemas.microsoft.com/office/drawing/2014/main" id="{63EBE45E-6420-4F10-B65C-B93E15A202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14470" y="1768048"/>
                  <a:ext cx="264724" cy="26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4" name="Oval 21">
                  <a:extLst>
                    <a:ext uri="{FF2B5EF4-FFF2-40B4-BE49-F238E27FC236}">
                      <a16:creationId xmlns:a16="http://schemas.microsoft.com/office/drawing/2014/main" id="{D0524B12-1E99-48D5-942F-FBE2FBCC3E0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3964" y="1909930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5" name="Oval 21">
                  <a:extLst>
                    <a:ext uri="{FF2B5EF4-FFF2-40B4-BE49-F238E27FC236}">
                      <a16:creationId xmlns:a16="http://schemas.microsoft.com/office/drawing/2014/main" id="{1C11D746-1CE3-4424-8977-E328F610C6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1050853">
                  <a:off x="1326433" y="2753031"/>
                  <a:ext cx="173268" cy="174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6" name="Oval 21">
                  <a:extLst>
                    <a:ext uri="{FF2B5EF4-FFF2-40B4-BE49-F238E27FC236}">
                      <a16:creationId xmlns:a16="http://schemas.microsoft.com/office/drawing/2014/main" id="{56D7E9E8-2393-41BF-A4A5-8C875C68C00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88847">
                  <a:off x="1195903" y="2266763"/>
                  <a:ext cx="222367" cy="22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7" name="Oval 21">
                  <a:extLst>
                    <a:ext uri="{FF2B5EF4-FFF2-40B4-BE49-F238E27FC236}">
                      <a16:creationId xmlns:a16="http://schemas.microsoft.com/office/drawing/2014/main" id="{2223FEE8-DAC0-4DFF-97B2-B521352856F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14470" y="2278418"/>
                  <a:ext cx="222367" cy="22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8" name="Oval 21">
                  <a:extLst>
                    <a:ext uri="{FF2B5EF4-FFF2-40B4-BE49-F238E27FC236}">
                      <a16:creationId xmlns:a16="http://schemas.microsoft.com/office/drawing/2014/main" id="{69432810-DBE6-4080-95AD-5CD89CD07B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31800" y="2460930"/>
                  <a:ext cx="309554" cy="3121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9" name="Oval 21">
                  <a:extLst>
                    <a:ext uri="{FF2B5EF4-FFF2-40B4-BE49-F238E27FC236}">
                      <a16:creationId xmlns:a16="http://schemas.microsoft.com/office/drawing/2014/main" id="{C6E05447-CDD1-4031-93C5-879A9D7EA34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985429" y="2143218"/>
                  <a:ext cx="282537" cy="284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0" name="Oval 21">
                  <a:extLst>
                    <a:ext uri="{FF2B5EF4-FFF2-40B4-BE49-F238E27FC236}">
                      <a16:creationId xmlns:a16="http://schemas.microsoft.com/office/drawing/2014/main" id="{F84EC61A-EA15-4CB9-BD4D-1F451041CE3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83757">
                  <a:off x="1665484" y="3272892"/>
                  <a:ext cx="309554" cy="3121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1" name="Oval 21">
                  <a:extLst>
                    <a:ext uri="{FF2B5EF4-FFF2-40B4-BE49-F238E27FC236}">
                      <a16:creationId xmlns:a16="http://schemas.microsoft.com/office/drawing/2014/main" id="{A95AB681-F514-4A72-879A-EC25A10AC5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1364806">
                  <a:off x="1656905" y="1674846"/>
                  <a:ext cx="267508" cy="269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2" name="Oval 21">
                  <a:extLst>
                    <a:ext uri="{FF2B5EF4-FFF2-40B4-BE49-F238E27FC236}">
                      <a16:creationId xmlns:a16="http://schemas.microsoft.com/office/drawing/2014/main" id="{63226344-AA81-4900-A9BD-9F0F1CA28D8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63017" y="1930545"/>
                  <a:ext cx="424361" cy="427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3" name="Oval 21">
                  <a:extLst>
                    <a:ext uri="{FF2B5EF4-FFF2-40B4-BE49-F238E27FC236}">
                      <a16:creationId xmlns:a16="http://schemas.microsoft.com/office/drawing/2014/main" id="{09121FC3-A149-4A52-B2EC-974C8803CEB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1145186">
                  <a:off x="1260512" y="1980363"/>
                  <a:ext cx="333550" cy="336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4" name="Oval 21">
                  <a:extLst>
                    <a:ext uri="{FF2B5EF4-FFF2-40B4-BE49-F238E27FC236}">
                      <a16:creationId xmlns:a16="http://schemas.microsoft.com/office/drawing/2014/main" id="{F6C56358-4EE5-4303-8634-C2B2C45E575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32827">
                  <a:off x="1766846" y="2371713"/>
                  <a:ext cx="405789" cy="409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5" name="Oval 21">
                  <a:extLst>
                    <a:ext uri="{FF2B5EF4-FFF2-40B4-BE49-F238E27FC236}">
                      <a16:creationId xmlns:a16="http://schemas.microsoft.com/office/drawing/2014/main" id="{3B1E072E-E653-4FE5-8CB9-32C60DE4274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232245" y="1873583"/>
                  <a:ext cx="591365" cy="596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6" name="Oval 21">
                  <a:extLst>
                    <a:ext uri="{FF2B5EF4-FFF2-40B4-BE49-F238E27FC236}">
                      <a16:creationId xmlns:a16="http://schemas.microsoft.com/office/drawing/2014/main" id="{CE150B55-663F-4F91-BC80-95F9D542C2D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80219" y="1680508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7" name="Oval 21">
                  <a:extLst>
                    <a:ext uri="{FF2B5EF4-FFF2-40B4-BE49-F238E27FC236}">
                      <a16:creationId xmlns:a16="http://schemas.microsoft.com/office/drawing/2014/main" id="{E676D5FE-395F-4E66-848F-F6D9624299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0203558">
                  <a:off x="1468306" y="2867514"/>
                  <a:ext cx="139314" cy="140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8" name="Oval 21">
                  <a:extLst>
                    <a:ext uri="{FF2B5EF4-FFF2-40B4-BE49-F238E27FC236}">
                      <a16:creationId xmlns:a16="http://schemas.microsoft.com/office/drawing/2014/main" id="{F80E6500-18E7-4A58-A812-3B2907EA9AE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94605" y="2685223"/>
                  <a:ext cx="134128" cy="13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9" name="Oval 21">
                  <a:extLst>
                    <a:ext uri="{FF2B5EF4-FFF2-40B4-BE49-F238E27FC236}">
                      <a16:creationId xmlns:a16="http://schemas.microsoft.com/office/drawing/2014/main" id="{367E657D-101C-498C-B6EF-C198207D413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375171">
                  <a:off x="1800405" y="2755645"/>
                  <a:ext cx="216579" cy="218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0" name="Oval 21">
                  <a:extLst>
                    <a:ext uri="{FF2B5EF4-FFF2-40B4-BE49-F238E27FC236}">
                      <a16:creationId xmlns:a16="http://schemas.microsoft.com/office/drawing/2014/main" id="{13A66CFC-8CC1-4B2D-8040-C06D72A35EA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185792">
                  <a:off x="1591521" y="2830231"/>
                  <a:ext cx="222367" cy="22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1" name="Oval 21">
                  <a:extLst>
                    <a:ext uri="{FF2B5EF4-FFF2-40B4-BE49-F238E27FC236}">
                      <a16:creationId xmlns:a16="http://schemas.microsoft.com/office/drawing/2014/main" id="{BEE2BB02-492A-4A4F-BAE6-0E7E58CEDF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66870" y="2430818"/>
                  <a:ext cx="222367" cy="22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" name="Oval 21">
                  <a:extLst>
                    <a:ext uri="{FF2B5EF4-FFF2-40B4-BE49-F238E27FC236}">
                      <a16:creationId xmlns:a16="http://schemas.microsoft.com/office/drawing/2014/main" id="{01EB50E7-4D12-44BE-BC69-22BE0E6B9C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61415">
                  <a:off x="1961493" y="1831077"/>
                  <a:ext cx="309554" cy="3121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3" name="Oval 21">
                  <a:extLst>
                    <a:ext uri="{FF2B5EF4-FFF2-40B4-BE49-F238E27FC236}">
                      <a16:creationId xmlns:a16="http://schemas.microsoft.com/office/drawing/2014/main" id="{8DF4BFC8-41D4-4AFD-A3A4-FBD5F0BCE4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375171">
                  <a:off x="1487267" y="2639444"/>
                  <a:ext cx="216579" cy="218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" name="Oval 21">
                  <a:extLst>
                    <a:ext uri="{FF2B5EF4-FFF2-40B4-BE49-F238E27FC236}">
                      <a16:creationId xmlns:a16="http://schemas.microsoft.com/office/drawing/2014/main" id="{23F5F329-D971-4A98-A835-471D967E034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41171" y="2361128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5" name="Oval 21">
                  <a:extLst>
                    <a:ext uri="{FF2B5EF4-FFF2-40B4-BE49-F238E27FC236}">
                      <a16:creationId xmlns:a16="http://schemas.microsoft.com/office/drawing/2014/main" id="{FA41ED5A-ADDC-4E68-8438-AFC6BE81395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99336" y="2285667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6" name="Oval 21">
                  <a:extLst>
                    <a:ext uri="{FF2B5EF4-FFF2-40B4-BE49-F238E27FC236}">
                      <a16:creationId xmlns:a16="http://schemas.microsoft.com/office/drawing/2014/main" id="{9D96881A-7416-4BBE-AC24-8744B2B88AA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0859187">
                  <a:off x="1875957" y="3147672"/>
                  <a:ext cx="196820" cy="1984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7" name="Oval 21">
                  <a:extLst>
                    <a:ext uri="{FF2B5EF4-FFF2-40B4-BE49-F238E27FC236}">
                      <a16:creationId xmlns:a16="http://schemas.microsoft.com/office/drawing/2014/main" id="{F40FA069-E2BA-4BF5-9C21-94D46DA75A0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32827">
                  <a:off x="2016649" y="3174821"/>
                  <a:ext cx="405789" cy="409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8" name="Oval 21">
                  <a:extLst>
                    <a:ext uri="{FF2B5EF4-FFF2-40B4-BE49-F238E27FC236}">
                      <a16:creationId xmlns:a16="http://schemas.microsoft.com/office/drawing/2014/main" id="{93C7A32C-A855-406C-8E4E-E197C3331C4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232827">
                  <a:off x="2373855" y="2474192"/>
                  <a:ext cx="405789" cy="409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9" name="Oval 21">
                  <a:extLst>
                    <a:ext uri="{FF2B5EF4-FFF2-40B4-BE49-F238E27FC236}">
                      <a16:creationId xmlns:a16="http://schemas.microsoft.com/office/drawing/2014/main" id="{C8BE5F4B-4A88-4E92-BA16-F47178DAB65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267966" y="2356564"/>
                  <a:ext cx="134128" cy="13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0" name="Oval 21">
                  <a:extLst>
                    <a:ext uri="{FF2B5EF4-FFF2-40B4-BE49-F238E27FC236}">
                      <a16:creationId xmlns:a16="http://schemas.microsoft.com/office/drawing/2014/main" id="{37D5ABDD-8513-4B67-A897-BB79AF28D20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91720" y="2905247"/>
                  <a:ext cx="282537" cy="284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1" name="Oval 21">
                  <a:extLst>
                    <a:ext uri="{FF2B5EF4-FFF2-40B4-BE49-F238E27FC236}">
                      <a16:creationId xmlns:a16="http://schemas.microsoft.com/office/drawing/2014/main" id="{6D821E35-10F3-4AE8-9CAE-38782E69422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31788" y="2312226"/>
                  <a:ext cx="134128" cy="13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2" name="Oval 21">
                  <a:extLst>
                    <a:ext uri="{FF2B5EF4-FFF2-40B4-BE49-F238E27FC236}">
                      <a16:creationId xmlns:a16="http://schemas.microsoft.com/office/drawing/2014/main" id="{53EB8D63-213B-4722-AF6A-250DC768C26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375171">
                  <a:off x="1770483" y="2955490"/>
                  <a:ext cx="216579" cy="218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3" name="Oval 21">
                  <a:extLst>
                    <a:ext uri="{FF2B5EF4-FFF2-40B4-BE49-F238E27FC236}">
                      <a16:creationId xmlns:a16="http://schemas.microsoft.com/office/drawing/2014/main" id="{181CB94E-E587-4D37-9216-DFBBF3C2601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375171">
                  <a:off x="2115911" y="2614000"/>
                  <a:ext cx="275390" cy="277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4" name="Oval 21">
                  <a:extLst>
                    <a:ext uri="{FF2B5EF4-FFF2-40B4-BE49-F238E27FC236}">
                      <a16:creationId xmlns:a16="http://schemas.microsoft.com/office/drawing/2014/main" id="{0B0CC504-E693-46A4-AA82-4BDFF8D0BA4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984293" y="2894551"/>
                  <a:ext cx="134128" cy="13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5" name="Oval 21">
                  <a:extLst>
                    <a:ext uri="{FF2B5EF4-FFF2-40B4-BE49-F238E27FC236}">
                      <a16:creationId xmlns:a16="http://schemas.microsoft.com/office/drawing/2014/main" id="{B1CD9BD7-D709-4F88-8F38-AC564E0B26F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52479" y="2464579"/>
                  <a:ext cx="134128" cy="13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6" name="Oval 21">
                  <a:extLst>
                    <a:ext uri="{FF2B5EF4-FFF2-40B4-BE49-F238E27FC236}">
                      <a16:creationId xmlns:a16="http://schemas.microsoft.com/office/drawing/2014/main" id="{6BE00226-8DD6-45A1-A7D5-36B5F53EB84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80435" y="2877367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7" name="Oval 21">
                  <a:extLst>
                    <a:ext uri="{FF2B5EF4-FFF2-40B4-BE49-F238E27FC236}">
                      <a16:creationId xmlns:a16="http://schemas.microsoft.com/office/drawing/2014/main" id="{A776D0F4-7481-4806-8D82-D0FBC20BCF7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00241" y="3039370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8" name="Oval 21">
                  <a:extLst>
                    <a:ext uri="{FF2B5EF4-FFF2-40B4-BE49-F238E27FC236}">
                      <a16:creationId xmlns:a16="http://schemas.microsoft.com/office/drawing/2014/main" id="{8EE93C53-DC15-4721-B8C6-ED2E38E5A8B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961493" y="3484382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9" name="Oval 21">
                  <a:extLst>
                    <a:ext uri="{FF2B5EF4-FFF2-40B4-BE49-F238E27FC236}">
                      <a16:creationId xmlns:a16="http://schemas.microsoft.com/office/drawing/2014/main" id="{3A329338-1166-418B-9060-6FD02248FFF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29662" y="3003550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0" name="Oval 21">
                  <a:extLst>
                    <a:ext uri="{FF2B5EF4-FFF2-40B4-BE49-F238E27FC236}">
                      <a16:creationId xmlns:a16="http://schemas.microsoft.com/office/drawing/2014/main" id="{39041C4F-49C7-426D-A647-468F947499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48031" y="3057800"/>
                  <a:ext cx="134128" cy="13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1" name="Oval 21">
                  <a:extLst>
                    <a:ext uri="{FF2B5EF4-FFF2-40B4-BE49-F238E27FC236}">
                      <a16:creationId xmlns:a16="http://schemas.microsoft.com/office/drawing/2014/main" id="{48C6D28E-D079-4CF1-82E0-FB58D933982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40222" y="3161559"/>
                  <a:ext cx="134128" cy="13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2" name="Oval 21">
                  <a:extLst>
                    <a:ext uri="{FF2B5EF4-FFF2-40B4-BE49-F238E27FC236}">
                      <a16:creationId xmlns:a16="http://schemas.microsoft.com/office/drawing/2014/main" id="{215AF757-C60D-416B-93E3-ACA3F8433A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61060" y="2871624"/>
                  <a:ext cx="228226" cy="230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3" name="Oval 21">
                  <a:extLst>
                    <a:ext uri="{FF2B5EF4-FFF2-40B4-BE49-F238E27FC236}">
                      <a16:creationId xmlns:a16="http://schemas.microsoft.com/office/drawing/2014/main" id="{7E6F4F73-721A-4D1F-902F-567FFEEDCB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29001" y="3119404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4" name="Oval 21">
                  <a:extLst>
                    <a:ext uri="{FF2B5EF4-FFF2-40B4-BE49-F238E27FC236}">
                      <a16:creationId xmlns:a16="http://schemas.microsoft.com/office/drawing/2014/main" id="{4023831E-7889-4B8C-9BBE-C56B77B259C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289480" y="2513009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5" name="Oval 21">
                  <a:extLst>
                    <a:ext uri="{FF2B5EF4-FFF2-40B4-BE49-F238E27FC236}">
                      <a16:creationId xmlns:a16="http://schemas.microsoft.com/office/drawing/2014/main" id="{759106CB-EC44-40D7-8A8D-9CBD1C907CB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682300" y="2444570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6" name="Oval 21">
                  <a:extLst>
                    <a:ext uri="{FF2B5EF4-FFF2-40B4-BE49-F238E27FC236}">
                      <a16:creationId xmlns:a16="http://schemas.microsoft.com/office/drawing/2014/main" id="{2733B413-81F2-48AC-83F5-4E26BB57290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49364" y="2506052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7" name="Oval 21">
                  <a:extLst>
                    <a:ext uri="{FF2B5EF4-FFF2-40B4-BE49-F238E27FC236}">
                      <a16:creationId xmlns:a16="http://schemas.microsoft.com/office/drawing/2014/main" id="{93736C41-7B96-4B93-B1EE-26CCA515D45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20432" y="2794749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8" name="Oval 21">
                  <a:extLst>
                    <a:ext uri="{FF2B5EF4-FFF2-40B4-BE49-F238E27FC236}">
                      <a16:creationId xmlns:a16="http://schemas.microsoft.com/office/drawing/2014/main" id="{BEB8E36B-CC4E-4D69-ACD9-A2772B162A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42196" y="3210761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9" name="Oval 21">
                  <a:extLst>
                    <a:ext uri="{FF2B5EF4-FFF2-40B4-BE49-F238E27FC236}">
                      <a16:creationId xmlns:a16="http://schemas.microsoft.com/office/drawing/2014/main" id="{979152A1-AEBD-4D06-95E5-BF3E44489FD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48211" y="1600868"/>
                  <a:ext cx="282537" cy="284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0" name="Oval 21">
                  <a:extLst>
                    <a:ext uri="{FF2B5EF4-FFF2-40B4-BE49-F238E27FC236}">
                      <a16:creationId xmlns:a16="http://schemas.microsoft.com/office/drawing/2014/main" id="{83ABDBC2-4309-4497-B472-01780702B3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55627" y="1537915"/>
                  <a:ext cx="228226" cy="230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1" name="Oval 21">
                  <a:extLst>
                    <a:ext uri="{FF2B5EF4-FFF2-40B4-BE49-F238E27FC236}">
                      <a16:creationId xmlns:a16="http://schemas.microsoft.com/office/drawing/2014/main" id="{4B421473-68AF-42D4-9C96-A036C072548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920246" y="1755731"/>
                  <a:ext cx="134128" cy="13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2" name="Oval 21">
                  <a:extLst>
                    <a:ext uri="{FF2B5EF4-FFF2-40B4-BE49-F238E27FC236}">
                      <a16:creationId xmlns:a16="http://schemas.microsoft.com/office/drawing/2014/main" id="{68A0399F-2C5D-4E96-9DD9-1C4313039A2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69089" y="1901516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3" name="Oval 21">
                  <a:extLst>
                    <a:ext uri="{FF2B5EF4-FFF2-40B4-BE49-F238E27FC236}">
                      <a16:creationId xmlns:a16="http://schemas.microsoft.com/office/drawing/2014/main" id="{6ED997A0-C62D-47AA-8457-75338B36DF1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42856" y="1699484"/>
                  <a:ext cx="98975" cy="9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4" name="Oval 21">
                  <a:extLst>
                    <a:ext uri="{FF2B5EF4-FFF2-40B4-BE49-F238E27FC236}">
                      <a16:creationId xmlns:a16="http://schemas.microsoft.com/office/drawing/2014/main" id="{70587713-F376-4E3C-8FC1-E9F31ABF3D6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436404" y="1732638"/>
                  <a:ext cx="152882" cy="154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5" name="Oval 21">
                  <a:extLst>
                    <a:ext uri="{FF2B5EF4-FFF2-40B4-BE49-F238E27FC236}">
                      <a16:creationId xmlns:a16="http://schemas.microsoft.com/office/drawing/2014/main" id="{8C5E2F0B-5037-4F15-A9DF-9B6695C0DC7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99216" y="1600868"/>
                  <a:ext cx="66122" cy="66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6" name="Oval 21">
                  <a:extLst>
                    <a:ext uri="{FF2B5EF4-FFF2-40B4-BE49-F238E27FC236}">
                      <a16:creationId xmlns:a16="http://schemas.microsoft.com/office/drawing/2014/main" id="{65C64527-AE0E-4C18-9ACF-8D38A199F3C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264289" y="1954875"/>
                  <a:ext cx="66122" cy="66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142" h="1665940">
                      <a:moveTo>
                        <a:pt x="898689" y="548008"/>
                      </a:moveTo>
                      <a:cubicBezTo>
                        <a:pt x="737950" y="504938"/>
                        <a:pt x="572731" y="600328"/>
                        <a:pt x="529661" y="761066"/>
                      </a:cubicBezTo>
                      <a:cubicBezTo>
                        <a:pt x="486591" y="921805"/>
                        <a:pt x="581980" y="1087025"/>
                        <a:pt x="742719" y="1130094"/>
                      </a:cubicBezTo>
                      <a:cubicBezTo>
                        <a:pt x="903458" y="1173164"/>
                        <a:pt x="1068677" y="1077775"/>
                        <a:pt x="1111747" y="917036"/>
                      </a:cubicBezTo>
                      <a:cubicBezTo>
                        <a:pt x="1154817" y="756297"/>
                        <a:pt x="1059428" y="591077"/>
                        <a:pt x="898689" y="548008"/>
                      </a:cubicBezTo>
                      <a:close/>
                      <a:moveTo>
                        <a:pt x="952303" y="347916"/>
                      </a:moveTo>
                      <a:cubicBezTo>
                        <a:pt x="1223549" y="420596"/>
                        <a:pt x="1384519" y="699404"/>
                        <a:pt x="1311839" y="970650"/>
                      </a:cubicBezTo>
                      <a:cubicBezTo>
                        <a:pt x="1239159" y="1241896"/>
                        <a:pt x="960351" y="1402866"/>
                        <a:pt x="689105" y="1330186"/>
                      </a:cubicBezTo>
                      <a:cubicBezTo>
                        <a:pt x="417859" y="1257506"/>
                        <a:pt x="256889" y="978698"/>
                        <a:pt x="329569" y="707451"/>
                      </a:cubicBezTo>
                      <a:cubicBezTo>
                        <a:pt x="402249" y="436205"/>
                        <a:pt x="681057" y="275235"/>
                        <a:pt x="952303" y="347916"/>
                      </a:cubicBezTo>
                      <a:close/>
                      <a:moveTo>
                        <a:pt x="971799" y="275155"/>
                      </a:moveTo>
                      <a:cubicBezTo>
                        <a:pt x="660368" y="191707"/>
                        <a:pt x="340256" y="376524"/>
                        <a:pt x="256808" y="687955"/>
                      </a:cubicBezTo>
                      <a:cubicBezTo>
                        <a:pt x="173361" y="999387"/>
                        <a:pt x="358178" y="1319499"/>
                        <a:pt x="669609" y="1402947"/>
                      </a:cubicBezTo>
                      <a:cubicBezTo>
                        <a:pt x="981040" y="1486395"/>
                        <a:pt x="1301152" y="1301577"/>
                        <a:pt x="1384600" y="990146"/>
                      </a:cubicBezTo>
                      <a:cubicBezTo>
                        <a:pt x="1468047" y="678715"/>
                        <a:pt x="1283230" y="358603"/>
                        <a:pt x="971799" y="275155"/>
                      </a:cubicBezTo>
                      <a:close/>
                      <a:moveTo>
                        <a:pt x="1652142" y="394531"/>
                      </a:moveTo>
                      <a:lnTo>
                        <a:pt x="1649662" y="403784"/>
                      </a:lnTo>
                      <a:lnTo>
                        <a:pt x="1647140" y="399895"/>
                      </a:lnTo>
                      <a:close/>
                      <a:moveTo>
                        <a:pt x="1158157" y="65026"/>
                      </a:moveTo>
                      <a:lnTo>
                        <a:pt x="1154679" y="271718"/>
                      </a:lnTo>
                      <a:lnTo>
                        <a:pt x="1148331" y="270017"/>
                      </a:lnTo>
                      <a:cubicBezTo>
                        <a:pt x="1200055" y="299127"/>
                        <a:pt x="1246804" y="334821"/>
                        <a:pt x="1286346" y="377149"/>
                      </a:cubicBezTo>
                      <a:lnTo>
                        <a:pt x="1470353" y="331395"/>
                      </a:lnTo>
                      <a:lnTo>
                        <a:pt x="1588305" y="553229"/>
                      </a:lnTo>
                      <a:lnTo>
                        <a:pt x="1457194" y="671432"/>
                      </a:lnTo>
                      <a:cubicBezTo>
                        <a:pt x="1473630" y="731297"/>
                        <a:pt x="1481376" y="793983"/>
                        <a:pt x="1478595" y="857704"/>
                      </a:cubicBezTo>
                      <a:lnTo>
                        <a:pt x="1642362" y="948616"/>
                      </a:lnTo>
                      <a:lnTo>
                        <a:pt x="1577335" y="1191298"/>
                      </a:lnTo>
                      <a:lnTo>
                        <a:pt x="1378614" y="1187955"/>
                      </a:lnTo>
                      <a:cubicBezTo>
                        <a:pt x="1353489" y="1229936"/>
                        <a:pt x="1323048" y="1267799"/>
                        <a:pt x="1288939" y="1301599"/>
                      </a:cubicBezTo>
                      <a:lnTo>
                        <a:pt x="1354201" y="1471932"/>
                      </a:lnTo>
                      <a:lnTo>
                        <a:pt x="1148396" y="1616039"/>
                      </a:lnTo>
                      <a:lnTo>
                        <a:pt x="992294" y="1480516"/>
                      </a:lnTo>
                      <a:lnTo>
                        <a:pt x="1011291" y="1467215"/>
                      </a:lnTo>
                      <a:cubicBezTo>
                        <a:pt x="951500" y="1486565"/>
                        <a:pt x="888271" y="1495869"/>
                        <a:pt x="823805" y="1495510"/>
                      </a:cubicBezTo>
                      <a:lnTo>
                        <a:pt x="729193" y="1665940"/>
                      </a:lnTo>
                      <a:lnTo>
                        <a:pt x="486511" y="1600914"/>
                      </a:lnTo>
                      <a:lnTo>
                        <a:pt x="489790" y="1406012"/>
                      </a:lnTo>
                      <a:cubicBezTo>
                        <a:pt x="438364" y="1376702"/>
                        <a:pt x="391917" y="1340859"/>
                        <a:pt x="352658" y="1298452"/>
                      </a:cubicBezTo>
                      <a:lnTo>
                        <a:pt x="355803" y="1305197"/>
                      </a:lnTo>
                      <a:lnTo>
                        <a:pt x="152856" y="1344512"/>
                      </a:lnTo>
                      <a:lnTo>
                        <a:pt x="46675" y="1116809"/>
                      </a:lnTo>
                      <a:lnTo>
                        <a:pt x="183929" y="1005520"/>
                      </a:lnTo>
                      <a:cubicBezTo>
                        <a:pt x="169279" y="951824"/>
                        <a:pt x="161626" y="895865"/>
                        <a:pt x="161615" y="838915"/>
                      </a:cubicBezTo>
                      <a:lnTo>
                        <a:pt x="0" y="749197"/>
                      </a:lnTo>
                      <a:lnTo>
                        <a:pt x="65026" y="506515"/>
                      </a:lnTo>
                      <a:lnTo>
                        <a:pt x="250227" y="509630"/>
                      </a:lnTo>
                      <a:cubicBezTo>
                        <a:pt x="275353" y="465291"/>
                        <a:pt x="305693" y="424864"/>
                        <a:pt x="340015" y="388679"/>
                      </a:cubicBezTo>
                      <a:lnTo>
                        <a:pt x="277984" y="197357"/>
                      </a:lnTo>
                      <a:lnTo>
                        <a:pt x="491050" y="64219"/>
                      </a:lnTo>
                      <a:lnTo>
                        <a:pt x="639843" y="207726"/>
                      </a:lnTo>
                      <a:lnTo>
                        <a:pt x="638348" y="208660"/>
                      </a:lnTo>
                      <a:cubicBezTo>
                        <a:pt x="696840" y="190256"/>
                        <a:pt x="758594" y="181748"/>
                        <a:pt x="821488" y="182440"/>
                      </a:cubicBezTo>
                      <a:lnTo>
                        <a:pt x="815140" y="180739"/>
                      </a:lnTo>
                      <a:lnTo>
                        <a:pt x="91547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BEED5C4-A444-4313-A009-3CA65B3A2497}"/>
                </a:ext>
              </a:extLst>
            </p:cNvPr>
            <p:cNvSpPr txBox="1"/>
            <p:nvPr/>
          </p:nvSpPr>
          <p:spPr>
            <a:xfrm>
              <a:off x="-7767738" y="18273"/>
              <a:ext cx="30616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600" dirty="0">
                  <a:latin typeface="Bahnschrift SemiBold SemiConden" panose="020B0502040204020203" pitchFamily="34" charset="0"/>
                </a:rPr>
                <a:t>Advantages</a:t>
              </a:r>
            </a:p>
          </p:txBody>
        </p: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1EE17008-B517-4A9D-986E-262E1578CFD0}"/>
              </a:ext>
            </a:extLst>
          </p:cNvPr>
          <p:cNvSpPr txBox="1"/>
          <p:nvPr/>
        </p:nvSpPr>
        <p:spPr>
          <a:xfrm>
            <a:off x="882643" y="393943"/>
            <a:ext cx="6565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student can fill this form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 concurrently.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55387E3-5A20-4962-A2C3-6A8FE5CDC2CB}"/>
              </a:ext>
            </a:extLst>
          </p:cNvPr>
          <p:cNvSpPr txBox="1"/>
          <p:nvPr/>
        </p:nvSpPr>
        <p:spPr>
          <a:xfrm>
            <a:off x="1419712" y="972469"/>
            <a:ext cx="65652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student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 immediate E-Mail of issued book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as a proof of issuing book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76DD2DC1-EAC6-4040-9ECD-AE04947A900E}"/>
              </a:ext>
            </a:extLst>
          </p:cNvPr>
          <p:cNvSpPr txBox="1"/>
          <p:nvPr/>
        </p:nvSpPr>
        <p:spPr>
          <a:xfrm>
            <a:off x="2315101" y="1760993"/>
            <a:ext cx="74081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E-Mail student get details about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which date student issued which book.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AA2D346-8F65-483F-9DA6-C8F0CBF9F75E}"/>
              </a:ext>
            </a:extLst>
          </p:cNvPr>
          <p:cNvSpPr txBox="1"/>
          <p:nvPr/>
        </p:nvSpPr>
        <p:spPr>
          <a:xfrm>
            <a:off x="3099056" y="2570563"/>
            <a:ext cx="88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who issued book also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 Reminder as an E-Mail after 14 Days of Book Issue if book is not being returned in 14 Days time period.  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130CC46-1770-438C-9EC4-22FB30CB93BD}"/>
              </a:ext>
            </a:extLst>
          </p:cNvPr>
          <p:cNvSpPr txBox="1"/>
          <p:nvPr/>
        </p:nvSpPr>
        <p:spPr>
          <a:xfrm>
            <a:off x="3723920" y="3388572"/>
            <a:ext cx="83959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system results in very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retrieval of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whenever needed, as this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now being stored in Excel Sheet rather then Offline manual Register.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8D53DA8-2C6B-4151-8BAC-265727382826}"/>
              </a:ext>
            </a:extLst>
          </p:cNvPr>
          <p:cNvSpPr txBox="1"/>
          <p:nvPr/>
        </p:nvSpPr>
        <p:spPr>
          <a:xfrm>
            <a:off x="4366997" y="4552511"/>
            <a:ext cx="7661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would be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 that student will return book on time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they are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reminder E-mail.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A7C41E6-CD1D-41C6-9A52-16C1B512BBD1}"/>
              </a:ext>
            </a:extLst>
          </p:cNvPr>
          <p:cNvSpPr txBox="1"/>
          <p:nvPr/>
        </p:nvSpPr>
        <p:spPr>
          <a:xfrm>
            <a:off x="4752610" y="5431127"/>
            <a:ext cx="68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this system becomes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for Student and Management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2EBAA73-0248-41B5-8D8D-961AC3E622F8}"/>
              </a:ext>
            </a:extLst>
          </p:cNvPr>
          <p:cNvGrpSpPr/>
          <p:nvPr/>
        </p:nvGrpSpPr>
        <p:grpSpPr>
          <a:xfrm>
            <a:off x="12556901" y="1896060"/>
            <a:ext cx="3205576" cy="5105385"/>
            <a:chOff x="8317149" y="1752616"/>
            <a:chExt cx="3205576" cy="5105385"/>
          </a:xfrm>
        </p:grpSpPr>
        <p:sp>
          <p:nvSpPr>
            <p:cNvPr id="153" name="Freeform: Shape 7">
              <a:extLst>
                <a:ext uri="{FF2B5EF4-FFF2-40B4-BE49-F238E27FC236}">
                  <a16:creationId xmlns:a16="http://schemas.microsoft.com/office/drawing/2014/main" id="{12D20CB5-E5FD-4F1C-B79A-F20B1CCF9A8D}"/>
                </a:ext>
              </a:extLst>
            </p:cNvPr>
            <p:cNvSpPr/>
            <p:nvPr/>
          </p:nvSpPr>
          <p:spPr>
            <a:xfrm flipH="1">
              <a:off x="9800026" y="2211444"/>
              <a:ext cx="814526" cy="1423068"/>
            </a:xfrm>
            <a:custGeom>
              <a:avLst/>
              <a:gdLst>
                <a:gd name="connsiteX0" fmla="*/ 693217 w 725213"/>
                <a:gd name="connsiteY0" fmla="*/ 121584 h 1216487"/>
                <a:gd name="connsiteX1" fmla="*/ 697896 w 725213"/>
                <a:gd name="connsiteY1" fmla="*/ 166033 h 1216487"/>
                <a:gd name="connsiteX2" fmla="*/ 697896 w 725213"/>
                <a:gd name="connsiteY2" fmla="*/ 273645 h 1216487"/>
                <a:gd name="connsiteX3" fmla="*/ 655787 w 725213"/>
                <a:gd name="connsiteY3" fmla="*/ 456118 h 1216487"/>
                <a:gd name="connsiteX4" fmla="*/ 599641 w 725213"/>
                <a:gd name="connsiteY4" fmla="*/ 589464 h 1216487"/>
                <a:gd name="connsiteX5" fmla="*/ 543496 w 725213"/>
                <a:gd name="connsiteY5" fmla="*/ 666664 h 1216487"/>
                <a:gd name="connsiteX6" fmla="*/ 513084 w 725213"/>
                <a:gd name="connsiteY6" fmla="*/ 734507 h 1216487"/>
                <a:gd name="connsiteX7" fmla="*/ 452259 w 725213"/>
                <a:gd name="connsiteY7" fmla="*/ 750883 h 1216487"/>
                <a:gd name="connsiteX8" fmla="*/ 274465 w 725213"/>
                <a:gd name="connsiteY8" fmla="*/ 661986 h 1216487"/>
                <a:gd name="connsiteX9" fmla="*/ 501387 w 725213"/>
                <a:gd name="connsiteY9" fmla="*/ 764919 h 1216487"/>
                <a:gd name="connsiteX10" fmla="*/ 508405 w 725213"/>
                <a:gd name="connsiteY10" fmla="*/ 776616 h 1216487"/>
                <a:gd name="connsiteX11" fmla="*/ 475653 w 725213"/>
                <a:gd name="connsiteY11" fmla="*/ 1059684 h 1216487"/>
                <a:gd name="connsiteX12" fmla="*/ 456938 w 725213"/>
                <a:gd name="connsiteY12" fmla="*/ 1143902 h 1216487"/>
                <a:gd name="connsiteX13" fmla="*/ 438223 w 725213"/>
                <a:gd name="connsiteY13" fmla="*/ 1183672 h 1216487"/>
                <a:gd name="connsiteX14" fmla="*/ 253410 w 725213"/>
                <a:gd name="connsiteY14" fmla="*/ 926338 h 1216487"/>
                <a:gd name="connsiteX15" fmla="*/ 143459 w 725213"/>
                <a:gd name="connsiteY15" fmla="*/ 849138 h 1216487"/>
                <a:gd name="connsiteX16" fmla="*/ 59240 w 725213"/>
                <a:gd name="connsiteY16" fmla="*/ 605840 h 1216487"/>
                <a:gd name="connsiteX17" fmla="*/ 103689 w 725213"/>
                <a:gd name="connsiteY17" fmla="*/ 406991 h 1216487"/>
                <a:gd name="connsiteX18" fmla="*/ 192586 w 725213"/>
                <a:gd name="connsiteY18" fmla="*/ 411670 h 1216487"/>
                <a:gd name="connsiteX19" fmla="*/ 99010 w 725213"/>
                <a:gd name="connsiteY19" fmla="*/ 336809 h 1216487"/>
                <a:gd name="connsiteX20" fmla="*/ 66258 w 725213"/>
                <a:gd name="connsiteY20" fmla="*/ 261948 h 1216487"/>
                <a:gd name="connsiteX21" fmla="*/ 56901 w 725213"/>
                <a:gd name="connsiteY21" fmla="*/ 163694 h 1216487"/>
                <a:gd name="connsiteX22" fmla="*/ 204283 w 725213"/>
                <a:gd name="connsiteY22" fmla="*/ 297039 h 1216487"/>
                <a:gd name="connsiteX23" fmla="*/ 234695 w 725213"/>
                <a:gd name="connsiteY23" fmla="*/ 217500 h 1216487"/>
                <a:gd name="connsiteX24" fmla="*/ 279144 w 725213"/>
                <a:gd name="connsiteY24" fmla="*/ 170712 h 1216487"/>
                <a:gd name="connsiteX25" fmla="*/ 363362 w 725213"/>
                <a:gd name="connsiteY25" fmla="*/ 109887 h 1216487"/>
                <a:gd name="connsiteX26" fmla="*/ 506066 w 725213"/>
                <a:gd name="connsiteY26" fmla="*/ 63099 h 1216487"/>
                <a:gd name="connsiteX27" fmla="*/ 693217 w 725213"/>
                <a:gd name="connsiteY27" fmla="*/ 121584 h 1216487"/>
                <a:gd name="connsiteX0" fmla="*/ 650223 w 654902"/>
                <a:gd name="connsiteY0" fmla="*/ 78590 h 1140678"/>
                <a:gd name="connsiteX1" fmla="*/ 654902 w 654902"/>
                <a:gd name="connsiteY1" fmla="*/ 123039 h 1140678"/>
                <a:gd name="connsiteX2" fmla="*/ 654902 w 654902"/>
                <a:gd name="connsiteY2" fmla="*/ 230651 h 1140678"/>
                <a:gd name="connsiteX3" fmla="*/ 612793 w 654902"/>
                <a:gd name="connsiteY3" fmla="*/ 413124 h 1140678"/>
                <a:gd name="connsiteX4" fmla="*/ 556647 w 654902"/>
                <a:gd name="connsiteY4" fmla="*/ 546470 h 1140678"/>
                <a:gd name="connsiteX5" fmla="*/ 500502 w 654902"/>
                <a:gd name="connsiteY5" fmla="*/ 623670 h 1140678"/>
                <a:gd name="connsiteX6" fmla="*/ 470090 w 654902"/>
                <a:gd name="connsiteY6" fmla="*/ 691513 h 1140678"/>
                <a:gd name="connsiteX7" fmla="*/ 409265 w 654902"/>
                <a:gd name="connsiteY7" fmla="*/ 707889 h 1140678"/>
                <a:gd name="connsiteX8" fmla="*/ 231471 w 654902"/>
                <a:gd name="connsiteY8" fmla="*/ 618992 h 1140678"/>
                <a:gd name="connsiteX9" fmla="*/ 458393 w 654902"/>
                <a:gd name="connsiteY9" fmla="*/ 721925 h 1140678"/>
                <a:gd name="connsiteX10" fmla="*/ 465411 w 654902"/>
                <a:gd name="connsiteY10" fmla="*/ 733622 h 1140678"/>
                <a:gd name="connsiteX11" fmla="*/ 432659 w 654902"/>
                <a:gd name="connsiteY11" fmla="*/ 1016690 h 1140678"/>
                <a:gd name="connsiteX12" fmla="*/ 413944 w 654902"/>
                <a:gd name="connsiteY12" fmla="*/ 1100908 h 1140678"/>
                <a:gd name="connsiteX13" fmla="*/ 395229 w 654902"/>
                <a:gd name="connsiteY13" fmla="*/ 1140678 h 1140678"/>
                <a:gd name="connsiteX14" fmla="*/ 210416 w 654902"/>
                <a:gd name="connsiteY14" fmla="*/ 883344 h 1140678"/>
                <a:gd name="connsiteX15" fmla="*/ 100465 w 654902"/>
                <a:gd name="connsiteY15" fmla="*/ 806144 h 1140678"/>
                <a:gd name="connsiteX16" fmla="*/ 16246 w 654902"/>
                <a:gd name="connsiteY16" fmla="*/ 562846 h 1140678"/>
                <a:gd name="connsiteX17" fmla="*/ 57735 w 654902"/>
                <a:gd name="connsiteY17" fmla="*/ 346242 h 1140678"/>
                <a:gd name="connsiteX18" fmla="*/ 149592 w 654902"/>
                <a:gd name="connsiteY18" fmla="*/ 368676 h 1140678"/>
                <a:gd name="connsiteX19" fmla="*/ 56016 w 654902"/>
                <a:gd name="connsiteY19" fmla="*/ 293815 h 1140678"/>
                <a:gd name="connsiteX20" fmla="*/ 23264 w 654902"/>
                <a:gd name="connsiteY20" fmla="*/ 218954 h 1140678"/>
                <a:gd name="connsiteX21" fmla="*/ 13907 w 654902"/>
                <a:gd name="connsiteY21" fmla="*/ 120700 h 1140678"/>
                <a:gd name="connsiteX22" fmla="*/ 161289 w 654902"/>
                <a:gd name="connsiteY22" fmla="*/ 254045 h 1140678"/>
                <a:gd name="connsiteX23" fmla="*/ 191701 w 654902"/>
                <a:gd name="connsiteY23" fmla="*/ 174506 h 1140678"/>
                <a:gd name="connsiteX24" fmla="*/ 236150 w 654902"/>
                <a:gd name="connsiteY24" fmla="*/ 127718 h 1140678"/>
                <a:gd name="connsiteX25" fmla="*/ 320368 w 654902"/>
                <a:gd name="connsiteY25" fmla="*/ 66893 h 1140678"/>
                <a:gd name="connsiteX26" fmla="*/ 463072 w 654902"/>
                <a:gd name="connsiteY26" fmla="*/ 20105 h 1140678"/>
                <a:gd name="connsiteX27" fmla="*/ 650223 w 654902"/>
                <a:gd name="connsiteY27" fmla="*/ 78590 h 1140678"/>
                <a:gd name="connsiteX0" fmla="*/ 648214 w 652893"/>
                <a:gd name="connsiteY0" fmla="*/ 78590 h 1140678"/>
                <a:gd name="connsiteX1" fmla="*/ 652893 w 652893"/>
                <a:gd name="connsiteY1" fmla="*/ 123039 h 1140678"/>
                <a:gd name="connsiteX2" fmla="*/ 652893 w 652893"/>
                <a:gd name="connsiteY2" fmla="*/ 230651 h 1140678"/>
                <a:gd name="connsiteX3" fmla="*/ 610784 w 652893"/>
                <a:gd name="connsiteY3" fmla="*/ 413124 h 1140678"/>
                <a:gd name="connsiteX4" fmla="*/ 554638 w 652893"/>
                <a:gd name="connsiteY4" fmla="*/ 546470 h 1140678"/>
                <a:gd name="connsiteX5" fmla="*/ 498493 w 652893"/>
                <a:gd name="connsiteY5" fmla="*/ 623670 h 1140678"/>
                <a:gd name="connsiteX6" fmla="*/ 468081 w 652893"/>
                <a:gd name="connsiteY6" fmla="*/ 691513 h 1140678"/>
                <a:gd name="connsiteX7" fmla="*/ 407256 w 652893"/>
                <a:gd name="connsiteY7" fmla="*/ 707889 h 1140678"/>
                <a:gd name="connsiteX8" fmla="*/ 229462 w 652893"/>
                <a:gd name="connsiteY8" fmla="*/ 618992 h 1140678"/>
                <a:gd name="connsiteX9" fmla="*/ 456384 w 652893"/>
                <a:gd name="connsiteY9" fmla="*/ 721925 h 1140678"/>
                <a:gd name="connsiteX10" fmla="*/ 463402 w 652893"/>
                <a:gd name="connsiteY10" fmla="*/ 733622 h 1140678"/>
                <a:gd name="connsiteX11" fmla="*/ 430650 w 652893"/>
                <a:gd name="connsiteY11" fmla="*/ 1016690 h 1140678"/>
                <a:gd name="connsiteX12" fmla="*/ 411935 w 652893"/>
                <a:gd name="connsiteY12" fmla="*/ 1100908 h 1140678"/>
                <a:gd name="connsiteX13" fmla="*/ 393220 w 652893"/>
                <a:gd name="connsiteY13" fmla="*/ 1140678 h 1140678"/>
                <a:gd name="connsiteX14" fmla="*/ 208407 w 652893"/>
                <a:gd name="connsiteY14" fmla="*/ 883344 h 1140678"/>
                <a:gd name="connsiteX15" fmla="*/ 98456 w 652893"/>
                <a:gd name="connsiteY15" fmla="*/ 806144 h 1140678"/>
                <a:gd name="connsiteX16" fmla="*/ 14237 w 652893"/>
                <a:gd name="connsiteY16" fmla="*/ 562846 h 1140678"/>
                <a:gd name="connsiteX17" fmla="*/ 55726 w 652893"/>
                <a:gd name="connsiteY17" fmla="*/ 346242 h 1140678"/>
                <a:gd name="connsiteX18" fmla="*/ 147583 w 652893"/>
                <a:gd name="connsiteY18" fmla="*/ 368676 h 1140678"/>
                <a:gd name="connsiteX19" fmla="*/ 54007 w 652893"/>
                <a:gd name="connsiteY19" fmla="*/ 293815 h 1140678"/>
                <a:gd name="connsiteX20" fmla="*/ 21255 w 652893"/>
                <a:gd name="connsiteY20" fmla="*/ 218954 h 1140678"/>
                <a:gd name="connsiteX21" fmla="*/ 11898 w 652893"/>
                <a:gd name="connsiteY21" fmla="*/ 111822 h 1140678"/>
                <a:gd name="connsiteX22" fmla="*/ 159280 w 652893"/>
                <a:gd name="connsiteY22" fmla="*/ 254045 h 1140678"/>
                <a:gd name="connsiteX23" fmla="*/ 189692 w 652893"/>
                <a:gd name="connsiteY23" fmla="*/ 174506 h 1140678"/>
                <a:gd name="connsiteX24" fmla="*/ 234141 w 652893"/>
                <a:gd name="connsiteY24" fmla="*/ 127718 h 1140678"/>
                <a:gd name="connsiteX25" fmla="*/ 318359 w 652893"/>
                <a:gd name="connsiteY25" fmla="*/ 66893 h 1140678"/>
                <a:gd name="connsiteX26" fmla="*/ 461063 w 652893"/>
                <a:gd name="connsiteY26" fmla="*/ 20105 h 1140678"/>
                <a:gd name="connsiteX27" fmla="*/ 648214 w 652893"/>
                <a:gd name="connsiteY27" fmla="*/ 78590 h 114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52893" h="1140678">
                  <a:moveTo>
                    <a:pt x="648214" y="78590"/>
                  </a:moveTo>
                  <a:cubicBezTo>
                    <a:pt x="650554" y="99645"/>
                    <a:pt x="652893" y="109003"/>
                    <a:pt x="652893" y="123039"/>
                  </a:cubicBezTo>
                  <a:lnTo>
                    <a:pt x="652893" y="230651"/>
                  </a:lnTo>
                  <a:cubicBezTo>
                    <a:pt x="615463" y="289136"/>
                    <a:pt x="608445" y="340603"/>
                    <a:pt x="610784" y="413124"/>
                  </a:cubicBezTo>
                  <a:cubicBezTo>
                    <a:pt x="613123" y="462252"/>
                    <a:pt x="589729" y="509040"/>
                    <a:pt x="554638" y="546470"/>
                  </a:cubicBezTo>
                  <a:cubicBezTo>
                    <a:pt x="533584" y="569864"/>
                    <a:pt x="517208" y="586240"/>
                    <a:pt x="498493" y="623670"/>
                  </a:cubicBezTo>
                  <a:cubicBezTo>
                    <a:pt x="486796" y="649404"/>
                    <a:pt x="479778" y="670458"/>
                    <a:pt x="468081" y="691513"/>
                  </a:cubicBezTo>
                  <a:cubicBezTo>
                    <a:pt x="456384" y="721925"/>
                    <a:pt x="430650" y="719586"/>
                    <a:pt x="407256" y="707889"/>
                  </a:cubicBezTo>
                  <a:cubicBezTo>
                    <a:pt x="344093" y="672798"/>
                    <a:pt x="271571" y="656422"/>
                    <a:pt x="229462" y="618992"/>
                  </a:cubicBezTo>
                  <a:cubicBezTo>
                    <a:pt x="290286" y="656422"/>
                    <a:pt x="369826" y="698531"/>
                    <a:pt x="456384" y="721925"/>
                  </a:cubicBezTo>
                  <a:cubicBezTo>
                    <a:pt x="461063" y="724265"/>
                    <a:pt x="463402" y="728943"/>
                    <a:pt x="463402" y="733622"/>
                  </a:cubicBezTo>
                  <a:cubicBezTo>
                    <a:pt x="482117" y="831877"/>
                    <a:pt x="442347" y="920774"/>
                    <a:pt x="430650" y="1016690"/>
                  </a:cubicBezTo>
                  <a:cubicBezTo>
                    <a:pt x="428311" y="1044762"/>
                    <a:pt x="418953" y="1072835"/>
                    <a:pt x="411935" y="1100908"/>
                  </a:cubicBezTo>
                  <a:cubicBezTo>
                    <a:pt x="397899" y="1110266"/>
                    <a:pt x="418953" y="1135999"/>
                    <a:pt x="393220" y="1140678"/>
                  </a:cubicBezTo>
                  <a:cubicBezTo>
                    <a:pt x="346432" y="1044762"/>
                    <a:pt x="273911" y="965223"/>
                    <a:pt x="208407" y="883344"/>
                  </a:cubicBezTo>
                  <a:cubicBezTo>
                    <a:pt x="180335" y="850592"/>
                    <a:pt x="135886" y="829538"/>
                    <a:pt x="98456" y="806144"/>
                  </a:cubicBezTo>
                  <a:cubicBezTo>
                    <a:pt x="9558" y="749998"/>
                    <a:pt x="-20854" y="658761"/>
                    <a:pt x="14237" y="562846"/>
                  </a:cubicBezTo>
                  <a:cubicBezTo>
                    <a:pt x="39971" y="499682"/>
                    <a:pt x="44029" y="414085"/>
                    <a:pt x="55726" y="346242"/>
                  </a:cubicBezTo>
                  <a:cubicBezTo>
                    <a:pt x="83799" y="360278"/>
                    <a:pt x="114831" y="406106"/>
                    <a:pt x="147583" y="368676"/>
                  </a:cubicBezTo>
                  <a:cubicBezTo>
                    <a:pt x="82080" y="368676"/>
                    <a:pt x="70383" y="354639"/>
                    <a:pt x="54007" y="293815"/>
                  </a:cubicBezTo>
                  <a:cubicBezTo>
                    <a:pt x="46989" y="268082"/>
                    <a:pt x="28273" y="249286"/>
                    <a:pt x="21255" y="218954"/>
                  </a:cubicBezTo>
                  <a:cubicBezTo>
                    <a:pt x="14237" y="188622"/>
                    <a:pt x="-13836" y="144573"/>
                    <a:pt x="11898" y="111822"/>
                  </a:cubicBezTo>
                  <a:cubicBezTo>
                    <a:pt x="86759" y="109482"/>
                    <a:pt x="154601" y="151112"/>
                    <a:pt x="159280" y="254045"/>
                  </a:cubicBezTo>
                  <a:cubicBezTo>
                    <a:pt x="192032" y="235330"/>
                    <a:pt x="192032" y="204918"/>
                    <a:pt x="189692" y="174506"/>
                  </a:cubicBezTo>
                  <a:cubicBezTo>
                    <a:pt x="187353" y="141754"/>
                    <a:pt x="194371" y="120700"/>
                    <a:pt x="234141" y="127718"/>
                  </a:cubicBezTo>
                  <a:cubicBezTo>
                    <a:pt x="283268" y="137075"/>
                    <a:pt x="304323" y="106663"/>
                    <a:pt x="318359" y="66893"/>
                  </a:cubicBezTo>
                  <a:cubicBezTo>
                    <a:pt x="337074" y="6069"/>
                    <a:pt x="411935" y="-22004"/>
                    <a:pt x="461063" y="20105"/>
                  </a:cubicBezTo>
                  <a:cubicBezTo>
                    <a:pt x="514869" y="57536"/>
                    <a:pt x="587390" y="66893"/>
                    <a:pt x="648214" y="7859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8">
              <a:extLst>
                <a:ext uri="{FF2B5EF4-FFF2-40B4-BE49-F238E27FC236}">
                  <a16:creationId xmlns:a16="http://schemas.microsoft.com/office/drawing/2014/main" id="{E4E75EDB-2E95-4BD7-BA4C-C03D71010E53}"/>
                </a:ext>
              </a:extLst>
            </p:cNvPr>
            <p:cNvSpPr/>
            <p:nvPr/>
          </p:nvSpPr>
          <p:spPr>
            <a:xfrm flipH="1">
              <a:off x="9304630" y="2812242"/>
              <a:ext cx="2218095" cy="1955426"/>
            </a:xfrm>
            <a:custGeom>
              <a:avLst/>
              <a:gdLst>
                <a:gd name="connsiteX0" fmla="*/ 1731761 w 1777943"/>
                <a:gd name="connsiteY0" fmla="*/ 1163792 h 1567397"/>
                <a:gd name="connsiteX1" fmla="*/ 1729422 w 1777943"/>
                <a:gd name="connsiteY1" fmla="*/ 1009392 h 1567397"/>
                <a:gd name="connsiteX2" fmla="*/ 1717725 w 1777943"/>
                <a:gd name="connsiteY2" fmla="*/ 971961 h 1567397"/>
                <a:gd name="connsiteX3" fmla="*/ 1663918 w 1777943"/>
                <a:gd name="connsiteY3" fmla="*/ 567245 h 1567397"/>
                <a:gd name="connsiteX4" fmla="*/ 1633506 w 1777943"/>
                <a:gd name="connsiteY4" fmla="*/ 461972 h 1567397"/>
                <a:gd name="connsiteX5" fmla="*/ 1523554 w 1777943"/>
                <a:gd name="connsiteY5" fmla="*/ 314590 h 1567397"/>
                <a:gd name="connsiteX6" fmla="*/ 1296633 w 1777943"/>
                <a:gd name="connsiteY6" fmla="*/ 192941 h 1567397"/>
                <a:gd name="connsiteX7" fmla="*/ 1294293 w 1777943"/>
                <a:gd name="connsiteY7" fmla="*/ 249087 h 1567397"/>
                <a:gd name="connsiteX8" fmla="*/ 1298972 w 1777943"/>
                <a:gd name="connsiteY8" fmla="*/ 330966 h 1567397"/>
                <a:gd name="connsiteX9" fmla="*/ 1284936 w 1777943"/>
                <a:gd name="connsiteY9" fmla="*/ 354360 h 1567397"/>
                <a:gd name="connsiteX10" fmla="*/ 1270899 w 1777943"/>
                <a:gd name="connsiteY10" fmla="*/ 349681 h 1567397"/>
                <a:gd name="connsiteX11" fmla="*/ 1280257 w 1777943"/>
                <a:gd name="connsiteY11" fmla="*/ 328627 h 1567397"/>
                <a:gd name="connsiteX12" fmla="*/ 1277918 w 1777943"/>
                <a:gd name="connsiteY12" fmla="*/ 263123 h 1567397"/>
                <a:gd name="connsiteX13" fmla="*/ 1263881 w 1777943"/>
                <a:gd name="connsiteY13" fmla="*/ 148493 h 1567397"/>
                <a:gd name="connsiteX14" fmla="*/ 1247505 w 1777943"/>
                <a:gd name="connsiteY14" fmla="*/ 134456 h 1567397"/>
                <a:gd name="connsiteX15" fmla="*/ 1224111 w 1777943"/>
                <a:gd name="connsiteY15" fmla="*/ 132117 h 1567397"/>
                <a:gd name="connsiteX16" fmla="*/ 1196039 w 1777943"/>
                <a:gd name="connsiteY16" fmla="*/ 213996 h 1567397"/>
                <a:gd name="connsiteX17" fmla="*/ 1184342 w 1777943"/>
                <a:gd name="connsiteY17" fmla="*/ 253766 h 1567397"/>
                <a:gd name="connsiteX18" fmla="*/ 1172645 w 1777943"/>
                <a:gd name="connsiteY18" fmla="*/ 394130 h 1567397"/>
                <a:gd name="connsiteX19" fmla="*/ 1128196 w 1777943"/>
                <a:gd name="connsiteY19" fmla="*/ 635088 h 1567397"/>
                <a:gd name="connsiteX20" fmla="*/ 835771 w 1777943"/>
                <a:gd name="connsiteY20" fmla="*/ 307572 h 1567397"/>
                <a:gd name="connsiteX21" fmla="*/ 760910 w 1777943"/>
                <a:gd name="connsiteY21" fmla="*/ 221014 h 1567397"/>
                <a:gd name="connsiteX22" fmla="*/ 756232 w 1777943"/>
                <a:gd name="connsiteY22" fmla="*/ 68953 h 1567397"/>
                <a:gd name="connsiteX23" fmla="*/ 737516 w 1777943"/>
                <a:gd name="connsiteY23" fmla="*/ 43220 h 1567397"/>
                <a:gd name="connsiteX24" fmla="*/ 601831 w 1777943"/>
                <a:gd name="connsiteY24" fmla="*/ 192941 h 1567397"/>
                <a:gd name="connsiteX25" fmla="*/ 627565 w 1777943"/>
                <a:gd name="connsiteY25" fmla="*/ 359039 h 1567397"/>
                <a:gd name="connsiteX26" fmla="*/ 629904 w 1777943"/>
                <a:gd name="connsiteY26" fmla="*/ 361378 h 1567397"/>
                <a:gd name="connsiteX27" fmla="*/ 646280 w 1777943"/>
                <a:gd name="connsiteY27" fmla="*/ 267802 h 1567397"/>
                <a:gd name="connsiteX28" fmla="*/ 730498 w 1777943"/>
                <a:gd name="connsiteY28" fmla="*/ 230372 h 1567397"/>
                <a:gd name="connsiteX29" fmla="*/ 646280 w 1777943"/>
                <a:gd name="connsiteY29" fmla="*/ 370736 h 1567397"/>
                <a:gd name="connsiteX30" fmla="*/ 629904 w 1777943"/>
                <a:gd name="connsiteY30" fmla="*/ 394130 h 1567397"/>
                <a:gd name="connsiteX31" fmla="*/ 606510 w 1777943"/>
                <a:gd name="connsiteY31" fmla="*/ 373075 h 1567397"/>
                <a:gd name="connsiteX32" fmla="*/ 578437 w 1777943"/>
                <a:gd name="connsiteY32" fmla="*/ 204638 h 1567397"/>
                <a:gd name="connsiteX33" fmla="*/ 470825 w 1777943"/>
                <a:gd name="connsiteY33" fmla="*/ 242069 h 1567397"/>
                <a:gd name="connsiteX34" fmla="*/ 314085 w 1777943"/>
                <a:gd name="connsiteY34" fmla="*/ 326287 h 1567397"/>
                <a:gd name="connsiteX35" fmla="*/ 288352 w 1777943"/>
                <a:gd name="connsiteY35" fmla="*/ 340323 h 1567397"/>
                <a:gd name="connsiteX36" fmla="*/ 147988 w 1777943"/>
                <a:gd name="connsiteY36" fmla="*/ 585960 h 1567397"/>
                <a:gd name="connsiteX37" fmla="*/ 73127 w 1777943"/>
                <a:gd name="connsiteY37" fmla="*/ 810543 h 1567397"/>
                <a:gd name="connsiteX38" fmla="*/ 122254 w 1777943"/>
                <a:gd name="connsiteY38" fmla="*/ 918155 h 1567397"/>
                <a:gd name="connsiteX39" fmla="*/ 307067 w 1777943"/>
                <a:gd name="connsiteY39" fmla="*/ 1114665 h 1567397"/>
                <a:gd name="connsiteX40" fmla="*/ 311746 w 1777943"/>
                <a:gd name="connsiteY40" fmla="*/ 1124022 h 1567397"/>
                <a:gd name="connsiteX41" fmla="*/ 307067 w 1777943"/>
                <a:gd name="connsiteY41" fmla="*/ 1117004 h 1567397"/>
                <a:gd name="connsiteX42" fmla="*/ 318764 w 1777943"/>
                <a:gd name="connsiteY42" fmla="*/ 1147416 h 1567397"/>
                <a:gd name="connsiteX43" fmla="*/ 257940 w 1777943"/>
                <a:gd name="connsiteY43" fmla="*/ 1053840 h 1567397"/>
                <a:gd name="connsiteX44" fmla="*/ 157345 w 1777943"/>
                <a:gd name="connsiteY44" fmla="*/ 953246 h 1567397"/>
                <a:gd name="connsiteX45" fmla="*/ 119915 w 1777943"/>
                <a:gd name="connsiteY45" fmla="*/ 960264 h 1567397"/>
                <a:gd name="connsiteX46" fmla="*/ 56751 w 1777943"/>
                <a:gd name="connsiteY46" fmla="*/ 1283102 h 1567397"/>
                <a:gd name="connsiteX47" fmla="*/ 59091 w 1777943"/>
                <a:gd name="connsiteY47" fmla="*/ 1519381 h 1567397"/>
                <a:gd name="connsiteX48" fmla="*/ 110557 w 1777943"/>
                <a:gd name="connsiteY48" fmla="*/ 1517041 h 1567397"/>
                <a:gd name="connsiteX49" fmla="*/ 243903 w 1777943"/>
                <a:gd name="connsiteY49" fmla="*/ 1379017 h 1567397"/>
                <a:gd name="connsiteX50" fmla="*/ 501237 w 1777943"/>
                <a:gd name="connsiteY50" fmla="*/ 1290120 h 1567397"/>
                <a:gd name="connsiteX51" fmla="*/ 821735 w 1777943"/>
                <a:gd name="connsiteY51" fmla="*/ 1285441 h 1567397"/>
                <a:gd name="connsiteX52" fmla="*/ 1731761 w 1777943"/>
                <a:gd name="connsiteY52" fmla="*/ 1163792 h 1567397"/>
                <a:gd name="connsiteX53" fmla="*/ 59091 w 1777943"/>
                <a:gd name="connsiteY53" fmla="*/ 1404750 h 1567397"/>
                <a:gd name="connsiteX54" fmla="*/ 164364 w 1777943"/>
                <a:gd name="connsiteY54" fmla="*/ 1322871 h 1567397"/>
                <a:gd name="connsiteX55" fmla="*/ 59091 w 1777943"/>
                <a:gd name="connsiteY55" fmla="*/ 1404750 h 1567397"/>
                <a:gd name="connsiteX56" fmla="*/ 131612 w 1777943"/>
                <a:gd name="connsiteY56" fmla="*/ 1285441 h 1567397"/>
                <a:gd name="connsiteX57" fmla="*/ 316424 w 1777943"/>
                <a:gd name="connsiteY57" fmla="*/ 1264386 h 1567397"/>
                <a:gd name="connsiteX58" fmla="*/ 131612 w 1777943"/>
                <a:gd name="connsiteY58" fmla="*/ 1285441 h 156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777943" h="1567397">
                  <a:moveTo>
                    <a:pt x="1731761" y="1163792"/>
                  </a:moveTo>
                  <a:cubicBezTo>
                    <a:pt x="1755155" y="1124022"/>
                    <a:pt x="1759834" y="1049162"/>
                    <a:pt x="1729422" y="1009392"/>
                  </a:cubicBezTo>
                  <a:cubicBezTo>
                    <a:pt x="1722403" y="1000034"/>
                    <a:pt x="1717725" y="983658"/>
                    <a:pt x="1717725" y="971961"/>
                  </a:cubicBezTo>
                  <a:cubicBezTo>
                    <a:pt x="1724743" y="833937"/>
                    <a:pt x="1659240" y="705270"/>
                    <a:pt x="1663918" y="567245"/>
                  </a:cubicBezTo>
                  <a:cubicBezTo>
                    <a:pt x="1666258" y="529815"/>
                    <a:pt x="1654561" y="492384"/>
                    <a:pt x="1633506" y="461972"/>
                  </a:cubicBezTo>
                  <a:cubicBezTo>
                    <a:pt x="1598415" y="410505"/>
                    <a:pt x="1582039" y="342663"/>
                    <a:pt x="1523554" y="314590"/>
                  </a:cubicBezTo>
                  <a:cubicBezTo>
                    <a:pt x="1444015" y="279499"/>
                    <a:pt x="1378512" y="223354"/>
                    <a:pt x="1296633" y="192941"/>
                  </a:cubicBezTo>
                  <a:cubicBezTo>
                    <a:pt x="1275578" y="211657"/>
                    <a:pt x="1294293" y="230372"/>
                    <a:pt x="1294293" y="249087"/>
                  </a:cubicBezTo>
                  <a:cubicBezTo>
                    <a:pt x="1296633" y="277160"/>
                    <a:pt x="1296633" y="302893"/>
                    <a:pt x="1298972" y="330966"/>
                  </a:cubicBezTo>
                  <a:cubicBezTo>
                    <a:pt x="1298972" y="340323"/>
                    <a:pt x="1298972" y="352020"/>
                    <a:pt x="1284936" y="354360"/>
                  </a:cubicBezTo>
                  <a:cubicBezTo>
                    <a:pt x="1280257" y="354360"/>
                    <a:pt x="1275578" y="352020"/>
                    <a:pt x="1270899" y="349681"/>
                  </a:cubicBezTo>
                  <a:cubicBezTo>
                    <a:pt x="1259202" y="335645"/>
                    <a:pt x="1277918" y="335645"/>
                    <a:pt x="1280257" y="328627"/>
                  </a:cubicBezTo>
                  <a:cubicBezTo>
                    <a:pt x="1287275" y="307572"/>
                    <a:pt x="1280257" y="286517"/>
                    <a:pt x="1277918" y="263123"/>
                  </a:cubicBezTo>
                  <a:cubicBezTo>
                    <a:pt x="1273239" y="225693"/>
                    <a:pt x="1268560" y="185923"/>
                    <a:pt x="1263881" y="148493"/>
                  </a:cubicBezTo>
                  <a:cubicBezTo>
                    <a:pt x="1259202" y="143814"/>
                    <a:pt x="1252184" y="139135"/>
                    <a:pt x="1247505" y="134456"/>
                  </a:cubicBezTo>
                  <a:cubicBezTo>
                    <a:pt x="1240487" y="129778"/>
                    <a:pt x="1233469" y="129778"/>
                    <a:pt x="1224111" y="132117"/>
                  </a:cubicBezTo>
                  <a:cubicBezTo>
                    <a:pt x="1207736" y="155511"/>
                    <a:pt x="1212414" y="188263"/>
                    <a:pt x="1196039" y="213996"/>
                  </a:cubicBezTo>
                  <a:cubicBezTo>
                    <a:pt x="1191360" y="225693"/>
                    <a:pt x="1184342" y="239729"/>
                    <a:pt x="1184342" y="253766"/>
                  </a:cubicBezTo>
                  <a:cubicBezTo>
                    <a:pt x="1186681" y="300554"/>
                    <a:pt x="1179663" y="347342"/>
                    <a:pt x="1172645" y="394130"/>
                  </a:cubicBezTo>
                  <a:cubicBezTo>
                    <a:pt x="1160948" y="468990"/>
                    <a:pt x="1144572" y="602336"/>
                    <a:pt x="1128196" y="635088"/>
                  </a:cubicBezTo>
                  <a:cubicBezTo>
                    <a:pt x="1043978" y="511100"/>
                    <a:pt x="971456" y="382433"/>
                    <a:pt x="835771" y="307572"/>
                  </a:cubicBezTo>
                  <a:cubicBezTo>
                    <a:pt x="800680" y="288857"/>
                    <a:pt x="777286" y="258445"/>
                    <a:pt x="760910" y="221014"/>
                  </a:cubicBezTo>
                  <a:cubicBezTo>
                    <a:pt x="737516" y="169547"/>
                    <a:pt x="735177" y="120420"/>
                    <a:pt x="756232" y="68953"/>
                  </a:cubicBezTo>
                  <a:cubicBezTo>
                    <a:pt x="753892" y="57256"/>
                    <a:pt x="758571" y="40880"/>
                    <a:pt x="737516" y="43220"/>
                  </a:cubicBezTo>
                  <a:cubicBezTo>
                    <a:pt x="653298" y="57256"/>
                    <a:pt x="627565" y="125099"/>
                    <a:pt x="601831" y="192941"/>
                  </a:cubicBezTo>
                  <a:cubicBezTo>
                    <a:pt x="606510" y="244408"/>
                    <a:pt x="597152" y="300554"/>
                    <a:pt x="627565" y="359039"/>
                  </a:cubicBezTo>
                  <a:cubicBezTo>
                    <a:pt x="627565" y="359039"/>
                    <a:pt x="629904" y="361378"/>
                    <a:pt x="629904" y="361378"/>
                  </a:cubicBezTo>
                  <a:cubicBezTo>
                    <a:pt x="629904" y="321608"/>
                    <a:pt x="629904" y="291196"/>
                    <a:pt x="646280" y="267802"/>
                  </a:cubicBezTo>
                  <a:cubicBezTo>
                    <a:pt x="664995" y="239729"/>
                    <a:pt x="690728" y="223354"/>
                    <a:pt x="730498" y="230372"/>
                  </a:cubicBezTo>
                  <a:cubicBezTo>
                    <a:pt x="657977" y="251426"/>
                    <a:pt x="634583" y="300554"/>
                    <a:pt x="646280" y="370736"/>
                  </a:cubicBezTo>
                  <a:cubicBezTo>
                    <a:pt x="648619" y="380093"/>
                    <a:pt x="643940" y="391790"/>
                    <a:pt x="629904" y="394130"/>
                  </a:cubicBezTo>
                  <a:cubicBezTo>
                    <a:pt x="615868" y="396469"/>
                    <a:pt x="611189" y="384772"/>
                    <a:pt x="606510" y="373075"/>
                  </a:cubicBezTo>
                  <a:cubicBezTo>
                    <a:pt x="585455" y="319269"/>
                    <a:pt x="583116" y="260784"/>
                    <a:pt x="578437" y="204638"/>
                  </a:cubicBezTo>
                  <a:cubicBezTo>
                    <a:pt x="541007" y="211657"/>
                    <a:pt x="501237" y="218675"/>
                    <a:pt x="470825" y="242069"/>
                  </a:cubicBezTo>
                  <a:cubicBezTo>
                    <a:pt x="421697" y="277160"/>
                    <a:pt x="370231" y="305233"/>
                    <a:pt x="314085" y="326287"/>
                  </a:cubicBezTo>
                  <a:cubicBezTo>
                    <a:pt x="304727" y="330966"/>
                    <a:pt x="295370" y="333305"/>
                    <a:pt x="288352" y="340323"/>
                  </a:cubicBezTo>
                  <a:cubicBezTo>
                    <a:pt x="211152" y="405827"/>
                    <a:pt x="187758" y="504081"/>
                    <a:pt x="147988" y="585960"/>
                  </a:cubicBezTo>
                  <a:cubicBezTo>
                    <a:pt x="115236" y="653803"/>
                    <a:pt x="84824" y="731003"/>
                    <a:pt x="73127" y="810543"/>
                  </a:cubicBezTo>
                  <a:cubicBezTo>
                    <a:pt x="63769" y="876046"/>
                    <a:pt x="63769" y="892422"/>
                    <a:pt x="122254" y="918155"/>
                  </a:cubicBezTo>
                  <a:cubicBezTo>
                    <a:pt x="213491" y="955586"/>
                    <a:pt x="269637" y="1028107"/>
                    <a:pt x="307067" y="1114665"/>
                  </a:cubicBezTo>
                  <a:cubicBezTo>
                    <a:pt x="309406" y="1117004"/>
                    <a:pt x="309406" y="1121683"/>
                    <a:pt x="311746" y="1124022"/>
                  </a:cubicBezTo>
                  <a:cubicBezTo>
                    <a:pt x="309406" y="1121683"/>
                    <a:pt x="309406" y="1119344"/>
                    <a:pt x="307067" y="1117004"/>
                  </a:cubicBezTo>
                  <a:cubicBezTo>
                    <a:pt x="311746" y="1126362"/>
                    <a:pt x="316424" y="1138059"/>
                    <a:pt x="318764" y="1147416"/>
                  </a:cubicBezTo>
                  <a:cubicBezTo>
                    <a:pt x="297709" y="1117004"/>
                    <a:pt x="278994" y="1084253"/>
                    <a:pt x="257940" y="1053840"/>
                  </a:cubicBezTo>
                  <a:cubicBezTo>
                    <a:pt x="229867" y="1014071"/>
                    <a:pt x="197115" y="981319"/>
                    <a:pt x="157345" y="953246"/>
                  </a:cubicBezTo>
                  <a:cubicBezTo>
                    <a:pt x="138630" y="939210"/>
                    <a:pt x="129273" y="939210"/>
                    <a:pt x="119915" y="960264"/>
                  </a:cubicBezTo>
                  <a:cubicBezTo>
                    <a:pt x="87163" y="1065537"/>
                    <a:pt x="80145" y="1175489"/>
                    <a:pt x="56751" y="1283102"/>
                  </a:cubicBezTo>
                  <a:cubicBezTo>
                    <a:pt x="40375" y="1362641"/>
                    <a:pt x="35697" y="1439841"/>
                    <a:pt x="59091" y="1519381"/>
                  </a:cubicBezTo>
                  <a:cubicBezTo>
                    <a:pt x="75466" y="1528738"/>
                    <a:pt x="91842" y="1526399"/>
                    <a:pt x="110557" y="1517041"/>
                  </a:cubicBezTo>
                  <a:cubicBezTo>
                    <a:pt x="152667" y="1467914"/>
                    <a:pt x="187758" y="1407090"/>
                    <a:pt x="243903" y="1379017"/>
                  </a:cubicBezTo>
                  <a:cubicBezTo>
                    <a:pt x="342158" y="1329890"/>
                    <a:pt x="442752" y="1287780"/>
                    <a:pt x="501237" y="1290120"/>
                  </a:cubicBezTo>
                  <a:cubicBezTo>
                    <a:pt x="590134" y="1294799"/>
                    <a:pt x="737516" y="1313514"/>
                    <a:pt x="821735" y="1285441"/>
                  </a:cubicBezTo>
                  <a:lnTo>
                    <a:pt x="1731761" y="1163792"/>
                  </a:lnTo>
                  <a:close/>
                  <a:moveTo>
                    <a:pt x="59091" y="1404750"/>
                  </a:moveTo>
                  <a:cubicBezTo>
                    <a:pt x="80145" y="1360302"/>
                    <a:pt x="115236" y="1334568"/>
                    <a:pt x="164364" y="1322871"/>
                  </a:cubicBezTo>
                  <a:cubicBezTo>
                    <a:pt x="129273" y="1350944"/>
                    <a:pt x="94182" y="1376678"/>
                    <a:pt x="59091" y="1404750"/>
                  </a:cubicBezTo>
                  <a:close/>
                  <a:moveTo>
                    <a:pt x="131612" y="1285441"/>
                  </a:moveTo>
                  <a:cubicBezTo>
                    <a:pt x="187758" y="1243332"/>
                    <a:pt x="250921" y="1240992"/>
                    <a:pt x="316424" y="1264386"/>
                  </a:cubicBezTo>
                  <a:cubicBezTo>
                    <a:pt x="253261" y="1257368"/>
                    <a:pt x="192436" y="1266726"/>
                    <a:pt x="131612" y="1285441"/>
                  </a:cubicBezTo>
                  <a:close/>
                </a:path>
              </a:pathLst>
            </a:custGeom>
            <a:solidFill>
              <a:srgbClr val="6C6E46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9">
              <a:extLst>
                <a:ext uri="{FF2B5EF4-FFF2-40B4-BE49-F238E27FC236}">
                  <a16:creationId xmlns:a16="http://schemas.microsoft.com/office/drawing/2014/main" id="{063247C7-CB60-4E0B-BB6F-F67F727B0B11}"/>
                </a:ext>
              </a:extLst>
            </p:cNvPr>
            <p:cNvSpPr/>
            <p:nvPr/>
          </p:nvSpPr>
          <p:spPr>
            <a:xfrm flipH="1">
              <a:off x="8677693" y="4183862"/>
              <a:ext cx="817193" cy="700451"/>
            </a:xfrm>
            <a:custGeom>
              <a:avLst/>
              <a:gdLst>
                <a:gd name="connsiteX0" fmla="*/ 52515 w 655031"/>
                <a:gd name="connsiteY0" fmla="*/ 534570 h 561455"/>
                <a:gd name="connsiteX1" fmla="*/ 43157 w 655031"/>
                <a:gd name="connsiteY1" fmla="*/ 525213 h 561455"/>
                <a:gd name="connsiteX2" fmla="*/ 78248 w 655031"/>
                <a:gd name="connsiteY2" fmla="*/ 490122 h 561455"/>
                <a:gd name="connsiteX3" fmla="*/ 270079 w 655031"/>
                <a:gd name="connsiteY3" fmla="*/ 349758 h 561455"/>
                <a:gd name="connsiteX4" fmla="*/ 548468 w 655031"/>
                <a:gd name="connsiteY4" fmla="*/ 104121 h 561455"/>
                <a:gd name="connsiteX5" fmla="*/ 553146 w 655031"/>
                <a:gd name="connsiteY5" fmla="*/ 57333 h 561455"/>
                <a:gd name="connsiteX6" fmla="*/ 606953 w 655031"/>
                <a:gd name="connsiteY6" fmla="*/ 69030 h 561455"/>
                <a:gd name="connsiteX7" fmla="*/ 635025 w 655031"/>
                <a:gd name="connsiteY7" fmla="*/ 87745 h 561455"/>
                <a:gd name="connsiteX8" fmla="*/ 525074 w 655031"/>
                <a:gd name="connsiteY8" fmla="*/ 164945 h 561455"/>
                <a:gd name="connsiteX9" fmla="*/ 167146 w 655031"/>
                <a:gd name="connsiteY9" fmla="*/ 469067 h 561455"/>
                <a:gd name="connsiteX10" fmla="*/ 52515 w 655031"/>
                <a:gd name="connsiteY10" fmla="*/ 534570 h 56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5031" h="561455">
                  <a:moveTo>
                    <a:pt x="52515" y="534570"/>
                  </a:moveTo>
                  <a:cubicBezTo>
                    <a:pt x="50176" y="532231"/>
                    <a:pt x="45497" y="527552"/>
                    <a:pt x="43157" y="525213"/>
                  </a:cubicBezTo>
                  <a:cubicBezTo>
                    <a:pt x="40818" y="499479"/>
                    <a:pt x="64212" y="497140"/>
                    <a:pt x="78248" y="490122"/>
                  </a:cubicBezTo>
                  <a:cubicBezTo>
                    <a:pt x="148430" y="452691"/>
                    <a:pt x="209255" y="398885"/>
                    <a:pt x="270079" y="349758"/>
                  </a:cubicBezTo>
                  <a:cubicBezTo>
                    <a:pt x="365994" y="270218"/>
                    <a:pt x="459570" y="188339"/>
                    <a:pt x="548468" y="104121"/>
                  </a:cubicBezTo>
                  <a:cubicBezTo>
                    <a:pt x="567183" y="85406"/>
                    <a:pt x="574201" y="73709"/>
                    <a:pt x="553146" y="57333"/>
                  </a:cubicBezTo>
                  <a:cubicBezTo>
                    <a:pt x="576540" y="40957"/>
                    <a:pt x="599934" y="31599"/>
                    <a:pt x="606953" y="69030"/>
                  </a:cubicBezTo>
                  <a:cubicBezTo>
                    <a:pt x="611631" y="87745"/>
                    <a:pt x="625668" y="83066"/>
                    <a:pt x="635025" y="87745"/>
                  </a:cubicBezTo>
                  <a:cubicBezTo>
                    <a:pt x="588237" y="101781"/>
                    <a:pt x="555486" y="132194"/>
                    <a:pt x="525074" y="164945"/>
                  </a:cubicBezTo>
                  <a:cubicBezTo>
                    <a:pt x="417461" y="279576"/>
                    <a:pt x="286455" y="366133"/>
                    <a:pt x="167146" y="469067"/>
                  </a:cubicBezTo>
                  <a:cubicBezTo>
                    <a:pt x="132055" y="499479"/>
                    <a:pt x="92285" y="515855"/>
                    <a:pt x="52515" y="534570"/>
                  </a:cubicBezTo>
                  <a:close/>
                </a:path>
              </a:pathLst>
            </a:custGeom>
            <a:solidFill>
              <a:srgbClr val="6D6A6A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46">
              <a:extLst>
                <a:ext uri="{FF2B5EF4-FFF2-40B4-BE49-F238E27FC236}">
                  <a16:creationId xmlns:a16="http://schemas.microsoft.com/office/drawing/2014/main" id="{26D9C294-B5D2-482B-8D78-9A6A8E97B997}"/>
                </a:ext>
              </a:extLst>
            </p:cNvPr>
            <p:cNvSpPr/>
            <p:nvPr/>
          </p:nvSpPr>
          <p:spPr>
            <a:xfrm flipH="1">
              <a:off x="9315548" y="4337390"/>
              <a:ext cx="1685621" cy="2520611"/>
            </a:xfrm>
            <a:custGeom>
              <a:avLst/>
              <a:gdLst>
                <a:gd name="connsiteX0" fmla="*/ 1627980 w 1685621"/>
                <a:gd name="connsiteY0" fmla="*/ 84 h 2520611"/>
                <a:gd name="connsiteX1" fmla="*/ 1574717 w 1685621"/>
                <a:gd name="connsiteY1" fmla="*/ 37660 h 2520611"/>
                <a:gd name="connsiteX2" fmla="*/ 1542612 w 1685621"/>
                <a:gd name="connsiteY2" fmla="*/ 55172 h 2520611"/>
                <a:gd name="connsiteX3" fmla="*/ 786709 w 1685621"/>
                <a:gd name="connsiteY3" fmla="*/ 98950 h 2520611"/>
                <a:gd name="connsiteX4" fmla="*/ 742931 w 1685621"/>
                <a:gd name="connsiteY4" fmla="*/ 125217 h 2520611"/>
                <a:gd name="connsiteX5" fmla="*/ 83339 w 1685621"/>
                <a:gd name="connsiteY5" fmla="*/ 455012 h 2520611"/>
                <a:gd name="connsiteX6" fmla="*/ 59991 w 1685621"/>
                <a:gd name="connsiteY6" fmla="*/ 513383 h 2520611"/>
                <a:gd name="connsiteX7" fmla="*/ 59991 w 1685621"/>
                <a:gd name="connsiteY7" fmla="*/ 600939 h 2520611"/>
                <a:gd name="connsiteX8" fmla="*/ 39561 w 1685621"/>
                <a:gd name="connsiteY8" fmla="*/ 673903 h 2520611"/>
                <a:gd name="connsiteX9" fmla="*/ 16213 w 1685621"/>
                <a:gd name="connsiteY9" fmla="*/ 811075 h 2520611"/>
                <a:gd name="connsiteX10" fmla="*/ 65827 w 1685621"/>
                <a:gd name="connsiteY10" fmla="*/ 869446 h 2520611"/>
                <a:gd name="connsiteX11" fmla="*/ 100850 w 1685621"/>
                <a:gd name="connsiteY11" fmla="*/ 951165 h 2520611"/>
                <a:gd name="connsiteX12" fmla="*/ 92095 w 1685621"/>
                <a:gd name="connsiteY12" fmla="*/ 1301391 h 2520611"/>
                <a:gd name="connsiteX13" fmla="*/ 89177 w 1685621"/>
                <a:gd name="connsiteY13" fmla="*/ 1318901 h 2520611"/>
                <a:gd name="connsiteX14" fmla="*/ 89177 w 1685621"/>
                <a:gd name="connsiteY14" fmla="*/ 1642861 h 2520611"/>
                <a:gd name="connsiteX15" fmla="*/ 83339 w 1685621"/>
                <a:gd name="connsiteY15" fmla="*/ 1823811 h 2520611"/>
                <a:gd name="connsiteX16" fmla="*/ 112525 w 1685621"/>
                <a:gd name="connsiteY16" fmla="*/ 2083561 h 2520611"/>
                <a:gd name="connsiteX17" fmla="*/ 141710 w 1685621"/>
                <a:gd name="connsiteY17" fmla="*/ 2255756 h 2520611"/>
                <a:gd name="connsiteX18" fmla="*/ 179651 w 1685621"/>
                <a:gd name="connsiteY18" fmla="*/ 2468809 h 2520611"/>
                <a:gd name="connsiteX19" fmla="*/ 190396 w 1685621"/>
                <a:gd name="connsiteY19" fmla="*/ 2520611 h 2520611"/>
                <a:gd name="connsiteX20" fmla="*/ 810748 w 1685621"/>
                <a:gd name="connsiteY20" fmla="*/ 2520611 h 2520611"/>
                <a:gd name="connsiteX21" fmla="*/ 815894 w 1685621"/>
                <a:gd name="connsiteY21" fmla="*/ 2448379 h 2520611"/>
                <a:gd name="connsiteX22" fmla="*/ 938474 w 1685621"/>
                <a:gd name="connsiteY22" fmla="*/ 1864670 h 2520611"/>
                <a:gd name="connsiteX23" fmla="*/ 909288 w 1685621"/>
                <a:gd name="connsiteY23" fmla="*/ 2150687 h 2520611"/>
                <a:gd name="connsiteX24" fmla="*/ 877183 w 1685621"/>
                <a:gd name="connsiteY24" fmla="*/ 2413356 h 2520611"/>
                <a:gd name="connsiteX25" fmla="*/ 893646 w 1685621"/>
                <a:gd name="connsiteY25" fmla="*/ 2482307 h 2520611"/>
                <a:gd name="connsiteX26" fmla="*/ 897815 w 1685621"/>
                <a:gd name="connsiteY26" fmla="*/ 2520611 h 2520611"/>
                <a:gd name="connsiteX27" fmla="*/ 1572409 w 1685621"/>
                <a:gd name="connsiteY27" fmla="*/ 2520611 h 2520611"/>
                <a:gd name="connsiteX28" fmla="*/ 1572436 w 1685621"/>
                <a:gd name="connsiteY28" fmla="*/ 2513272 h 2520611"/>
                <a:gd name="connsiteX29" fmla="*/ 1586390 w 1685621"/>
                <a:gd name="connsiteY29" fmla="*/ 2004760 h 2520611"/>
                <a:gd name="connsiteX30" fmla="*/ 1420034 w 1685621"/>
                <a:gd name="connsiteY30" fmla="*/ 1067907 h 2520611"/>
                <a:gd name="connsiteX31" fmla="*/ 1446300 w 1685621"/>
                <a:gd name="connsiteY31" fmla="*/ 837342 h 2520611"/>
                <a:gd name="connsiteX32" fmla="*/ 1431707 w 1685621"/>
                <a:gd name="connsiteY32" fmla="*/ 539650 h 2520611"/>
                <a:gd name="connsiteX33" fmla="*/ 1571798 w 1685621"/>
                <a:gd name="connsiteY33" fmla="*/ 510465 h 2520611"/>
                <a:gd name="connsiteX34" fmla="*/ 1560124 w 1685621"/>
                <a:gd name="connsiteY34" fmla="*/ 490035 h 2520611"/>
                <a:gd name="connsiteX35" fmla="*/ 1533857 w 1685621"/>
                <a:gd name="connsiteY35" fmla="*/ 490035 h 2520611"/>
                <a:gd name="connsiteX36" fmla="*/ 1417115 w 1685621"/>
                <a:gd name="connsiteY36" fmla="*/ 405398 h 2520611"/>
                <a:gd name="connsiteX37" fmla="*/ 1405441 w 1685621"/>
                <a:gd name="connsiteY37" fmla="*/ 338270 h 2520611"/>
                <a:gd name="connsiteX38" fmla="*/ 1414197 w 1685621"/>
                <a:gd name="connsiteY38" fmla="*/ 241958 h 2520611"/>
                <a:gd name="connsiteX39" fmla="*/ 1586390 w 1685621"/>
                <a:gd name="connsiteY39" fmla="*/ 133973 h 2520611"/>
                <a:gd name="connsiteX40" fmla="*/ 1636006 w 1685621"/>
                <a:gd name="connsiteY40" fmla="*/ 43497 h 2520611"/>
                <a:gd name="connsiteX41" fmla="*/ 1671029 w 1685621"/>
                <a:gd name="connsiteY41" fmla="*/ 37660 h 2520611"/>
                <a:gd name="connsiteX42" fmla="*/ 1685621 w 1685621"/>
                <a:gd name="connsiteY42" fmla="*/ 25987 h 2520611"/>
                <a:gd name="connsiteX43" fmla="*/ 1627980 w 1685621"/>
                <a:gd name="connsiteY43" fmla="*/ 84 h 2520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685621" h="2520611">
                  <a:moveTo>
                    <a:pt x="1627980" y="84"/>
                  </a:moveTo>
                  <a:cubicBezTo>
                    <a:pt x="1609009" y="-1010"/>
                    <a:pt x="1590768" y="8475"/>
                    <a:pt x="1574717" y="37660"/>
                  </a:cubicBezTo>
                  <a:cubicBezTo>
                    <a:pt x="1568879" y="49335"/>
                    <a:pt x="1557205" y="52253"/>
                    <a:pt x="1542612" y="55172"/>
                  </a:cubicBezTo>
                  <a:cubicBezTo>
                    <a:pt x="1414197" y="66846"/>
                    <a:pt x="795464" y="136891"/>
                    <a:pt x="786709" y="98950"/>
                  </a:cubicBezTo>
                  <a:cubicBezTo>
                    <a:pt x="777954" y="104788"/>
                    <a:pt x="760441" y="116461"/>
                    <a:pt x="742931" y="125217"/>
                  </a:cubicBezTo>
                  <a:cubicBezTo>
                    <a:pt x="532795" y="253633"/>
                    <a:pt x="328497" y="393723"/>
                    <a:pt x="83339" y="455012"/>
                  </a:cubicBezTo>
                  <a:cubicBezTo>
                    <a:pt x="57072" y="466687"/>
                    <a:pt x="68747" y="495872"/>
                    <a:pt x="59991" y="513383"/>
                  </a:cubicBezTo>
                  <a:cubicBezTo>
                    <a:pt x="51235" y="542568"/>
                    <a:pt x="45399" y="574673"/>
                    <a:pt x="59991" y="600939"/>
                  </a:cubicBezTo>
                  <a:cubicBezTo>
                    <a:pt x="86257" y="638880"/>
                    <a:pt x="65827" y="653473"/>
                    <a:pt x="39561" y="673903"/>
                  </a:cubicBezTo>
                  <a:cubicBezTo>
                    <a:pt x="-1299" y="706008"/>
                    <a:pt x="-12972" y="767297"/>
                    <a:pt x="16213" y="811075"/>
                  </a:cubicBezTo>
                  <a:cubicBezTo>
                    <a:pt x="30806" y="831505"/>
                    <a:pt x="48317" y="854853"/>
                    <a:pt x="65827" y="869446"/>
                  </a:cubicBezTo>
                  <a:cubicBezTo>
                    <a:pt x="95013" y="892794"/>
                    <a:pt x="97932" y="916142"/>
                    <a:pt x="100850" y="951165"/>
                  </a:cubicBezTo>
                  <a:cubicBezTo>
                    <a:pt x="103769" y="1067907"/>
                    <a:pt x="51235" y="1184649"/>
                    <a:pt x="92095" y="1301391"/>
                  </a:cubicBezTo>
                  <a:cubicBezTo>
                    <a:pt x="95013" y="1307228"/>
                    <a:pt x="92095" y="1313065"/>
                    <a:pt x="89177" y="1318901"/>
                  </a:cubicBezTo>
                  <a:cubicBezTo>
                    <a:pt x="59991" y="1426889"/>
                    <a:pt x="57072" y="1534874"/>
                    <a:pt x="89177" y="1642861"/>
                  </a:cubicBezTo>
                  <a:cubicBezTo>
                    <a:pt x="106688" y="1704150"/>
                    <a:pt x="95013" y="1765440"/>
                    <a:pt x="83339" y="1823811"/>
                  </a:cubicBezTo>
                  <a:cubicBezTo>
                    <a:pt x="62909" y="1914286"/>
                    <a:pt x="71665" y="1998924"/>
                    <a:pt x="112525" y="2083561"/>
                  </a:cubicBezTo>
                  <a:cubicBezTo>
                    <a:pt x="138791" y="2136095"/>
                    <a:pt x="150466" y="2191547"/>
                    <a:pt x="141710" y="2255756"/>
                  </a:cubicBezTo>
                  <a:cubicBezTo>
                    <a:pt x="132954" y="2328719"/>
                    <a:pt x="159221" y="2398764"/>
                    <a:pt x="179651" y="2468809"/>
                  </a:cubicBezTo>
                  <a:lnTo>
                    <a:pt x="190396" y="2520611"/>
                  </a:lnTo>
                  <a:lnTo>
                    <a:pt x="810748" y="2520611"/>
                  </a:lnTo>
                  <a:lnTo>
                    <a:pt x="815894" y="2448379"/>
                  </a:lnTo>
                  <a:cubicBezTo>
                    <a:pt x="824650" y="2302452"/>
                    <a:pt x="883021" y="1996005"/>
                    <a:pt x="938474" y="1864670"/>
                  </a:cubicBezTo>
                  <a:cubicBezTo>
                    <a:pt x="932636" y="1867589"/>
                    <a:pt x="923881" y="2066050"/>
                    <a:pt x="909288" y="2150687"/>
                  </a:cubicBezTo>
                  <a:cubicBezTo>
                    <a:pt x="894695" y="2249918"/>
                    <a:pt x="883021" y="2317045"/>
                    <a:pt x="877183" y="2413356"/>
                  </a:cubicBezTo>
                  <a:cubicBezTo>
                    <a:pt x="884479" y="2435246"/>
                    <a:pt x="889769" y="2458412"/>
                    <a:pt x="893646" y="2482307"/>
                  </a:cubicBezTo>
                  <a:lnTo>
                    <a:pt x="897815" y="2520611"/>
                  </a:lnTo>
                  <a:lnTo>
                    <a:pt x="1572409" y="2520611"/>
                  </a:lnTo>
                  <a:lnTo>
                    <a:pt x="1572436" y="2513272"/>
                  </a:lnTo>
                  <a:cubicBezTo>
                    <a:pt x="1577088" y="2344589"/>
                    <a:pt x="1590768" y="2175496"/>
                    <a:pt x="1586390" y="2004760"/>
                  </a:cubicBezTo>
                  <a:cubicBezTo>
                    <a:pt x="1577635" y="1683720"/>
                    <a:pt x="1516346" y="1371436"/>
                    <a:pt x="1420034" y="1067907"/>
                  </a:cubicBezTo>
                  <a:cubicBezTo>
                    <a:pt x="1402522" y="1059151"/>
                    <a:pt x="1431707" y="907387"/>
                    <a:pt x="1446300" y="837342"/>
                  </a:cubicBezTo>
                  <a:cubicBezTo>
                    <a:pt x="1463812" y="743949"/>
                    <a:pt x="1463812" y="638880"/>
                    <a:pt x="1431707" y="539650"/>
                  </a:cubicBezTo>
                  <a:cubicBezTo>
                    <a:pt x="1481323" y="533813"/>
                    <a:pt x="1533857" y="554243"/>
                    <a:pt x="1571798" y="510465"/>
                  </a:cubicBezTo>
                  <a:cubicBezTo>
                    <a:pt x="1574717" y="498790"/>
                    <a:pt x="1568879" y="492954"/>
                    <a:pt x="1560124" y="490035"/>
                  </a:cubicBezTo>
                  <a:cubicBezTo>
                    <a:pt x="1551369" y="487117"/>
                    <a:pt x="1542612" y="487117"/>
                    <a:pt x="1533857" y="490035"/>
                  </a:cubicBezTo>
                  <a:cubicBezTo>
                    <a:pt x="1449220" y="498790"/>
                    <a:pt x="1437545" y="490035"/>
                    <a:pt x="1417115" y="405398"/>
                  </a:cubicBezTo>
                  <a:cubicBezTo>
                    <a:pt x="1411277" y="382048"/>
                    <a:pt x="1408359" y="361620"/>
                    <a:pt x="1405441" y="338270"/>
                  </a:cubicBezTo>
                  <a:cubicBezTo>
                    <a:pt x="1402522" y="306167"/>
                    <a:pt x="1390849" y="271144"/>
                    <a:pt x="1414197" y="241958"/>
                  </a:cubicBezTo>
                  <a:cubicBezTo>
                    <a:pt x="1460893" y="186507"/>
                    <a:pt x="1513427" y="145647"/>
                    <a:pt x="1586390" y="133973"/>
                  </a:cubicBezTo>
                  <a:cubicBezTo>
                    <a:pt x="1668111" y="122298"/>
                    <a:pt x="1673947" y="116461"/>
                    <a:pt x="1636006" y="43497"/>
                  </a:cubicBezTo>
                  <a:cubicBezTo>
                    <a:pt x="1647681" y="34742"/>
                    <a:pt x="1659354" y="40579"/>
                    <a:pt x="1671029" y="37660"/>
                  </a:cubicBezTo>
                  <a:cubicBezTo>
                    <a:pt x="1676866" y="34742"/>
                    <a:pt x="1682703" y="31824"/>
                    <a:pt x="1685621" y="25987"/>
                  </a:cubicBezTo>
                  <a:cubicBezTo>
                    <a:pt x="1666651" y="12853"/>
                    <a:pt x="1646951" y="1179"/>
                    <a:pt x="1627980" y="84"/>
                  </a:cubicBezTo>
                  <a:close/>
                </a:path>
              </a:pathLst>
            </a:custGeom>
            <a:solidFill>
              <a:srgbClr val="6C6E46"/>
            </a:solidFill>
            <a:ln w="2334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57" name="Freeform: Shape 12">
              <a:extLst>
                <a:ext uri="{FF2B5EF4-FFF2-40B4-BE49-F238E27FC236}">
                  <a16:creationId xmlns:a16="http://schemas.microsoft.com/office/drawing/2014/main" id="{1264ABE3-D09D-4687-BFDB-A47E49563290}"/>
                </a:ext>
              </a:extLst>
            </p:cNvPr>
            <p:cNvSpPr/>
            <p:nvPr/>
          </p:nvSpPr>
          <p:spPr>
            <a:xfrm flipH="1">
              <a:off x="9700710" y="1752616"/>
              <a:ext cx="963121" cy="817193"/>
            </a:xfrm>
            <a:custGeom>
              <a:avLst/>
              <a:gdLst>
                <a:gd name="connsiteX0" fmla="*/ 49058 w 772001"/>
                <a:gd name="connsiteY0" fmla="*/ 434054 h 655031"/>
                <a:gd name="connsiteX1" fmla="*/ 105204 w 772001"/>
                <a:gd name="connsiteY1" fmla="*/ 160344 h 655031"/>
                <a:gd name="connsiteX2" fmla="*/ 233871 w 772001"/>
                <a:gd name="connsiteY2" fmla="*/ 85484 h 655031"/>
                <a:gd name="connsiteX3" fmla="*/ 285338 w 772001"/>
                <a:gd name="connsiteY3" fmla="*/ 69108 h 655031"/>
                <a:gd name="connsiteX4" fmla="*/ 399968 w 772001"/>
                <a:gd name="connsiteY4" fmla="*/ 57411 h 655031"/>
                <a:gd name="connsiteX5" fmla="*/ 552029 w 772001"/>
                <a:gd name="connsiteY5" fmla="*/ 104199 h 655031"/>
                <a:gd name="connsiteX6" fmla="*/ 736842 w 772001"/>
                <a:gd name="connsiteY6" fmla="*/ 314745 h 655031"/>
                <a:gd name="connsiteX7" fmla="*/ 701751 w 772001"/>
                <a:gd name="connsiteY7" fmla="*/ 424697 h 655031"/>
                <a:gd name="connsiteX8" fmla="*/ 666660 w 772001"/>
                <a:gd name="connsiteY8" fmla="*/ 452769 h 655031"/>
                <a:gd name="connsiteX9" fmla="*/ 495883 w 772001"/>
                <a:gd name="connsiteY9" fmla="*/ 396624 h 655031"/>
                <a:gd name="connsiteX10" fmla="*/ 360198 w 772001"/>
                <a:gd name="connsiteY10" fmla="*/ 431715 h 655031"/>
                <a:gd name="connsiteX11" fmla="*/ 275980 w 772001"/>
                <a:gd name="connsiteY11" fmla="*/ 499557 h 655031"/>
                <a:gd name="connsiteX12" fmla="*/ 236210 w 772001"/>
                <a:gd name="connsiteY12" fmla="*/ 541667 h 655031"/>
                <a:gd name="connsiteX13" fmla="*/ 231531 w 772001"/>
                <a:gd name="connsiteY13" fmla="*/ 576758 h 655031"/>
                <a:gd name="connsiteX14" fmla="*/ 198780 w 772001"/>
                <a:gd name="connsiteY14" fmla="*/ 616527 h 655031"/>
                <a:gd name="connsiteX15" fmla="*/ 175386 w 772001"/>
                <a:gd name="connsiteY15" fmla="*/ 576758 h 655031"/>
                <a:gd name="connsiteX16" fmla="*/ 53737 w 772001"/>
                <a:gd name="connsiteY16" fmla="*/ 478503 h 655031"/>
                <a:gd name="connsiteX17" fmla="*/ 49058 w 772001"/>
                <a:gd name="connsiteY17" fmla="*/ 434054 h 65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72001" h="655031">
                  <a:moveTo>
                    <a:pt x="49058" y="434054"/>
                  </a:moveTo>
                  <a:cubicBezTo>
                    <a:pt x="28004" y="335799"/>
                    <a:pt x="65434" y="244563"/>
                    <a:pt x="105204" y="160344"/>
                  </a:cubicBezTo>
                  <a:cubicBezTo>
                    <a:pt x="123919" y="118235"/>
                    <a:pt x="173046" y="80805"/>
                    <a:pt x="233871" y="85484"/>
                  </a:cubicBezTo>
                  <a:cubicBezTo>
                    <a:pt x="254925" y="87823"/>
                    <a:pt x="268962" y="83144"/>
                    <a:pt x="285338" y="69108"/>
                  </a:cubicBezTo>
                  <a:cubicBezTo>
                    <a:pt x="318089" y="43375"/>
                    <a:pt x="353180" y="31678"/>
                    <a:pt x="399968" y="57411"/>
                  </a:cubicBezTo>
                  <a:cubicBezTo>
                    <a:pt x="446756" y="80805"/>
                    <a:pt x="502902" y="83144"/>
                    <a:pt x="552029" y="104199"/>
                  </a:cubicBezTo>
                  <a:cubicBezTo>
                    <a:pt x="650284" y="143969"/>
                    <a:pt x="708769" y="216490"/>
                    <a:pt x="736842" y="314745"/>
                  </a:cubicBezTo>
                  <a:cubicBezTo>
                    <a:pt x="748539" y="356854"/>
                    <a:pt x="736842" y="396624"/>
                    <a:pt x="701751" y="424697"/>
                  </a:cubicBezTo>
                  <a:cubicBezTo>
                    <a:pt x="692393" y="438733"/>
                    <a:pt x="683035" y="450430"/>
                    <a:pt x="666660" y="452769"/>
                  </a:cubicBezTo>
                  <a:cubicBezTo>
                    <a:pt x="605835" y="448091"/>
                    <a:pt x="547350" y="434054"/>
                    <a:pt x="495883" y="396624"/>
                  </a:cubicBezTo>
                  <a:cubicBezTo>
                    <a:pt x="442077" y="356854"/>
                    <a:pt x="385932" y="373230"/>
                    <a:pt x="360198" y="431715"/>
                  </a:cubicBezTo>
                  <a:cubicBezTo>
                    <a:pt x="343823" y="469145"/>
                    <a:pt x="322768" y="499557"/>
                    <a:pt x="275980" y="499557"/>
                  </a:cubicBezTo>
                  <a:cubicBezTo>
                    <a:pt x="247907" y="499557"/>
                    <a:pt x="236210" y="515933"/>
                    <a:pt x="236210" y="541667"/>
                  </a:cubicBezTo>
                  <a:cubicBezTo>
                    <a:pt x="236210" y="553364"/>
                    <a:pt x="236210" y="565061"/>
                    <a:pt x="231531" y="576758"/>
                  </a:cubicBezTo>
                  <a:cubicBezTo>
                    <a:pt x="226853" y="595473"/>
                    <a:pt x="217495" y="616527"/>
                    <a:pt x="198780" y="616527"/>
                  </a:cubicBezTo>
                  <a:cubicBezTo>
                    <a:pt x="177725" y="616527"/>
                    <a:pt x="177725" y="593133"/>
                    <a:pt x="175386" y="576758"/>
                  </a:cubicBezTo>
                  <a:cubicBezTo>
                    <a:pt x="161349" y="511254"/>
                    <a:pt x="109883" y="492539"/>
                    <a:pt x="53737" y="478503"/>
                  </a:cubicBezTo>
                  <a:cubicBezTo>
                    <a:pt x="39701" y="466806"/>
                    <a:pt x="46719" y="450430"/>
                    <a:pt x="49058" y="434054"/>
                  </a:cubicBezTo>
                  <a:close/>
                </a:path>
              </a:pathLst>
            </a:custGeom>
            <a:solidFill>
              <a:srgbClr val="0D0402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3">
              <a:extLst>
                <a:ext uri="{FF2B5EF4-FFF2-40B4-BE49-F238E27FC236}">
                  <a16:creationId xmlns:a16="http://schemas.microsoft.com/office/drawing/2014/main" id="{F8392AA4-260D-4321-A00E-8765FDD4572F}"/>
                </a:ext>
              </a:extLst>
            </p:cNvPr>
            <p:cNvSpPr/>
            <p:nvPr/>
          </p:nvSpPr>
          <p:spPr>
            <a:xfrm flipH="1">
              <a:off x="10385635" y="2284266"/>
              <a:ext cx="291855" cy="642080"/>
            </a:xfrm>
            <a:custGeom>
              <a:avLst/>
              <a:gdLst>
                <a:gd name="connsiteX0" fmla="*/ 57668 w 233939"/>
                <a:gd name="connsiteY0" fmla="*/ 42994 h 514667"/>
                <a:gd name="connsiteX1" fmla="*/ 67026 w 233939"/>
                <a:gd name="connsiteY1" fmla="*/ 54691 h 514667"/>
                <a:gd name="connsiteX2" fmla="*/ 116153 w 233939"/>
                <a:gd name="connsiteY2" fmla="*/ 255880 h 514667"/>
                <a:gd name="connsiteX3" fmla="*/ 155923 w 233939"/>
                <a:gd name="connsiteY3" fmla="*/ 297989 h 514667"/>
                <a:gd name="connsiteX4" fmla="*/ 191014 w 233939"/>
                <a:gd name="connsiteY4" fmla="*/ 302668 h 514667"/>
                <a:gd name="connsiteX5" fmla="*/ 160601 w 233939"/>
                <a:gd name="connsiteY5" fmla="*/ 321383 h 514667"/>
                <a:gd name="connsiteX6" fmla="*/ 116153 w 233939"/>
                <a:gd name="connsiteY6" fmla="*/ 300328 h 514667"/>
                <a:gd name="connsiteX7" fmla="*/ 102117 w 233939"/>
                <a:gd name="connsiteY7" fmla="*/ 384547 h 514667"/>
                <a:gd name="connsiteX8" fmla="*/ 76383 w 233939"/>
                <a:gd name="connsiteY8" fmla="*/ 473444 h 514667"/>
                <a:gd name="connsiteX9" fmla="*/ 67026 w 233939"/>
                <a:gd name="connsiteY9" fmla="*/ 466426 h 514667"/>
                <a:gd name="connsiteX10" fmla="*/ 99777 w 233939"/>
                <a:gd name="connsiteY10" fmla="*/ 272255 h 514667"/>
                <a:gd name="connsiteX11" fmla="*/ 81062 w 233939"/>
                <a:gd name="connsiteY11" fmla="*/ 183358 h 514667"/>
                <a:gd name="connsiteX12" fmla="*/ 57668 w 233939"/>
                <a:gd name="connsiteY12" fmla="*/ 42994 h 51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939" h="514667">
                  <a:moveTo>
                    <a:pt x="57668" y="42994"/>
                  </a:moveTo>
                  <a:cubicBezTo>
                    <a:pt x="64686" y="50013"/>
                    <a:pt x="64686" y="50013"/>
                    <a:pt x="67026" y="54691"/>
                  </a:cubicBezTo>
                  <a:cubicBezTo>
                    <a:pt x="24916" y="131892"/>
                    <a:pt x="97438" y="136570"/>
                    <a:pt x="116153" y="255880"/>
                  </a:cubicBezTo>
                  <a:cubicBezTo>
                    <a:pt x="118492" y="274595"/>
                    <a:pt x="137207" y="295649"/>
                    <a:pt x="155923" y="297989"/>
                  </a:cubicBezTo>
                  <a:cubicBezTo>
                    <a:pt x="167620" y="300328"/>
                    <a:pt x="179317" y="302668"/>
                    <a:pt x="191014" y="302668"/>
                  </a:cubicBezTo>
                  <a:cubicBezTo>
                    <a:pt x="214408" y="302668"/>
                    <a:pt x="172298" y="326062"/>
                    <a:pt x="160601" y="321383"/>
                  </a:cubicBezTo>
                  <a:cubicBezTo>
                    <a:pt x="139547" y="314365"/>
                    <a:pt x="123171" y="305007"/>
                    <a:pt x="116153" y="300328"/>
                  </a:cubicBezTo>
                  <a:cubicBezTo>
                    <a:pt x="106795" y="295649"/>
                    <a:pt x="106795" y="358813"/>
                    <a:pt x="102117" y="384547"/>
                  </a:cubicBezTo>
                  <a:cubicBezTo>
                    <a:pt x="95098" y="421977"/>
                    <a:pt x="88080" y="440692"/>
                    <a:pt x="76383" y="473444"/>
                  </a:cubicBezTo>
                  <a:cubicBezTo>
                    <a:pt x="71704" y="464086"/>
                    <a:pt x="78723" y="473444"/>
                    <a:pt x="67026" y="466426"/>
                  </a:cubicBezTo>
                  <a:cubicBezTo>
                    <a:pt x="90420" y="398583"/>
                    <a:pt x="99777" y="340098"/>
                    <a:pt x="99777" y="272255"/>
                  </a:cubicBezTo>
                  <a:cubicBezTo>
                    <a:pt x="99777" y="244183"/>
                    <a:pt x="95098" y="204413"/>
                    <a:pt x="81062" y="183358"/>
                  </a:cubicBezTo>
                  <a:cubicBezTo>
                    <a:pt x="36613" y="122534"/>
                    <a:pt x="34274" y="96801"/>
                    <a:pt x="57668" y="42994"/>
                  </a:cubicBezTo>
                  <a:close/>
                </a:path>
              </a:pathLst>
            </a:custGeom>
            <a:solidFill>
              <a:srgbClr val="9F9E9E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4">
              <a:extLst>
                <a:ext uri="{FF2B5EF4-FFF2-40B4-BE49-F238E27FC236}">
                  <a16:creationId xmlns:a16="http://schemas.microsoft.com/office/drawing/2014/main" id="{4F70D698-295D-42B6-B99F-3FB3C9312392}"/>
                </a:ext>
              </a:extLst>
            </p:cNvPr>
            <p:cNvSpPr/>
            <p:nvPr/>
          </p:nvSpPr>
          <p:spPr>
            <a:xfrm flipH="1">
              <a:off x="10889749" y="4657044"/>
              <a:ext cx="583710" cy="262669"/>
            </a:xfrm>
            <a:custGeom>
              <a:avLst/>
              <a:gdLst>
                <a:gd name="connsiteX0" fmla="*/ 42994 w 467879"/>
                <a:gd name="connsiteY0" fmla="*/ 45334 h 210545"/>
                <a:gd name="connsiteX1" fmla="*/ 61710 w 467879"/>
                <a:gd name="connsiteY1" fmla="*/ 42994 h 210545"/>
                <a:gd name="connsiteX2" fmla="*/ 108498 w 467879"/>
                <a:gd name="connsiteY2" fmla="*/ 134231 h 210545"/>
                <a:gd name="connsiteX3" fmla="*/ 234825 w 467879"/>
                <a:gd name="connsiteY3" fmla="*/ 162304 h 210545"/>
                <a:gd name="connsiteX4" fmla="*/ 400922 w 467879"/>
                <a:gd name="connsiteY4" fmla="*/ 117855 h 210545"/>
                <a:gd name="connsiteX5" fmla="*/ 440692 w 467879"/>
                <a:gd name="connsiteY5" fmla="*/ 110837 h 210545"/>
                <a:gd name="connsiteX6" fmla="*/ 426656 w 467879"/>
                <a:gd name="connsiteY6" fmla="*/ 155286 h 210545"/>
                <a:gd name="connsiteX7" fmla="*/ 405601 w 467879"/>
                <a:gd name="connsiteY7" fmla="*/ 127213 h 210545"/>
                <a:gd name="connsiteX8" fmla="*/ 239504 w 467879"/>
                <a:gd name="connsiteY8" fmla="*/ 178680 h 210545"/>
                <a:gd name="connsiteX9" fmla="*/ 99140 w 467879"/>
                <a:gd name="connsiteY9" fmla="*/ 145928 h 210545"/>
                <a:gd name="connsiteX10" fmla="*/ 57031 w 467879"/>
                <a:gd name="connsiteY10" fmla="*/ 75746 h 210545"/>
                <a:gd name="connsiteX11" fmla="*/ 42994 w 467879"/>
                <a:gd name="connsiteY11" fmla="*/ 45334 h 210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67879" h="210545">
                  <a:moveTo>
                    <a:pt x="42994" y="45334"/>
                  </a:moveTo>
                  <a:cubicBezTo>
                    <a:pt x="57031" y="45334"/>
                    <a:pt x="57031" y="45334"/>
                    <a:pt x="61710" y="42994"/>
                  </a:cubicBezTo>
                  <a:cubicBezTo>
                    <a:pt x="78085" y="85104"/>
                    <a:pt x="87443" y="108498"/>
                    <a:pt x="108498" y="134231"/>
                  </a:cubicBezTo>
                  <a:cubicBezTo>
                    <a:pt x="150607" y="188037"/>
                    <a:pt x="190377" y="181019"/>
                    <a:pt x="234825" y="162304"/>
                  </a:cubicBezTo>
                  <a:cubicBezTo>
                    <a:pt x="290971" y="141249"/>
                    <a:pt x="342437" y="124873"/>
                    <a:pt x="400922" y="117855"/>
                  </a:cubicBezTo>
                  <a:cubicBezTo>
                    <a:pt x="417298" y="115516"/>
                    <a:pt x="431335" y="113176"/>
                    <a:pt x="440692" y="110837"/>
                  </a:cubicBezTo>
                  <a:cubicBezTo>
                    <a:pt x="424316" y="129552"/>
                    <a:pt x="431335" y="141249"/>
                    <a:pt x="426656" y="155286"/>
                  </a:cubicBezTo>
                  <a:cubicBezTo>
                    <a:pt x="428995" y="131892"/>
                    <a:pt x="426656" y="122534"/>
                    <a:pt x="405601" y="127213"/>
                  </a:cubicBezTo>
                  <a:cubicBezTo>
                    <a:pt x="342437" y="141249"/>
                    <a:pt x="295649" y="155286"/>
                    <a:pt x="239504" y="178680"/>
                  </a:cubicBezTo>
                  <a:cubicBezTo>
                    <a:pt x="204413" y="190377"/>
                    <a:pt x="145928" y="209092"/>
                    <a:pt x="99140" y="145928"/>
                  </a:cubicBezTo>
                  <a:cubicBezTo>
                    <a:pt x="78085" y="115516"/>
                    <a:pt x="73407" y="103819"/>
                    <a:pt x="57031" y="75746"/>
                  </a:cubicBezTo>
                  <a:cubicBezTo>
                    <a:pt x="52352" y="64049"/>
                    <a:pt x="54691" y="57031"/>
                    <a:pt x="42994" y="45334"/>
                  </a:cubicBezTo>
                  <a:close/>
                </a:path>
              </a:pathLst>
            </a:custGeom>
            <a:solidFill>
              <a:srgbClr val="706E6E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6">
              <a:extLst>
                <a:ext uri="{FF2B5EF4-FFF2-40B4-BE49-F238E27FC236}">
                  <a16:creationId xmlns:a16="http://schemas.microsoft.com/office/drawing/2014/main" id="{BA60D444-5671-4AC4-9D39-F3D35F3EF3F2}"/>
                </a:ext>
              </a:extLst>
            </p:cNvPr>
            <p:cNvSpPr/>
            <p:nvPr/>
          </p:nvSpPr>
          <p:spPr>
            <a:xfrm flipH="1">
              <a:off x="9402652" y="4138455"/>
              <a:ext cx="1993821" cy="738342"/>
            </a:xfrm>
            <a:custGeom>
              <a:avLst/>
              <a:gdLst>
                <a:gd name="connsiteX0" fmla="*/ 421977 w 1660973"/>
                <a:gd name="connsiteY0" fmla="*/ 569515 h 655031"/>
                <a:gd name="connsiteX1" fmla="*/ 216110 w 1660973"/>
                <a:gd name="connsiteY1" fmla="*/ 620982 h 655031"/>
                <a:gd name="connsiteX2" fmla="*/ 106158 w 1660973"/>
                <a:gd name="connsiteY2" fmla="*/ 611624 h 655031"/>
                <a:gd name="connsiteX3" fmla="*/ 42994 w 1660973"/>
                <a:gd name="connsiteY3" fmla="*/ 501672 h 655031"/>
                <a:gd name="connsiteX4" fmla="*/ 166983 w 1660973"/>
                <a:gd name="connsiteY4" fmla="*/ 370666 h 655031"/>
                <a:gd name="connsiteX5" fmla="*/ 503856 w 1660973"/>
                <a:gd name="connsiteY5" fmla="*/ 267732 h 655031"/>
                <a:gd name="connsiteX6" fmla="*/ 716741 w 1660973"/>
                <a:gd name="connsiteY6" fmla="*/ 232641 h 655031"/>
                <a:gd name="connsiteX7" fmla="*/ 969396 w 1660973"/>
                <a:gd name="connsiteY7" fmla="*/ 171817 h 655031"/>
                <a:gd name="connsiteX8" fmla="*/ 1203336 w 1660973"/>
                <a:gd name="connsiteY8" fmla="*/ 61865 h 655031"/>
                <a:gd name="connsiteX9" fmla="*/ 1626768 w 1660973"/>
                <a:gd name="connsiteY9" fmla="*/ 82920 h 655031"/>
                <a:gd name="connsiteX10" fmla="*/ 1640804 w 1660973"/>
                <a:gd name="connsiteY10" fmla="*/ 94617 h 655031"/>
                <a:gd name="connsiteX11" fmla="*/ 1624428 w 1660973"/>
                <a:gd name="connsiteY11" fmla="*/ 110993 h 655031"/>
                <a:gd name="connsiteX12" fmla="*/ 1551907 w 1660973"/>
                <a:gd name="connsiteY12" fmla="*/ 118011 h 655031"/>
                <a:gd name="connsiteX13" fmla="*/ 1467688 w 1660973"/>
                <a:gd name="connsiteY13" fmla="*/ 103975 h 655031"/>
                <a:gd name="connsiteX14" fmla="*/ 1369434 w 1660973"/>
                <a:gd name="connsiteY14" fmla="*/ 99296 h 655031"/>
                <a:gd name="connsiteX15" fmla="*/ 1467688 w 1660973"/>
                <a:gd name="connsiteY15" fmla="*/ 122690 h 655031"/>
                <a:gd name="connsiteX16" fmla="*/ 1416222 w 1660973"/>
                <a:gd name="connsiteY16" fmla="*/ 155441 h 655031"/>
                <a:gd name="connsiteX17" fmla="*/ 1313288 w 1660973"/>
                <a:gd name="connsiteY17" fmla="*/ 143744 h 655031"/>
                <a:gd name="connsiteX18" fmla="*/ 1271179 w 1660973"/>
                <a:gd name="connsiteY18" fmla="*/ 153102 h 655031"/>
                <a:gd name="connsiteX19" fmla="*/ 1313288 w 1660973"/>
                <a:gd name="connsiteY19" fmla="*/ 155441 h 655031"/>
                <a:gd name="connsiteX20" fmla="*/ 1383470 w 1660973"/>
                <a:gd name="connsiteY20" fmla="*/ 174157 h 655031"/>
                <a:gd name="connsiteX21" fmla="*/ 1231409 w 1660973"/>
                <a:gd name="connsiteY21" fmla="*/ 216266 h 655031"/>
                <a:gd name="connsiteX22" fmla="*/ 1037239 w 1660973"/>
                <a:gd name="connsiteY22" fmla="*/ 249017 h 655031"/>
                <a:gd name="connsiteX23" fmla="*/ 997469 w 1660973"/>
                <a:gd name="connsiteY23" fmla="*/ 277090 h 655031"/>
                <a:gd name="connsiteX24" fmla="*/ 943663 w 1660973"/>
                <a:gd name="connsiteY24" fmla="*/ 312181 h 655031"/>
                <a:gd name="connsiteX25" fmla="*/ 793941 w 1660973"/>
                <a:gd name="connsiteY25" fmla="*/ 403418 h 655031"/>
                <a:gd name="connsiteX26" fmla="*/ 421977 w 1660973"/>
                <a:gd name="connsiteY26" fmla="*/ 569515 h 655031"/>
                <a:gd name="connsiteX0" fmla="*/ 378983 w 1598173"/>
                <a:gd name="connsiteY0" fmla="*/ 526521 h 591825"/>
                <a:gd name="connsiteX1" fmla="*/ 173116 w 1598173"/>
                <a:gd name="connsiteY1" fmla="*/ 577988 h 591825"/>
                <a:gd name="connsiteX2" fmla="*/ 63164 w 1598173"/>
                <a:gd name="connsiteY2" fmla="*/ 568630 h 591825"/>
                <a:gd name="connsiteX3" fmla="*/ 0 w 1598173"/>
                <a:gd name="connsiteY3" fmla="*/ 458678 h 591825"/>
                <a:gd name="connsiteX4" fmla="*/ 123989 w 1598173"/>
                <a:gd name="connsiteY4" fmla="*/ 327672 h 591825"/>
                <a:gd name="connsiteX5" fmla="*/ 460862 w 1598173"/>
                <a:gd name="connsiteY5" fmla="*/ 224738 h 591825"/>
                <a:gd name="connsiteX6" fmla="*/ 673747 w 1598173"/>
                <a:gd name="connsiteY6" fmla="*/ 189647 h 591825"/>
                <a:gd name="connsiteX7" fmla="*/ 926402 w 1598173"/>
                <a:gd name="connsiteY7" fmla="*/ 128823 h 591825"/>
                <a:gd name="connsiteX8" fmla="*/ 1160342 w 1598173"/>
                <a:gd name="connsiteY8" fmla="*/ 18871 h 591825"/>
                <a:gd name="connsiteX9" fmla="*/ 1583774 w 1598173"/>
                <a:gd name="connsiteY9" fmla="*/ 39926 h 591825"/>
                <a:gd name="connsiteX10" fmla="*/ 1597810 w 1598173"/>
                <a:gd name="connsiteY10" fmla="*/ 51623 h 591825"/>
                <a:gd name="connsiteX11" fmla="*/ 1581434 w 1598173"/>
                <a:gd name="connsiteY11" fmla="*/ 67999 h 591825"/>
                <a:gd name="connsiteX12" fmla="*/ 1508913 w 1598173"/>
                <a:gd name="connsiteY12" fmla="*/ 75017 h 591825"/>
                <a:gd name="connsiteX13" fmla="*/ 1424694 w 1598173"/>
                <a:gd name="connsiteY13" fmla="*/ 60981 h 591825"/>
                <a:gd name="connsiteX14" fmla="*/ 1326440 w 1598173"/>
                <a:gd name="connsiteY14" fmla="*/ 56302 h 591825"/>
                <a:gd name="connsiteX15" fmla="*/ 1424694 w 1598173"/>
                <a:gd name="connsiteY15" fmla="*/ 79696 h 591825"/>
                <a:gd name="connsiteX16" fmla="*/ 1373228 w 1598173"/>
                <a:gd name="connsiteY16" fmla="*/ 112447 h 591825"/>
                <a:gd name="connsiteX17" fmla="*/ 1270294 w 1598173"/>
                <a:gd name="connsiteY17" fmla="*/ 100750 h 591825"/>
                <a:gd name="connsiteX18" fmla="*/ 1228185 w 1598173"/>
                <a:gd name="connsiteY18" fmla="*/ 110108 h 591825"/>
                <a:gd name="connsiteX19" fmla="*/ 1270294 w 1598173"/>
                <a:gd name="connsiteY19" fmla="*/ 112447 h 591825"/>
                <a:gd name="connsiteX20" fmla="*/ 1340476 w 1598173"/>
                <a:gd name="connsiteY20" fmla="*/ 131163 h 591825"/>
                <a:gd name="connsiteX21" fmla="*/ 1188415 w 1598173"/>
                <a:gd name="connsiteY21" fmla="*/ 173272 h 591825"/>
                <a:gd name="connsiteX22" fmla="*/ 994245 w 1598173"/>
                <a:gd name="connsiteY22" fmla="*/ 206023 h 591825"/>
                <a:gd name="connsiteX23" fmla="*/ 986231 w 1598173"/>
                <a:gd name="connsiteY23" fmla="*/ 243623 h 591825"/>
                <a:gd name="connsiteX24" fmla="*/ 900669 w 1598173"/>
                <a:gd name="connsiteY24" fmla="*/ 269187 h 591825"/>
                <a:gd name="connsiteX25" fmla="*/ 750947 w 1598173"/>
                <a:gd name="connsiteY25" fmla="*/ 360424 h 591825"/>
                <a:gd name="connsiteX26" fmla="*/ 378983 w 1598173"/>
                <a:gd name="connsiteY26" fmla="*/ 526521 h 591825"/>
                <a:gd name="connsiteX0" fmla="*/ 378983 w 1598173"/>
                <a:gd name="connsiteY0" fmla="*/ 526521 h 591826"/>
                <a:gd name="connsiteX1" fmla="*/ 173116 w 1598173"/>
                <a:gd name="connsiteY1" fmla="*/ 577988 h 591826"/>
                <a:gd name="connsiteX2" fmla="*/ 63164 w 1598173"/>
                <a:gd name="connsiteY2" fmla="*/ 568630 h 591826"/>
                <a:gd name="connsiteX3" fmla="*/ 0 w 1598173"/>
                <a:gd name="connsiteY3" fmla="*/ 458678 h 591826"/>
                <a:gd name="connsiteX4" fmla="*/ 123989 w 1598173"/>
                <a:gd name="connsiteY4" fmla="*/ 327672 h 591826"/>
                <a:gd name="connsiteX5" fmla="*/ 460862 w 1598173"/>
                <a:gd name="connsiteY5" fmla="*/ 224738 h 591826"/>
                <a:gd name="connsiteX6" fmla="*/ 673747 w 1598173"/>
                <a:gd name="connsiteY6" fmla="*/ 189647 h 591826"/>
                <a:gd name="connsiteX7" fmla="*/ 926402 w 1598173"/>
                <a:gd name="connsiteY7" fmla="*/ 128823 h 591826"/>
                <a:gd name="connsiteX8" fmla="*/ 1160342 w 1598173"/>
                <a:gd name="connsiteY8" fmla="*/ 18871 h 591826"/>
                <a:gd name="connsiteX9" fmla="*/ 1583774 w 1598173"/>
                <a:gd name="connsiteY9" fmla="*/ 39926 h 591826"/>
                <a:gd name="connsiteX10" fmla="*/ 1597810 w 1598173"/>
                <a:gd name="connsiteY10" fmla="*/ 51623 h 591826"/>
                <a:gd name="connsiteX11" fmla="*/ 1581434 w 1598173"/>
                <a:gd name="connsiteY11" fmla="*/ 67999 h 591826"/>
                <a:gd name="connsiteX12" fmla="*/ 1508913 w 1598173"/>
                <a:gd name="connsiteY12" fmla="*/ 75017 h 591826"/>
                <a:gd name="connsiteX13" fmla="*/ 1424694 w 1598173"/>
                <a:gd name="connsiteY13" fmla="*/ 60981 h 591826"/>
                <a:gd name="connsiteX14" fmla="*/ 1326440 w 1598173"/>
                <a:gd name="connsiteY14" fmla="*/ 56302 h 591826"/>
                <a:gd name="connsiteX15" fmla="*/ 1424694 w 1598173"/>
                <a:gd name="connsiteY15" fmla="*/ 79696 h 591826"/>
                <a:gd name="connsiteX16" fmla="*/ 1373228 w 1598173"/>
                <a:gd name="connsiteY16" fmla="*/ 112447 h 591826"/>
                <a:gd name="connsiteX17" fmla="*/ 1270294 w 1598173"/>
                <a:gd name="connsiteY17" fmla="*/ 100750 h 591826"/>
                <a:gd name="connsiteX18" fmla="*/ 1228185 w 1598173"/>
                <a:gd name="connsiteY18" fmla="*/ 110108 h 591826"/>
                <a:gd name="connsiteX19" fmla="*/ 1270294 w 1598173"/>
                <a:gd name="connsiteY19" fmla="*/ 112447 h 591826"/>
                <a:gd name="connsiteX20" fmla="*/ 1340476 w 1598173"/>
                <a:gd name="connsiteY20" fmla="*/ 131163 h 591826"/>
                <a:gd name="connsiteX21" fmla="*/ 1188415 w 1598173"/>
                <a:gd name="connsiteY21" fmla="*/ 173272 h 591826"/>
                <a:gd name="connsiteX22" fmla="*/ 991070 w 1598173"/>
                <a:gd name="connsiteY22" fmla="*/ 193321 h 591826"/>
                <a:gd name="connsiteX23" fmla="*/ 986231 w 1598173"/>
                <a:gd name="connsiteY23" fmla="*/ 243623 h 591826"/>
                <a:gd name="connsiteX24" fmla="*/ 900669 w 1598173"/>
                <a:gd name="connsiteY24" fmla="*/ 269187 h 591826"/>
                <a:gd name="connsiteX25" fmla="*/ 750947 w 1598173"/>
                <a:gd name="connsiteY25" fmla="*/ 360424 h 591826"/>
                <a:gd name="connsiteX26" fmla="*/ 378983 w 1598173"/>
                <a:gd name="connsiteY26" fmla="*/ 526521 h 591826"/>
                <a:gd name="connsiteX0" fmla="*/ 378983 w 1598173"/>
                <a:gd name="connsiteY0" fmla="*/ 526521 h 591826"/>
                <a:gd name="connsiteX1" fmla="*/ 173116 w 1598173"/>
                <a:gd name="connsiteY1" fmla="*/ 577988 h 591826"/>
                <a:gd name="connsiteX2" fmla="*/ 63164 w 1598173"/>
                <a:gd name="connsiteY2" fmla="*/ 568630 h 591826"/>
                <a:gd name="connsiteX3" fmla="*/ 0 w 1598173"/>
                <a:gd name="connsiteY3" fmla="*/ 458678 h 591826"/>
                <a:gd name="connsiteX4" fmla="*/ 123989 w 1598173"/>
                <a:gd name="connsiteY4" fmla="*/ 327672 h 591826"/>
                <a:gd name="connsiteX5" fmla="*/ 460862 w 1598173"/>
                <a:gd name="connsiteY5" fmla="*/ 224738 h 591826"/>
                <a:gd name="connsiteX6" fmla="*/ 673747 w 1598173"/>
                <a:gd name="connsiteY6" fmla="*/ 189647 h 591826"/>
                <a:gd name="connsiteX7" fmla="*/ 926402 w 1598173"/>
                <a:gd name="connsiteY7" fmla="*/ 128823 h 591826"/>
                <a:gd name="connsiteX8" fmla="*/ 1160342 w 1598173"/>
                <a:gd name="connsiteY8" fmla="*/ 18871 h 591826"/>
                <a:gd name="connsiteX9" fmla="*/ 1583774 w 1598173"/>
                <a:gd name="connsiteY9" fmla="*/ 39926 h 591826"/>
                <a:gd name="connsiteX10" fmla="*/ 1597810 w 1598173"/>
                <a:gd name="connsiteY10" fmla="*/ 51623 h 591826"/>
                <a:gd name="connsiteX11" fmla="*/ 1581434 w 1598173"/>
                <a:gd name="connsiteY11" fmla="*/ 67999 h 591826"/>
                <a:gd name="connsiteX12" fmla="*/ 1508913 w 1598173"/>
                <a:gd name="connsiteY12" fmla="*/ 75017 h 591826"/>
                <a:gd name="connsiteX13" fmla="*/ 1424694 w 1598173"/>
                <a:gd name="connsiteY13" fmla="*/ 60981 h 591826"/>
                <a:gd name="connsiteX14" fmla="*/ 1326440 w 1598173"/>
                <a:gd name="connsiteY14" fmla="*/ 56302 h 591826"/>
                <a:gd name="connsiteX15" fmla="*/ 1424694 w 1598173"/>
                <a:gd name="connsiteY15" fmla="*/ 79696 h 591826"/>
                <a:gd name="connsiteX16" fmla="*/ 1373228 w 1598173"/>
                <a:gd name="connsiteY16" fmla="*/ 112447 h 591826"/>
                <a:gd name="connsiteX17" fmla="*/ 1270294 w 1598173"/>
                <a:gd name="connsiteY17" fmla="*/ 100750 h 591826"/>
                <a:gd name="connsiteX18" fmla="*/ 1228185 w 1598173"/>
                <a:gd name="connsiteY18" fmla="*/ 110108 h 591826"/>
                <a:gd name="connsiteX19" fmla="*/ 1270294 w 1598173"/>
                <a:gd name="connsiteY19" fmla="*/ 112447 h 591826"/>
                <a:gd name="connsiteX20" fmla="*/ 1340476 w 1598173"/>
                <a:gd name="connsiteY20" fmla="*/ 131163 h 591826"/>
                <a:gd name="connsiteX21" fmla="*/ 1188415 w 1598173"/>
                <a:gd name="connsiteY21" fmla="*/ 173272 h 591826"/>
                <a:gd name="connsiteX22" fmla="*/ 991070 w 1598173"/>
                <a:gd name="connsiteY22" fmla="*/ 193321 h 591826"/>
                <a:gd name="connsiteX23" fmla="*/ 1002108 w 1598173"/>
                <a:gd name="connsiteY23" fmla="*/ 237271 h 591826"/>
                <a:gd name="connsiteX24" fmla="*/ 900669 w 1598173"/>
                <a:gd name="connsiteY24" fmla="*/ 269187 h 591826"/>
                <a:gd name="connsiteX25" fmla="*/ 750947 w 1598173"/>
                <a:gd name="connsiteY25" fmla="*/ 360424 h 591826"/>
                <a:gd name="connsiteX26" fmla="*/ 378983 w 1598173"/>
                <a:gd name="connsiteY26" fmla="*/ 526521 h 591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8173" h="591826">
                  <a:moveTo>
                    <a:pt x="378983" y="526521"/>
                  </a:moveTo>
                  <a:cubicBezTo>
                    <a:pt x="369625" y="528860"/>
                    <a:pt x="252655" y="545236"/>
                    <a:pt x="173116" y="577988"/>
                  </a:cubicBezTo>
                  <a:cubicBezTo>
                    <a:pt x="131007" y="596703"/>
                    <a:pt x="93576" y="599042"/>
                    <a:pt x="63164" y="568630"/>
                  </a:cubicBezTo>
                  <a:cubicBezTo>
                    <a:pt x="32752" y="535879"/>
                    <a:pt x="16376" y="505466"/>
                    <a:pt x="0" y="458678"/>
                  </a:cubicBezTo>
                  <a:cubicBezTo>
                    <a:pt x="77201" y="393175"/>
                    <a:pt x="63164" y="372121"/>
                    <a:pt x="123989" y="327672"/>
                  </a:cubicBezTo>
                  <a:cubicBezTo>
                    <a:pt x="325177" y="203684"/>
                    <a:pt x="409395" y="227078"/>
                    <a:pt x="460862" y="224738"/>
                  </a:cubicBezTo>
                  <a:cubicBezTo>
                    <a:pt x="519347" y="217720"/>
                    <a:pt x="587190" y="217720"/>
                    <a:pt x="673747" y="189647"/>
                  </a:cubicBezTo>
                  <a:cubicBezTo>
                    <a:pt x="788378" y="154556"/>
                    <a:pt x="844523" y="152217"/>
                    <a:pt x="926402" y="128823"/>
                  </a:cubicBezTo>
                  <a:cubicBezTo>
                    <a:pt x="1034015" y="100750"/>
                    <a:pt x="1087821" y="49284"/>
                    <a:pt x="1160342" y="18871"/>
                  </a:cubicBezTo>
                  <a:cubicBezTo>
                    <a:pt x="1324100" y="-13880"/>
                    <a:pt x="1434052" y="-2183"/>
                    <a:pt x="1583774" y="39926"/>
                  </a:cubicBezTo>
                  <a:cubicBezTo>
                    <a:pt x="1590792" y="42265"/>
                    <a:pt x="1597810" y="42265"/>
                    <a:pt x="1597810" y="51623"/>
                  </a:cubicBezTo>
                  <a:cubicBezTo>
                    <a:pt x="1600149" y="63320"/>
                    <a:pt x="1590792" y="65659"/>
                    <a:pt x="1581434" y="67999"/>
                  </a:cubicBezTo>
                  <a:cubicBezTo>
                    <a:pt x="1558040" y="77356"/>
                    <a:pt x="1536986" y="86714"/>
                    <a:pt x="1508913" y="75017"/>
                  </a:cubicBezTo>
                  <a:cubicBezTo>
                    <a:pt x="1483179" y="63320"/>
                    <a:pt x="1452767" y="65659"/>
                    <a:pt x="1424694" y="60981"/>
                  </a:cubicBezTo>
                  <a:cubicBezTo>
                    <a:pt x="1396622" y="49284"/>
                    <a:pt x="1359191" y="46944"/>
                    <a:pt x="1326440" y="56302"/>
                  </a:cubicBezTo>
                  <a:cubicBezTo>
                    <a:pt x="1359191" y="60981"/>
                    <a:pt x="1403640" y="65659"/>
                    <a:pt x="1424694" y="79696"/>
                  </a:cubicBezTo>
                  <a:cubicBezTo>
                    <a:pt x="1427034" y="126484"/>
                    <a:pt x="1391943" y="107769"/>
                    <a:pt x="1373228" y="112447"/>
                  </a:cubicBezTo>
                  <a:cubicBezTo>
                    <a:pt x="1342815" y="105429"/>
                    <a:pt x="1296027" y="96072"/>
                    <a:pt x="1270294" y="100750"/>
                  </a:cubicBezTo>
                  <a:cubicBezTo>
                    <a:pt x="1256258" y="105429"/>
                    <a:pt x="1235203" y="107769"/>
                    <a:pt x="1228185" y="110108"/>
                  </a:cubicBezTo>
                  <a:cubicBezTo>
                    <a:pt x="1235203" y="112447"/>
                    <a:pt x="1253918" y="114787"/>
                    <a:pt x="1270294" y="112447"/>
                  </a:cubicBezTo>
                  <a:cubicBezTo>
                    <a:pt x="1307724" y="107769"/>
                    <a:pt x="1331118" y="110108"/>
                    <a:pt x="1340476" y="131163"/>
                  </a:cubicBezTo>
                  <a:cubicBezTo>
                    <a:pt x="1291349" y="149878"/>
                    <a:pt x="1235203" y="142860"/>
                    <a:pt x="1188415" y="173272"/>
                  </a:cubicBezTo>
                  <a:cubicBezTo>
                    <a:pt x="1122912" y="184969"/>
                    <a:pt x="1056573" y="183964"/>
                    <a:pt x="991070" y="193321"/>
                  </a:cubicBezTo>
                  <a:cubicBezTo>
                    <a:pt x="972355" y="195661"/>
                    <a:pt x="1011466" y="220895"/>
                    <a:pt x="1002108" y="237271"/>
                  </a:cubicBezTo>
                  <a:cubicBezTo>
                    <a:pt x="997429" y="244289"/>
                    <a:pt x="921724" y="255151"/>
                    <a:pt x="900669" y="269187"/>
                  </a:cubicBezTo>
                  <a:lnTo>
                    <a:pt x="750947" y="360424"/>
                  </a:lnTo>
                  <a:cubicBezTo>
                    <a:pt x="633978" y="435284"/>
                    <a:pt x="517008" y="491430"/>
                    <a:pt x="378983" y="52652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7">
              <a:extLst>
                <a:ext uri="{FF2B5EF4-FFF2-40B4-BE49-F238E27FC236}">
                  <a16:creationId xmlns:a16="http://schemas.microsoft.com/office/drawing/2014/main" id="{5DDA8F0C-09E7-4659-8F2A-FC030F625486}"/>
                </a:ext>
              </a:extLst>
            </p:cNvPr>
            <p:cNvSpPr/>
            <p:nvPr/>
          </p:nvSpPr>
          <p:spPr>
            <a:xfrm flipH="1">
              <a:off x="8703117" y="4196716"/>
              <a:ext cx="963121" cy="700451"/>
            </a:xfrm>
            <a:custGeom>
              <a:avLst/>
              <a:gdLst>
                <a:gd name="connsiteX0" fmla="*/ 688156 w 772001"/>
                <a:gd name="connsiteY0" fmla="*/ 44691 h 561455"/>
                <a:gd name="connsiteX1" fmla="*/ 730265 w 772001"/>
                <a:gd name="connsiteY1" fmla="*/ 54048 h 561455"/>
                <a:gd name="connsiteX2" fmla="*/ 709211 w 772001"/>
                <a:gd name="connsiteY2" fmla="*/ 89139 h 561455"/>
                <a:gd name="connsiteX3" fmla="*/ 381695 w 772001"/>
                <a:gd name="connsiteY3" fmla="*/ 376885 h 561455"/>
                <a:gd name="connsiteX4" fmla="*/ 180506 w 772001"/>
                <a:gd name="connsiteY4" fmla="*/ 514910 h 561455"/>
                <a:gd name="connsiteX5" fmla="*/ 51839 w 772001"/>
                <a:gd name="connsiteY5" fmla="*/ 437710 h 561455"/>
                <a:gd name="connsiteX6" fmla="*/ 222615 w 772001"/>
                <a:gd name="connsiteY6" fmla="*/ 210788 h 561455"/>
                <a:gd name="connsiteX7" fmla="*/ 253028 w 772001"/>
                <a:gd name="connsiteY7" fmla="*/ 199091 h 561455"/>
                <a:gd name="connsiteX8" fmla="*/ 243670 w 772001"/>
                <a:gd name="connsiteY8" fmla="*/ 178036 h 561455"/>
                <a:gd name="connsiteX9" fmla="*/ 208579 w 772001"/>
                <a:gd name="connsiteY9" fmla="*/ 140606 h 561455"/>
                <a:gd name="connsiteX10" fmla="*/ 269403 w 772001"/>
                <a:gd name="connsiteY10" fmla="*/ 135927 h 561455"/>
                <a:gd name="connsiteX11" fmla="*/ 332567 w 772001"/>
                <a:gd name="connsiteY11" fmla="*/ 161661 h 561455"/>
                <a:gd name="connsiteX12" fmla="*/ 332567 w 772001"/>
                <a:gd name="connsiteY12" fmla="*/ 114873 h 561455"/>
                <a:gd name="connsiteX13" fmla="*/ 391052 w 772001"/>
                <a:gd name="connsiteY13" fmla="*/ 114873 h 561455"/>
                <a:gd name="connsiteX14" fmla="*/ 503343 w 772001"/>
                <a:gd name="connsiteY14" fmla="*/ 112533 h 561455"/>
                <a:gd name="connsiteX15" fmla="*/ 622653 w 772001"/>
                <a:gd name="connsiteY15" fmla="*/ 86800 h 561455"/>
                <a:gd name="connsiteX16" fmla="*/ 688156 w 772001"/>
                <a:gd name="connsiteY16" fmla="*/ 44691 h 56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2001" h="561455">
                  <a:moveTo>
                    <a:pt x="688156" y="44691"/>
                  </a:moveTo>
                  <a:cubicBezTo>
                    <a:pt x="702192" y="49369"/>
                    <a:pt x="720908" y="32994"/>
                    <a:pt x="730265" y="54048"/>
                  </a:cubicBezTo>
                  <a:cubicBezTo>
                    <a:pt x="739623" y="72763"/>
                    <a:pt x="718568" y="77442"/>
                    <a:pt x="709211" y="89139"/>
                  </a:cubicBezTo>
                  <a:cubicBezTo>
                    <a:pt x="608616" y="194412"/>
                    <a:pt x="491646" y="280970"/>
                    <a:pt x="381695" y="376885"/>
                  </a:cubicBezTo>
                  <a:cubicBezTo>
                    <a:pt x="320870" y="430692"/>
                    <a:pt x="250688" y="472801"/>
                    <a:pt x="180506" y="514910"/>
                  </a:cubicBezTo>
                  <a:cubicBezTo>
                    <a:pt x="91609" y="535965"/>
                    <a:pt x="72894" y="524268"/>
                    <a:pt x="51839" y="437710"/>
                  </a:cubicBezTo>
                  <a:cubicBezTo>
                    <a:pt x="19088" y="302025"/>
                    <a:pt x="77573" y="222485"/>
                    <a:pt x="222615" y="210788"/>
                  </a:cubicBezTo>
                  <a:cubicBezTo>
                    <a:pt x="234312" y="210788"/>
                    <a:pt x="246009" y="210788"/>
                    <a:pt x="253028" y="199091"/>
                  </a:cubicBezTo>
                  <a:cubicBezTo>
                    <a:pt x="257706" y="189733"/>
                    <a:pt x="250688" y="185055"/>
                    <a:pt x="243670" y="178036"/>
                  </a:cubicBezTo>
                  <a:cubicBezTo>
                    <a:pt x="231973" y="164000"/>
                    <a:pt x="199221" y="161661"/>
                    <a:pt x="208579" y="140606"/>
                  </a:cubicBezTo>
                  <a:cubicBezTo>
                    <a:pt x="220276" y="117212"/>
                    <a:pt x="248349" y="131248"/>
                    <a:pt x="269403" y="135927"/>
                  </a:cubicBezTo>
                  <a:cubicBezTo>
                    <a:pt x="290458" y="145285"/>
                    <a:pt x="313852" y="147624"/>
                    <a:pt x="332567" y="161661"/>
                  </a:cubicBezTo>
                  <a:cubicBezTo>
                    <a:pt x="344264" y="142945"/>
                    <a:pt x="313852" y="131248"/>
                    <a:pt x="332567" y="114873"/>
                  </a:cubicBezTo>
                  <a:cubicBezTo>
                    <a:pt x="353622" y="91479"/>
                    <a:pt x="372337" y="98497"/>
                    <a:pt x="391052" y="114873"/>
                  </a:cubicBezTo>
                  <a:cubicBezTo>
                    <a:pt x="430822" y="168679"/>
                    <a:pt x="465913" y="121891"/>
                    <a:pt x="503343" y="112533"/>
                  </a:cubicBezTo>
                  <a:cubicBezTo>
                    <a:pt x="540774" y="100836"/>
                    <a:pt x="566507" y="42351"/>
                    <a:pt x="622653" y="86800"/>
                  </a:cubicBezTo>
                  <a:cubicBezTo>
                    <a:pt x="632010" y="100836"/>
                    <a:pt x="667101" y="63406"/>
                    <a:pt x="688156" y="4469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8">
              <a:extLst>
                <a:ext uri="{FF2B5EF4-FFF2-40B4-BE49-F238E27FC236}">
                  <a16:creationId xmlns:a16="http://schemas.microsoft.com/office/drawing/2014/main" id="{C8EA6EAD-77C7-49E2-A0AE-AF8E7C2A23F0}"/>
                </a:ext>
              </a:extLst>
            </p:cNvPr>
            <p:cNvSpPr/>
            <p:nvPr/>
          </p:nvSpPr>
          <p:spPr>
            <a:xfrm flipH="1">
              <a:off x="9176562" y="4295144"/>
              <a:ext cx="204298" cy="175113"/>
            </a:xfrm>
            <a:custGeom>
              <a:avLst/>
              <a:gdLst>
                <a:gd name="connsiteX0" fmla="*/ 106158 w 163757"/>
                <a:gd name="connsiteY0" fmla="*/ 42994 h 140363"/>
                <a:gd name="connsiteX1" fmla="*/ 122534 w 163757"/>
                <a:gd name="connsiteY1" fmla="*/ 96801 h 140363"/>
                <a:gd name="connsiteX2" fmla="*/ 61710 w 163757"/>
                <a:gd name="connsiteY2" fmla="*/ 71067 h 140363"/>
                <a:gd name="connsiteX3" fmla="*/ 42994 w 163757"/>
                <a:gd name="connsiteY3" fmla="*/ 57031 h 140363"/>
                <a:gd name="connsiteX4" fmla="*/ 61710 w 163757"/>
                <a:gd name="connsiteY4" fmla="*/ 59370 h 140363"/>
                <a:gd name="connsiteX5" fmla="*/ 115516 w 163757"/>
                <a:gd name="connsiteY5" fmla="*/ 89782 h 140363"/>
                <a:gd name="connsiteX6" fmla="*/ 106158 w 163757"/>
                <a:gd name="connsiteY6" fmla="*/ 42994 h 14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57" h="140363">
                  <a:moveTo>
                    <a:pt x="106158" y="42994"/>
                  </a:moveTo>
                  <a:cubicBezTo>
                    <a:pt x="110837" y="66388"/>
                    <a:pt x="143589" y="87443"/>
                    <a:pt x="122534" y="96801"/>
                  </a:cubicBezTo>
                  <a:cubicBezTo>
                    <a:pt x="96801" y="110837"/>
                    <a:pt x="92122" y="85104"/>
                    <a:pt x="61710" y="71067"/>
                  </a:cubicBezTo>
                  <a:cubicBezTo>
                    <a:pt x="54691" y="68728"/>
                    <a:pt x="47673" y="61710"/>
                    <a:pt x="42994" y="57031"/>
                  </a:cubicBezTo>
                  <a:cubicBezTo>
                    <a:pt x="47673" y="57031"/>
                    <a:pt x="59370" y="59370"/>
                    <a:pt x="61710" y="59370"/>
                  </a:cubicBezTo>
                  <a:cubicBezTo>
                    <a:pt x="71067" y="61710"/>
                    <a:pt x="94461" y="94461"/>
                    <a:pt x="115516" y="89782"/>
                  </a:cubicBezTo>
                  <a:cubicBezTo>
                    <a:pt x="129552" y="87443"/>
                    <a:pt x="89782" y="50013"/>
                    <a:pt x="106158" y="42994"/>
                  </a:cubicBezTo>
                  <a:close/>
                </a:path>
              </a:pathLst>
            </a:custGeom>
            <a:solidFill>
              <a:srgbClr val="737171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9">
              <a:extLst>
                <a:ext uri="{FF2B5EF4-FFF2-40B4-BE49-F238E27FC236}">
                  <a16:creationId xmlns:a16="http://schemas.microsoft.com/office/drawing/2014/main" id="{CC4AF800-471C-47EB-A411-20E2EEACC162}"/>
                </a:ext>
              </a:extLst>
            </p:cNvPr>
            <p:cNvSpPr/>
            <p:nvPr/>
          </p:nvSpPr>
          <p:spPr>
            <a:xfrm flipH="1">
              <a:off x="9024798" y="4287699"/>
              <a:ext cx="204298" cy="175113"/>
            </a:xfrm>
            <a:custGeom>
              <a:avLst/>
              <a:gdLst>
                <a:gd name="connsiteX0" fmla="*/ 110837 w 163757"/>
                <a:gd name="connsiteY0" fmla="*/ 46623 h 140363"/>
                <a:gd name="connsiteX1" fmla="*/ 89782 w 163757"/>
                <a:gd name="connsiteY1" fmla="*/ 72356 h 140363"/>
                <a:gd name="connsiteX2" fmla="*/ 64049 w 163757"/>
                <a:gd name="connsiteY2" fmla="*/ 72356 h 140363"/>
                <a:gd name="connsiteX3" fmla="*/ 66388 w 163757"/>
                <a:gd name="connsiteY3" fmla="*/ 48962 h 140363"/>
                <a:gd name="connsiteX4" fmla="*/ 42994 w 163757"/>
                <a:gd name="connsiteY4" fmla="*/ 51302 h 140363"/>
                <a:gd name="connsiteX5" fmla="*/ 106158 w 163757"/>
                <a:gd name="connsiteY5" fmla="*/ 74696 h 140363"/>
                <a:gd name="connsiteX6" fmla="*/ 136570 w 163757"/>
                <a:gd name="connsiteY6" fmla="*/ 48962 h 140363"/>
                <a:gd name="connsiteX7" fmla="*/ 110837 w 163757"/>
                <a:gd name="connsiteY7" fmla="*/ 46623 h 14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757" h="140363">
                  <a:moveTo>
                    <a:pt x="110837" y="46623"/>
                  </a:moveTo>
                  <a:cubicBezTo>
                    <a:pt x="108497" y="58320"/>
                    <a:pt x="96800" y="65338"/>
                    <a:pt x="89782" y="72356"/>
                  </a:cubicBezTo>
                  <a:cubicBezTo>
                    <a:pt x="80425" y="79374"/>
                    <a:pt x="68728" y="81714"/>
                    <a:pt x="64049" y="72356"/>
                  </a:cubicBezTo>
                  <a:cubicBezTo>
                    <a:pt x="54691" y="55980"/>
                    <a:pt x="61709" y="58320"/>
                    <a:pt x="66388" y="48962"/>
                  </a:cubicBezTo>
                  <a:cubicBezTo>
                    <a:pt x="52352" y="48962"/>
                    <a:pt x="59370" y="51302"/>
                    <a:pt x="42994" y="51302"/>
                  </a:cubicBezTo>
                  <a:cubicBezTo>
                    <a:pt x="64049" y="109787"/>
                    <a:pt x="59370" y="107447"/>
                    <a:pt x="106158" y="74696"/>
                  </a:cubicBezTo>
                  <a:cubicBezTo>
                    <a:pt x="120194" y="65338"/>
                    <a:pt x="124873" y="58320"/>
                    <a:pt x="136570" y="48962"/>
                  </a:cubicBezTo>
                  <a:cubicBezTo>
                    <a:pt x="122534" y="48962"/>
                    <a:pt x="122534" y="37265"/>
                    <a:pt x="110837" y="46623"/>
                  </a:cubicBezTo>
                  <a:close/>
                </a:path>
              </a:pathLst>
            </a:custGeom>
            <a:solidFill>
              <a:srgbClr val="6C6969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20">
              <a:extLst>
                <a:ext uri="{FF2B5EF4-FFF2-40B4-BE49-F238E27FC236}">
                  <a16:creationId xmlns:a16="http://schemas.microsoft.com/office/drawing/2014/main" id="{13FA49BF-D8C3-48D1-A07E-EA199EECEFE6}"/>
                </a:ext>
              </a:extLst>
            </p:cNvPr>
            <p:cNvSpPr/>
            <p:nvPr/>
          </p:nvSpPr>
          <p:spPr>
            <a:xfrm flipH="1">
              <a:off x="8887626" y="4255524"/>
              <a:ext cx="175113" cy="145927"/>
            </a:xfrm>
            <a:custGeom>
              <a:avLst/>
              <a:gdLst>
                <a:gd name="connsiteX0" fmla="*/ 94461 w 140363"/>
                <a:gd name="connsiteY0" fmla="*/ 46680 h 116969"/>
                <a:gd name="connsiteX1" fmla="*/ 78085 w 140363"/>
                <a:gd name="connsiteY1" fmla="*/ 72413 h 116969"/>
                <a:gd name="connsiteX2" fmla="*/ 59370 w 140363"/>
                <a:gd name="connsiteY2" fmla="*/ 72413 h 116969"/>
                <a:gd name="connsiteX3" fmla="*/ 61710 w 140363"/>
                <a:gd name="connsiteY3" fmla="*/ 49019 h 116969"/>
                <a:gd name="connsiteX4" fmla="*/ 42994 w 140363"/>
                <a:gd name="connsiteY4" fmla="*/ 49019 h 116969"/>
                <a:gd name="connsiteX5" fmla="*/ 89782 w 140363"/>
                <a:gd name="connsiteY5" fmla="*/ 72413 h 116969"/>
                <a:gd name="connsiteX6" fmla="*/ 113176 w 140363"/>
                <a:gd name="connsiteY6" fmla="*/ 46680 h 116969"/>
                <a:gd name="connsiteX7" fmla="*/ 94461 w 140363"/>
                <a:gd name="connsiteY7" fmla="*/ 46680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0363" h="116969">
                  <a:moveTo>
                    <a:pt x="94461" y="46680"/>
                  </a:moveTo>
                  <a:cubicBezTo>
                    <a:pt x="92122" y="58377"/>
                    <a:pt x="85104" y="65395"/>
                    <a:pt x="78085" y="72413"/>
                  </a:cubicBezTo>
                  <a:cubicBezTo>
                    <a:pt x="71067" y="79432"/>
                    <a:pt x="64049" y="81771"/>
                    <a:pt x="59370" y="72413"/>
                  </a:cubicBezTo>
                  <a:cubicBezTo>
                    <a:pt x="52352" y="56038"/>
                    <a:pt x="57031" y="58377"/>
                    <a:pt x="61710" y="49019"/>
                  </a:cubicBezTo>
                  <a:cubicBezTo>
                    <a:pt x="50013" y="49019"/>
                    <a:pt x="54691" y="49019"/>
                    <a:pt x="42994" y="49019"/>
                  </a:cubicBezTo>
                  <a:cubicBezTo>
                    <a:pt x="59370" y="107504"/>
                    <a:pt x="54691" y="105165"/>
                    <a:pt x="89782" y="72413"/>
                  </a:cubicBezTo>
                  <a:cubicBezTo>
                    <a:pt x="99140" y="63056"/>
                    <a:pt x="103819" y="56038"/>
                    <a:pt x="113176" y="46680"/>
                  </a:cubicBezTo>
                  <a:cubicBezTo>
                    <a:pt x="103819" y="49019"/>
                    <a:pt x="103819" y="37322"/>
                    <a:pt x="94461" y="46680"/>
                  </a:cubicBezTo>
                  <a:close/>
                </a:path>
              </a:pathLst>
            </a:custGeom>
            <a:solidFill>
              <a:srgbClr val="6C6969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7345D380-B1DA-481B-A7A4-2849CC7839DE}"/>
                </a:ext>
              </a:extLst>
            </p:cNvPr>
            <p:cNvGrpSpPr/>
            <p:nvPr/>
          </p:nvGrpSpPr>
          <p:grpSpPr>
            <a:xfrm flipH="1">
              <a:off x="9546893" y="5193607"/>
              <a:ext cx="1399559" cy="393724"/>
              <a:chOff x="8963351" y="2835327"/>
              <a:chExt cx="1121835" cy="315595"/>
            </a:xfrm>
          </p:grpSpPr>
          <p:sp>
            <p:nvSpPr>
              <p:cNvPr id="177" name="Freeform: Shape 33">
                <a:extLst>
                  <a:ext uri="{FF2B5EF4-FFF2-40B4-BE49-F238E27FC236}">
                    <a16:creationId xmlns:a16="http://schemas.microsoft.com/office/drawing/2014/main" id="{8641CBF8-61BA-4E17-850B-11E53B3A8CBF}"/>
                  </a:ext>
                </a:extLst>
              </p:cNvPr>
              <p:cNvSpPr/>
              <p:nvPr/>
            </p:nvSpPr>
            <p:spPr>
              <a:xfrm>
                <a:off x="9991610" y="2901191"/>
                <a:ext cx="93576" cy="163758"/>
              </a:xfrm>
              <a:custGeom>
                <a:avLst/>
                <a:gdLst>
                  <a:gd name="connsiteX0" fmla="*/ 66128 w 93575"/>
                  <a:gd name="connsiteY0" fmla="*/ 106158 h 163757"/>
                  <a:gd name="connsiteX1" fmla="*/ 45074 w 93575"/>
                  <a:gd name="connsiteY1" fmla="*/ 108498 h 163757"/>
                  <a:gd name="connsiteX2" fmla="*/ 45074 w 93575"/>
                  <a:gd name="connsiteY2" fmla="*/ 42994 h 163757"/>
                  <a:gd name="connsiteX3" fmla="*/ 66128 w 93575"/>
                  <a:gd name="connsiteY3" fmla="*/ 87443 h 163757"/>
                  <a:gd name="connsiteX4" fmla="*/ 66128 w 93575"/>
                  <a:gd name="connsiteY4" fmla="*/ 106158 h 163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575" h="163757">
                    <a:moveTo>
                      <a:pt x="66128" y="106158"/>
                    </a:moveTo>
                    <a:cubicBezTo>
                      <a:pt x="59110" y="110837"/>
                      <a:pt x="52092" y="141249"/>
                      <a:pt x="45074" y="108498"/>
                    </a:cubicBezTo>
                    <a:cubicBezTo>
                      <a:pt x="40395" y="89782"/>
                      <a:pt x="45074" y="68728"/>
                      <a:pt x="45074" y="42994"/>
                    </a:cubicBezTo>
                    <a:cubicBezTo>
                      <a:pt x="63789" y="57031"/>
                      <a:pt x="49753" y="80425"/>
                      <a:pt x="66128" y="87443"/>
                    </a:cubicBezTo>
                    <a:cubicBezTo>
                      <a:pt x="66128" y="94461"/>
                      <a:pt x="66128" y="101479"/>
                      <a:pt x="66128" y="106158"/>
                    </a:cubicBezTo>
                    <a:close/>
                  </a:path>
                </a:pathLst>
              </a:custGeom>
              <a:solidFill>
                <a:srgbClr val="050505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34">
                <a:extLst>
                  <a:ext uri="{FF2B5EF4-FFF2-40B4-BE49-F238E27FC236}">
                    <a16:creationId xmlns:a16="http://schemas.microsoft.com/office/drawing/2014/main" id="{EC01C1B7-8235-4863-A5DF-472C1CB33721}"/>
                  </a:ext>
                </a:extLst>
              </p:cNvPr>
              <p:cNvSpPr/>
              <p:nvPr/>
            </p:nvSpPr>
            <p:spPr>
              <a:xfrm>
                <a:off x="9071658" y="2854204"/>
                <a:ext cx="444486" cy="257334"/>
              </a:xfrm>
              <a:custGeom>
                <a:avLst/>
                <a:gdLst>
                  <a:gd name="connsiteX0" fmla="*/ 422284 w 444485"/>
                  <a:gd name="connsiteY0" fmla="*/ 183557 h 257333"/>
                  <a:gd name="connsiteX1" fmla="*/ 375496 w 444485"/>
                  <a:gd name="connsiteY1" fmla="*/ 223327 h 257333"/>
                  <a:gd name="connsiteX2" fmla="*/ 66696 w 444485"/>
                  <a:gd name="connsiteY2" fmla="*/ 150805 h 257333"/>
                  <a:gd name="connsiteX3" fmla="*/ 45641 w 444485"/>
                  <a:gd name="connsiteY3" fmla="*/ 94660 h 257333"/>
                  <a:gd name="connsiteX4" fmla="*/ 104126 w 444485"/>
                  <a:gd name="connsiteY4" fmla="*/ 47872 h 257333"/>
                  <a:gd name="connsiteX5" fmla="*/ 377836 w 444485"/>
                  <a:gd name="connsiteY5" fmla="*/ 120393 h 257333"/>
                  <a:gd name="connsiteX6" fmla="*/ 422284 w 444485"/>
                  <a:gd name="connsiteY6" fmla="*/ 183557 h 257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4485" h="257333">
                    <a:moveTo>
                      <a:pt x="422284" y="183557"/>
                    </a:moveTo>
                    <a:cubicBezTo>
                      <a:pt x="429303" y="223327"/>
                      <a:pt x="408248" y="232684"/>
                      <a:pt x="375496" y="223327"/>
                    </a:cubicBezTo>
                    <a:cubicBezTo>
                      <a:pt x="272563" y="199933"/>
                      <a:pt x="169629" y="174199"/>
                      <a:pt x="66696" y="150805"/>
                    </a:cubicBezTo>
                    <a:cubicBezTo>
                      <a:pt x="29265" y="141448"/>
                      <a:pt x="47981" y="115714"/>
                      <a:pt x="45641" y="94660"/>
                    </a:cubicBezTo>
                    <a:cubicBezTo>
                      <a:pt x="38623" y="43193"/>
                      <a:pt x="54999" y="36175"/>
                      <a:pt x="104126" y="47872"/>
                    </a:cubicBezTo>
                    <a:cubicBezTo>
                      <a:pt x="197702" y="66587"/>
                      <a:pt x="286599" y="94660"/>
                      <a:pt x="377836" y="120393"/>
                    </a:cubicBezTo>
                    <a:cubicBezTo>
                      <a:pt x="415266" y="132090"/>
                      <a:pt x="431642" y="146127"/>
                      <a:pt x="422284" y="183557"/>
                    </a:cubicBezTo>
                    <a:close/>
                  </a:path>
                </a:pathLst>
              </a:custGeom>
              <a:solidFill>
                <a:srgbClr val="000000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35">
                <a:extLst>
                  <a:ext uri="{FF2B5EF4-FFF2-40B4-BE49-F238E27FC236}">
                    <a16:creationId xmlns:a16="http://schemas.microsoft.com/office/drawing/2014/main" id="{E52D8CC8-190F-45B4-831E-CD5EBFC27936}"/>
                  </a:ext>
                </a:extLst>
              </p:cNvPr>
              <p:cNvSpPr/>
              <p:nvPr/>
            </p:nvSpPr>
            <p:spPr>
              <a:xfrm>
                <a:off x="9480134" y="2950191"/>
                <a:ext cx="257334" cy="187152"/>
              </a:xfrm>
              <a:custGeom>
                <a:avLst/>
                <a:gdLst>
                  <a:gd name="connsiteX0" fmla="*/ 229034 w 257333"/>
                  <a:gd name="connsiteY0" fmla="*/ 80552 h 187151"/>
                  <a:gd name="connsiteX1" fmla="*/ 219676 w 257333"/>
                  <a:gd name="connsiteY1" fmla="*/ 122661 h 187151"/>
                  <a:gd name="connsiteX2" fmla="*/ 189264 w 257333"/>
                  <a:gd name="connsiteY2" fmla="*/ 153074 h 187151"/>
                  <a:gd name="connsiteX3" fmla="*/ 67615 w 257333"/>
                  <a:gd name="connsiteY3" fmla="*/ 141377 h 187151"/>
                  <a:gd name="connsiteX4" fmla="*/ 46561 w 257333"/>
                  <a:gd name="connsiteY4" fmla="*/ 89910 h 187151"/>
                  <a:gd name="connsiteX5" fmla="*/ 69955 w 257333"/>
                  <a:gd name="connsiteY5" fmla="*/ 43122 h 187151"/>
                  <a:gd name="connsiteX6" fmla="*/ 224355 w 257333"/>
                  <a:gd name="connsiteY6" fmla="*/ 66516 h 187151"/>
                  <a:gd name="connsiteX7" fmla="*/ 229034 w 257333"/>
                  <a:gd name="connsiteY7" fmla="*/ 80552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7333" h="187151">
                    <a:moveTo>
                      <a:pt x="229034" y="80552"/>
                    </a:moveTo>
                    <a:cubicBezTo>
                      <a:pt x="214997" y="92249"/>
                      <a:pt x="219676" y="108625"/>
                      <a:pt x="219676" y="122661"/>
                    </a:cubicBezTo>
                    <a:cubicBezTo>
                      <a:pt x="222016" y="143716"/>
                      <a:pt x="212658" y="155413"/>
                      <a:pt x="189264" y="153074"/>
                    </a:cubicBezTo>
                    <a:cubicBezTo>
                      <a:pt x="149494" y="148395"/>
                      <a:pt x="107385" y="146055"/>
                      <a:pt x="67615" y="141377"/>
                    </a:cubicBezTo>
                    <a:cubicBezTo>
                      <a:pt x="30185" y="136698"/>
                      <a:pt x="46561" y="108625"/>
                      <a:pt x="46561" y="89910"/>
                    </a:cubicBezTo>
                    <a:cubicBezTo>
                      <a:pt x="44221" y="71195"/>
                      <a:pt x="41882" y="40782"/>
                      <a:pt x="69955" y="43122"/>
                    </a:cubicBezTo>
                    <a:cubicBezTo>
                      <a:pt x="121421" y="47801"/>
                      <a:pt x="172888" y="57158"/>
                      <a:pt x="224355" y="66516"/>
                    </a:cubicBezTo>
                    <a:cubicBezTo>
                      <a:pt x="229034" y="66516"/>
                      <a:pt x="229034" y="75873"/>
                      <a:pt x="229034" y="80552"/>
                    </a:cubicBezTo>
                    <a:close/>
                  </a:path>
                </a:pathLst>
              </a:custGeom>
              <a:solidFill>
                <a:srgbClr val="020202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36">
                <a:extLst>
                  <a:ext uri="{FF2B5EF4-FFF2-40B4-BE49-F238E27FC236}">
                    <a16:creationId xmlns:a16="http://schemas.microsoft.com/office/drawing/2014/main" id="{16AEDC32-AE4D-4F13-9CAC-95EA6F2AD9F3}"/>
                  </a:ext>
                </a:extLst>
              </p:cNvPr>
              <p:cNvSpPr/>
              <p:nvPr/>
            </p:nvSpPr>
            <p:spPr>
              <a:xfrm>
                <a:off x="9682317" y="2963770"/>
                <a:ext cx="280728" cy="187152"/>
              </a:xfrm>
              <a:custGeom>
                <a:avLst/>
                <a:gdLst>
                  <a:gd name="connsiteX0" fmla="*/ 239736 w 280727"/>
                  <a:gd name="connsiteY0" fmla="*/ 57616 h 187151"/>
                  <a:gd name="connsiteX1" fmla="*/ 237397 w 280727"/>
                  <a:gd name="connsiteY1" fmla="*/ 104404 h 187151"/>
                  <a:gd name="connsiteX2" fmla="*/ 211663 w 280727"/>
                  <a:gd name="connsiteY2" fmla="*/ 141834 h 187151"/>
                  <a:gd name="connsiteX3" fmla="*/ 80657 w 280727"/>
                  <a:gd name="connsiteY3" fmla="*/ 151192 h 187151"/>
                  <a:gd name="connsiteX4" fmla="*/ 47906 w 280727"/>
                  <a:gd name="connsiteY4" fmla="*/ 99725 h 187151"/>
                  <a:gd name="connsiteX5" fmla="*/ 66621 w 280727"/>
                  <a:gd name="connsiteY5" fmla="*/ 45919 h 187151"/>
                  <a:gd name="connsiteX6" fmla="*/ 235057 w 280727"/>
                  <a:gd name="connsiteY6" fmla="*/ 43579 h 187151"/>
                  <a:gd name="connsiteX7" fmla="*/ 239736 w 280727"/>
                  <a:gd name="connsiteY7" fmla="*/ 57616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0727" h="187151">
                    <a:moveTo>
                      <a:pt x="239736" y="57616"/>
                    </a:moveTo>
                    <a:cubicBezTo>
                      <a:pt x="225700" y="71652"/>
                      <a:pt x="235057" y="88028"/>
                      <a:pt x="237397" y="104404"/>
                    </a:cubicBezTo>
                    <a:cubicBezTo>
                      <a:pt x="244415" y="127798"/>
                      <a:pt x="235057" y="139495"/>
                      <a:pt x="211663" y="141834"/>
                    </a:cubicBezTo>
                    <a:cubicBezTo>
                      <a:pt x="167215" y="144173"/>
                      <a:pt x="125106" y="148852"/>
                      <a:pt x="80657" y="151192"/>
                    </a:cubicBezTo>
                    <a:cubicBezTo>
                      <a:pt x="40887" y="153531"/>
                      <a:pt x="52584" y="120779"/>
                      <a:pt x="47906" y="99725"/>
                    </a:cubicBezTo>
                    <a:cubicBezTo>
                      <a:pt x="43227" y="78670"/>
                      <a:pt x="33869" y="48258"/>
                      <a:pt x="66621" y="45919"/>
                    </a:cubicBezTo>
                    <a:cubicBezTo>
                      <a:pt x="122766" y="41240"/>
                      <a:pt x="178912" y="43579"/>
                      <a:pt x="235057" y="43579"/>
                    </a:cubicBezTo>
                    <a:cubicBezTo>
                      <a:pt x="235057" y="43579"/>
                      <a:pt x="237397" y="52937"/>
                      <a:pt x="239736" y="57616"/>
                    </a:cubicBezTo>
                    <a:close/>
                  </a:path>
                </a:pathLst>
              </a:custGeom>
              <a:solidFill>
                <a:srgbClr val="020202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37">
                <a:extLst>
                  <a:ext uri="{FF2B5EF4-FFF2-40B4-BE49-F238E27FC236}">
                    <a16:creationId xmlns:a16="http://schemas.microsoft.com/office/drawing/2014/main" id="{16874BE8-B26F-4A1E-9308-794CC1197CC0}"/>
                  </a:ext>
                </a:extLst>
              </p:cNvPr>
              <p:cNvSpPr/>
              <p:nvPr/>
            </p:nvSpPr>
            <p:spPr>
              <a:xfrm>
                <a:off x="8963351" y="2835327"/>
                <a:ext cx="140364" cy="187152"/>
              </a:xfrm>
              <a:custGeom>
                <a:avLst/>
                <a:gdLst>
                  <a:gd name="connsiteX0" fmla="*/ 43997 w 140363"/>
                  <a:gd name="connsiteY0" fmla="*/ 99500 h 187151"/>
                  <a:gd name="connsiteX1" fmla="*/ 76749 w 140363"/>
                  <a:gd name="connsiteY1" fmla="*/ 43355 h 187151"/>
                  <a:gd name="connsiteX2" fmla="*/ 104821 w 140363"/>
                  <a:gd name="connsiteY2" fmla="*/ 113537 h 187151"/>
                  <a:gd name="connsiteX3" fmla="*/ 72070 w 140363"/>
                  <a:gd name="connsiteY3" fmla="*/ 155646 h 187151"/>
                  <a:gd name="connsiteX4" fmla="*/ 43997 w 140363"/>
                  <a:gd name="connsiteY4" fmla="*/ 99500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363" h="187151">
                    <a:moveTo>
                      <a:pt x="43997" y="99500"/>
                    </a:moveTo>
                    <a:cubicBezTo>
                      <a:pt x="53355" y="80785"/>
                      <a:pt x="27621" y="38676"/>
                      <a:pt x="76749" y="43355"/>
                    </a:cubicBezTo>
                    <a:cubicBezTo>
                      <a:pt x="130555" y="48033"/>
                      <a:pt x="100143" y="90143"/>
                      <a:pt x="104821" y="113537"/>
                    </a:cubicBezTo>
                    <a:cubicBezTo>
                      <a:pt x="109500" y="134591"/>
                      <a:pt x="107161" y="157985"/>
                      <a:pt x="72070" y="155646"/>
                    </a:cubicBezTo>
                    <a:cubicBezTo>
                      <a:pt x="27621" y="153306"/>
                      <a:pt x="48676" y="120555"/>
                      <a:pt x="43997" y="995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38">
                <a:extLst>
                  <a:ext uri="{FF2B5EF4-FFF2-40B4-BE49-F238E27FC236}">
                    <a16:creationId xmlns:a16="http://schemas.microsoft.com/office/drawing/2014/main" id="{2FCC1DD9-1532-4967-ABB6-5A686690BD37}"/>
                  </a:ext>
                </a:extLst>
              </p:cNvPr>
              <p:cNvSpPr/>
              <p:nvPr/>
            </p:nvSpPr>
            <p:spPr>
              <a:xfrm>
                <a:off x="9892135" y="2926594"/>
                <a:ext cx="163758" cy="187152"/>
              </a:xfrm>
              <a:custGeom>
                <a:avLst/>
                <a:gdLst>
                  <a:gd name="connsiteX0" fmla="*/ 46294 w 163757"/>
                  <a:gd name="connsiteY0" fmla="*/ 155616 h 187151"/>
                  <a:gd name="connsiteX1" fmla="*/ 43954 w 163757"/>
                  <a:gd name="connsiteY1" fmla="*/ 111167 h 187151"/>
                  <a:gd name="connsiteX2" fmla="*/ 100100 w 163757"/>
                  <a:gd name="connsiteY2" fmla="*/ 45664 h 187151"/>
                  <a:gd name="connsiteX3" fmla="*/ 123494 w 163757"/>
                  <a:gd name="connsiteY3" fmla="*/ 64379 h 187151"/>
                  <a:gd name="connsiteX4" fmla="*/ 46294 w 163757"/>
                  <a:gd name="connsiteY4" fmla="*/ 155616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3757" h="187151">
                    <a:moveTo>
                      <a:pt x="46294" y="155616"/>
                    </a:moveTo>
                    <a:cubicBezTo>
                      <a:pt x="46294" y="141579"/>
                      <a:pt x="46294" y="125204"/>
                      <a:pt x="43954" y="111167"/>
                    </a:cubicBezTo>
                    <a:cubicBezTo>
                      <a:pt x="36936" y="66719"/>
                      <a:pt x="69688" y="57361"/>
                      <a:pt x="100100" y="45664"/>
                    </a:cubicBezTo>
                    <a:cubicBezTo>
                      <a:pt x="116476" y="38646"/>
                      <a:pt x="123494" y="45664"/>
                      <a:pt x="123494" y="64379"/>
                    </a:cubicBezTo>
                    <a:cubicBezTo>
                      <a:pt x="121155" y="115846"/>
                      <a:pt x="102439" y="153276"/>
                      <a:pt x="46294" y="155616"/>
                    </a:cubicBezTo>
                    <a:close/>
                  </a:path>
                </a:pathLst>
              </a:custGeom>
              <a:solidFill>
                <a:srgbClr val="020202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6" name="Freeform: Shape 22">
              <a:extLst>
                <a:ext uri="{FF2B5EF4-FFF2-40B4-BE49-F238E27FC236}">
                  <a16:creationId xmlns:a16="http://schemas.microsoft.com/office/drawing/2014/main" id="{2565B2A7-9ACF-4665-B981-F386B8655358}"/>
                </a:ext>
              </a:extLst>
            </p:cNvPr>
            <p:cNvSpPr/>
            <p:nvPr/>
          </p:nvSpPr>
          <p:spPr>
            <a:xfrm flipH="1">
              <a:off x="9801847" y="4826319"/>
              <a:ext cx="145927" cy="145927"/>
            </a:xfrm>
            <a:custGeom>
              <a:avLst/>
              <a:gdLst>
                <a:gd name="connsiteX0" fmla="*/ 66963 w 116969"/>
                <a:gd name="connsiteY0" fmla="*/ 42994 h 116969"/>
                <a:gd name="connsiteX1" fmla="*/ 85678 w 116969"/>
                <a:gd name="connsiteY1" fmla="*/ 66388 h 116969"/>
                <a:gd name="connsiteX2" fmla="*/ 59945 w 116969"/>
                <a:gd name="connsiteY2" fmla="*/ 87443 h 116969"/>
                <a:gd name="connsiteX3" fmla="*/ 43569 w 116969"/>
                <a:gd name="connsiteY3" fmla="*/ 61709 h 116969"/>
                <a:gd name="connsiteX4" fmla="*/ 66963 w 116969"/>
                <a:gd name="connsiteY4" fmla="*/ 42994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69" h="116969">
                  <a:moveTo>
                    <a:pt x="66963" y="42994"/>
                  </a:moveTo>
                  <a:cubicBezTo>
                    <a:pt x="78660" y="45334"/>
                    <a:pt x="88017" y="54691"/>
                    <a:pt x="85678" y="66388"/>
                  </a:cubicBezTo>
                  <a:cubicBezTo>
                    <a:pt x="85678" y="80425"/>
                    <a:pt x="76320" y="92122"/>
                    <a:pt x="59945" y="87443"/>
                  </a:cubicBezTo>
                  <a:cubicBezTo>
                    <a:pt x="45908" y="85103"/>
                    <a:pt x="41229" y="73406"/>
                    <a:pt x="43569" y="61709"/>
                  </a:cubicBezTo>
                  <a:cubicBezTo>
                    <a:pt x="45908" y="50012"/>
                    <a:pt x="52926" y="42994"/>
                    <a:pt x="66963" y="42994"/>
                  </a:cubicBezTo>
                  <a:close/>
                </a:path>
              </a:pathLst>
            </a:custGeom>
            <a:solidFill>
              <a:srgbClr val="D6D6D6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23">
              <a:extLst>
                <a:ext uri="{FF2B5EF4-FFF2-40B4-BE49-F238E27FC236}">
                  <a16:creationId xmlns:a16="http://schemas.microsoft.com/office/drawing/2014/main" id="{70D0530B-4524-4066-9B4A-D0EB24A03724}"/>
                </a:ext>
              </a:extLst>
            </p:cNvPr>
            <p:cNvSpPr/>
            <p:nvPr/>
          </p:nvSpPr>
          <p:spPr>
            <a:xfrm flipH="1">
              <a:off x="9777783" y="5222682"/>
              <a:ext cx="145927" cy="145927"/>
            </a:xfrm>
            <a:custGeom>
              <a:avLst/>
              <a:gdLst>
                <a:gd name="connsiteX0" fmla="*/ 80425 w 116969"/>
                <a:gd name="connsiteY0" fmla="*/ 59818 h 116969"/>
                <a:gd name="connsiteX1" fmla="*/ 64049 w 116969"/>
                <a:gd name="connsiteY1" fmla="*/ 80873 h 116969"/>
                <a:gd name="connsiteX2" fmla="*/ 42994 w 116969"/>
                <a:gd name="connsiteY2" fmla="*/ 64497 h 116969"/>
                <a:gd name="connsiteX3" fmla="*/ 61710 w 116969"/>
                <a:gd name="connsiteY3" fmla="*/ 43443 h 116969"/>
                <a:gd name="connsiteX4" fmla="*/ 80425 w 116969"/>
                <a:gd name="connsiteY4" fmla="*/ 59818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69" h="116969">
                  <a:moveTo>
                    <a:pt x="80425" y="59818"/>
                  </a:moveTo>
                  <a:cubicBezTo>
                    <a:pt x="80425" y="71515"/>
                    <a:pt x="75746" y="78534"/>
                    <a:pt x="64049" y="80873"/>
                  </a:cubicBezTo>
                  <a:cubicBezTo>
                    <a:pt x="52352" y="80873"/>
                    <a:pt x="45334" y="73855"/>
                    <a:pt x="42994" y="64497"/>
                  </a:cubicBezTo>
                  <a:cubicBezTo>
                    <a:pt x="42994" y="52800"/>
                    <a:pt x="50013" y="45782"/>
                    <a:pt x="61710" y="43443"/>
                  </a:cubicBezTo>
                  <a:cubicBezTo>
                    <a:pt x="71067" y="41103"/>
                    <a:pt x="78085" y="48121"/>
                    <a:pt x="80425" y="59818"/>
                  </a:cubicBezTo>
                  <a:close/>
                </a:path>
              </a:pathLst>
            </a:custGeom>
            <a:solidFill>
              <a:srgbClr val="CFCFCF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24">
              <a:extLst>
                <a:ext uri="{FF2B5EF4-FFF2-40B4-BE49-F238E27FC236}">
                  <a16:creationId xmlns:a16="http://schemas.microsoft.com/office/drawing/2014/main" id="{310B5967-AB3D-4A84-B18B-C929252CFE65}"/>
                </a:ext>
              </a:extLst>
            </p:cNvPr>
            <p:cNvSpPr/>
            <p:nvPr/>
          </p:nvSpPr>
          <p:spPr>
            <a:xfrm flipH="1">
              <a:off x="9880491" y="4449267"/>
              <a:ext cx="145927" cy="145927"/>
            </a:xfrm>
            <a:custGeom>
              <a:avLst/>
              <a:gdLst>
                <a:gd name="connsiteX0" fmla="*/ 59818 w 116969"/>
                <a:gd name="connsiteY0" fmla="*/ 80873 h 116969"/>
                <a:gd name="connsiteX1" fmla="*/ 43443 w 116969"/>
                <a:gd name="connsiteY1" fmla="*/ 59818 h 116969"/>
                <a:gd name="connsiteX2" fmla="*/ 64497 w 116969"/>
                <a:gd name="connsiteY2" fmla="*/ 43443 h 116969"/>
                <a:gd name="connsiteX3" fmla="*/ 78534 w 116969"/>
                <a:gd name="connsiteY3" fmla="*/ 62158 h 116969"/>
                <a:gd name="connsiteX4" fmla="*/ 59818 w 116969"/>
                <a:gd name="connsiteY4" fmla="*/ 80873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69" h="116969">
                  <a:moveTo>
                    <a:pt x="59818" y="80873"/>
                  </a:moveTo>
                  <a:cubicBezTo>
                    <a:pt x="48121" y="78534"/>
                    <a:pt x="41103" y="73855"/>
                    <a:pt x="43443" y="59818"/>
                  </a:cubicBezTo>
                  <a:cubicBezTo>
                    <a:pt x="45782" y="48121"/>
                    <a:pt x="52800" y="41103"/>
                    <a:pt x="64497" y="43443"/>
                  </a:cubicBezTo>
                  <a:cubicBezTo>
                    <a:pt x="73855" y="45782"/>
                    <a:pt x="80873" y="52800"/>
                    <a:pt x="78534" y="62158"/>
                  </a:cubicBezTo>
                  <a:cubicBezTo>
                    <a:pt x="78534" y="73855"/>
                    <a:pt x="71515" y="80873"/>
                    <a:pt x="59818" y="80873"/>
                  </a:cubicBezTo>
                  <a:close/>
                </a:path>
              </a:pathLst>
            </a:custGeom>
            <a:solidFill>
              <a:srgbClr val="D6D5D5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25">
              <a:extLst>
                <a:ext uri="{FF2B5EF4-FFF2-40B4-BE49-F238E27FC236}">
                  <a16:creationId xmlns:a16="http://schemas.microsoft.com/office/drawing/2014/main" id="{132A4253-53E5-4379-B761-A3BC0E2E3279}"/>
                </a:ext>
              </a:extLst>
            </p:cNvPr>
            <p:cNvSpPr/>
            <p:nvPr/>
          </p:nvSpPr>
          <p:spPr>
            <a:xfrm flipH="1">
              <a:off x="9736923" y="2240488"/>
              <a:ext cx="700452" cy="904749"/>
            </a:xfrm>
            <a:custGeom>
              <a:avLst/>
              <a:gdLst>
                <a:gd name="connsiteX0" fmla="*/ 515553 w 561455"/>
                <a:gd name="connsiteY0" fmla="*/ 42994 h 725213"/>
                <a:gd name="connsiteX1" fmla="*/ 501517 w 561455"/>
                <a:gd name="connsiteY1" fmla="*/ 57031 h 725213"/>
                <a:gd name="connsiteX2" fmla="*/ 506195 w 561455"/>
                <a:gd name="connsiteY2" fmla="*/ 204413 h 725213"/>
                <a:gd name="connsiteX3" fmla="*/ 396244 w 561455"/>
                <a:gd name="connsiteY3" fmla="*/ 534268 h 725213"/>
                <a:gd name="connsiteX4" fmla="*/ 351795 w 561455"/>
                <a:gd name="connsiteY4" fmla="*/ 597432 h 725213"/>
                <a:gd name="connsiteX5" fmla="*/ 293310 w 561455"/>
                <a:gd name="connsiteY5" fmla="*/ 691008 h 725213"/>
                <a:gd name="connsiteX6" fmla="*/ 42994 w 561455"/>
                <a:gd name="connsiteY6" fmla="*/ 564680 h 725213"/>
                <a:gd name="connsiteX7" fmla="*/ 283952 w 561455"/>
                <a:gd name="connsiteY7" fmla="*/ 700366 h 725213"/>
                <a:gd name="connsiteX8" fmla="*/ 326062 w 561455"/>
                <a:gd name="connsiteY8" fmla="*/ 681650 h 725213"/>
                <a:gd name="connsiteX9" fmla="*/ 363492 w 561455"/>
                <a:gd name="connsiteY9" fmla="*/ 595093 h 725213"/>
                <a:gd name="connsiteX10" fmla="*/ 398583 w 561455"/>
                <a:gd name="connsiteY10" fmla="*/ 543626 h 725213"/>
                <a:gd name="connsiteX11" fmla="*/ 468765 w 561455"/>
                <a:gd name="connsiteY11" fmla="*/ 412619 h 725213"/>
                <a:gd name="connsiteX12" fmla="*/ 515553 w 561455"/>
                <a:gd name="connsiteY12" fmla="*/ 206752 h 725213"/>
                <a:gd name="connsiteX13" fmla="*/ 515553 w 561455"/>
                <a:gd name="connsiteY13" fmla="*/ 42994 h 725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1455" h="725213">
                  <a:moveTo>
                    <a:pt x="515553" y="42994"/>
                  </a:moveTo>
                  <a:cubicBezTo>
                    <a:pt x="503856" y="50013"/>
                    <a:pt x="513214" y="50013"/>
                    <a:pt x="501517" y="57031"/>
                  </a:cubicBezTo>
                  <a:cubicBezTo>
                    <a:pt x="506195" y="106158"/>
                    <a:pt x="510874" y="143589"/>
                    <a:pt x="506195" y="204413"/>
                  </a:cubicBezTo>
                  <a:cubicBezTo>
                    <a:pt x="424316" y="354134"/>
                    <a:pt x="517892" y="396244"/>
                    <a:pt x="396244" y="534268"/>
                  </a:cubicBezTo>
                  <a:cubicBezTo>
                    <a:pt x="384547" y="548305"/>
                    <a:pt x="351795" y="597432"/>
                    <a:pt x="351795" y="597432"/>
                  </a:cubicBezTo>
                  <a:cubicBezTo>
                    <a:pt x="330740" y="632523"/>
                    <a:pt x="309686" y="695687"/>
                    <a:pt x="293310" y="691008"/>
                  </a:cubicBezTo>
                  <a:cubicBezTo>
                    <a:pt x="220789" y="665275"/>
                    <a:pt x="106158" y="613808"/>
                    <a:pt x="42994" y="564680"/>
                  </a:cubicBezTo>
                  <a:cubicBezTo>
                    <a:pt x="110837" y="632523"/>
                    <a:pt x="197395" y="669953"/>
                    <a:pt x="283952" y="700366"/>
                  </a:cubicBezTo>
                  <a:cubicBezTo>
                    <a:pt x="300328" y="705044"/>
                    <a:pt x="319043" y="698026"/>
                    <a:pt x="326062" y="681650"/>
                  </a:cubicBezTo>
                  <a:cubicBezTo>
                    <a:pt x="337759" y="653578"/>
                    <a:pt x="356474" y="611468"/>
                    <a:pt x="363492" y="595093"/>
                  </a:cubicBezTo>
                  <a:cubicBezTo>
                    <a:pt x="363492" y="595093"/>
                    <a:pt x="386886" y="560002"/>
                    <a:pt x="398583" y="543626"/>
                  </a:cubicBezTo>
                  <a:cubicBezTo>
                    <a:pt x="431335" y="503856"/>
                    <a:pt x="461747" y="464086"/>
                    <a:pt x="468765" y="412619"/>
                  </a:cubicBezTo>
                  <a:cubicBezTo>
                    <a:pt x="475783" y="342437"/>
                    <a:pt x="473444" y="269916"/>
                    <a:pt x="515553" y="206752"/>
                  </a:cubicBezTo>
                  <a:cubicBezTo>
                    <a:pt x="527250" y="148267"/>
                    <a:pt x="515553" y="101479"/>
                    <a:pt x="515553" y="42994"/>
                  </a:cubicBezTo>
                  <a:close/>
                </a:path>
              </a:pathLst>
            </a:custGeom>
            <a:solidFill>
              <a:srgbClr val="949393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26">
              <a:extLst>
                <a:ext uri="{FF2B5EF4-FFF2-40B4-BE49-F238E27FC236}">
                  <a16:creationId xmlns:a16="http://schemas.microsoft.com/office/drawing/2014/main" id="{B9D05F82-C0CE-43E3-A720-2AF5C8B52EB6}"/>
                </a:ext>
              </a:extLst>
            </p:cNvPr>
            <p:cNvSpPr/>
            <p:nvPr/>
          </p:nvSpPr>
          <p:spPr>
            <a:xfrm flipH="1">
              <a:off x="9661041" y="4212695"/>
              <a:ext cx="262669" cy="145927"/>
            </a:xfrm>
            <a:custGeom>
              <a:avLst/>
              <a:gdLst>
                <a:gd name="connsiteX0" fmla="*/ 159964 w 210545"/>
                <a:gd name="connsiteY0" fmla="*/ 73991 h 116969"/>
                <a:gd name="connsiteX1" fmla="*/ 42994 w 210545"/>
                <a:gd name="connsiteY1" fmla="*/ 55276 h 116969"/>
                <a:gd name="connsiteX2" fmla="*/ 190376 w 210545"/>
                <a:gd name="connsiteY2" fmla="*/ 55276 h 116969"/>
                <a:gd name="connsiteX3" fmla="*/ 159964 w 210545"/>
                <a:gd name="connsiteY3" fmla="*/ 73991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545" h="116969">
                  <a:moveTo>
                    <a:pt x="159964" y="73991"/>
                  </a:moveTo>
                  <a:cubicBezTo>
                    <a:pt x="127213" y="34222"/>
                    <a:pt x="82764" y="69313"/>
                    <a:pt x="42994" y="55276"/>
                  </a:cubicBezTo>
                  <a:cubicBezTo>
                    <a:pt x="92122" y="38900"/>
                    <a:pt x="136570" y="38900"/>
                    <a:pt x="190376" y="55276"/>
                  </a:cubicBezTo>
                  <a:cubicBezTo>
                    <a:pt x="181019" y="59955"/>
                    <a:pt x="171661" y="66973"/>
                    <a:pt x="159964" y="73991"/>
                  </a:cubicBezTo>
                  <a:close/>
                </a:path>
              </a:pathLst>
            </a:custGeom>
            <a:solidFill>
              <a:srgbClr val="AFAEAE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27">
              <a:extLst>
                <a:ext uri="{FF2B5EF4-FFF2-40B4-BE49-F238E27FC236}">
                  <a16:creationId xmlns:a16="http://schemas.microsoft.com/office/drawing/2014/main" id="{4835BE5D-C7EB-41C8-A919-F35372A0BEE1}"/>
                </a:ext>
              </a:extLst>
            </p:cNvPr>
            <p:cNvSpPr/>
            <p:nvPr/>
          </p:nvSpPr>
          <p:spPr>
            <a:xfrm flipH="1">
              <a:off x="9845265" y="4434879"/>
              <a:ext cx="204298" cy="963120"/>
            </a:xfrm>
            <a:custGeom>
              <a:avLst/>
              <a:gdLst>
                <a:gd name="connsiteX0" fmla="*/ 122818 w 163757"/>
                <a:gd name="connsiteY0" fmla="*/ 412904 h 772001"/>
                <a:gd name="connsiteX1" fmla="*/ 73691 w 163757"/>
                <a:gd name="connsiteY1" fmla="*/ 244467 h 772001"/>
                <a:gd name="connsiteX2" fmla="*/ 38600 w 163757"/>
                <a:gd name="connsiteY2" fmla="*/ 45618 h 772001"/>
                <a:gd name="connsiteX3" fmla="*/ 17545 w 163757"/>
                <a:gd name="connsiteY3" fmla="*/ 17545 h 772001"/>
                <a:gd name="connsiteX4" fmla="*/ 17545 w 163757"/>
                <a:gd name="connsiteY4" fmla="*/ 17545 h 772001"/>
                <a:gd name="connsiteX5" fmla="*/ 57315 w 163757"/>
                <a:gd name="connsiteY5" fmla="*/ 214055 h 772001"/>
                <a:gd name="connsiteX6" fmla="*/ 106443 w 163757"/>
                <a:gd name="connsiteY6" fmla="*/ 412904 h 772001"/>
                <a:gd name="connsiteX7" fmla="*/ 115800 w 163757"/>
                <a:gd name="connsiteY7" fmla="*/ 674917 h 772001"/>
                <a:gd name="connsiteX8" fmla="*/ 92406 w 163757"/>
                <a:gd name="connsiteY8" fmla="*/ 754456 h 772001"/>
                <a:gd name="connsiteX9" fmla="*/ 104103 w 163757"/>
                <a:gd name="connsiteY9" fmla="*/ 756796 h 772001"/>
                <a:gd name="connsiteX10" fmla="*/ 132176 w 163757"/>
                <a:gd name="connsiteY10" fmla="*/ 677256 h 772001"/>
                <a:gd name="connsiteX11" fmla="*/ 122818 w 163757"/>
                <a:gd name="connsiteY11" fmla="*/ 412904 h 77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3757" h="772001">
                  <a:moveTo>
                    <a:pt x="122818" y="412904"/>
                  </a:moveTo>
                  <a:cubicBezTo>
                    <a:pt x="94746" y="359098"/>
                    <a:pt x="71352" y="300613"/>
                    <a:pt x="73691" y="244467"/>
                  </a:cubicBezTo>
                  <a:cubicBezTo>
                    <a:pt x="76030" y="174285"/>
                    <a:pt x="54976" y="111121"/>
                    <a:pt x="38600" y="45618"/>
                  </a:cubicBezTo>
                  <a:cubicBezTo>
                    <a:pt x="36261" y="31582"/>
                    <a:pt x="36261" y="17545"/>
                    <a:pt x="17545" y="17545"/>
                  </a:cubicBezTo>
                  <a:lnTo>
                    <a:pt x="17545" y="17545"/>
                  </a:lnTo>
                  <a:cubicBezTo>
                    <a:pt x="22224" y="85388"/>
                    <a:pt x="61994" y="146212"/>
                    <a:pt x="57315" y="214055"/>
                  </a:cubicBezTo>
                  <a:cubicBezTo>
                    <a:pt x="52636" y="284237"/>
                    <a:pt x="76030" y="349740"/>
                    <a:pt x="106443" y="412904"/>
                  </a:cubicBezTo>
                  <a:cubicBezTo>
                    <a:pt x="148552" y="497122"/>
                    <a:pt x="169606" y="583680"/>
                    <a:pt x="115800" y="674917"/>
                  </a:cubicBezTo>
                  <a:cubicBezTo>
                    <a:pt x="101764" y="698311"/>
                    <a:pt x="99424" y="728723"/>
                    <a:pt x="92406" y="754456"/>
                  </a:cubicBezTo>
                  <a:cubicBezTo>
                    <a:pt x="97085" y="754456"/>
                    <a:pt x="99424" y="756796"/>
                    <a:pt x="104103" y="756796"/>
                  </a:cubicBezTo>
                  <a:cubicBezTo>
                    <a:pt x="113461" y="731062"/>
                    <a:pt x="118140" y="700650"/>
                    <a:pt x="132176" y="677256"/>
                  </a:cubicBezTo>
                  <a:cubicBezTo>
                    <a:pt x="188322" y="586019"/>
                    <a:pt x="167267" y="499462"/>
                    <a:pt x="122818" y="412904"/>
                  </a:cubicBezTo>
                  <a:close/>
                </a:path>
              </a:pathLst>
            </a:custGeom>
            <a:solidFill>
              <a:srgbClr val="AE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28">
              <a:extLst>
                <a:ext uri="{FF2B5EF4-FFF2-40B4-BE49-F238E27FC236}">
                  <a16:creationId xmlns:a16="http://schemas.microsoft.com/office/drawing/2014/main" id="{06A2E1C0-07B0-463E-A34F-503E1A9BD941}"/>
                </a:ext>
              </a:extLst>
            </p:cNvPr>
            <p:cNvSpPr/>
            <p:nvPr/>
          </p:nvSpPr>
          <p:spPr>
            <a:xfrm flipH="1">
              <a:off x="10058319" y="3573908"/>
              <a:ext cx="87556" cy="671266"/>
            </a:xfrm>
            <a:custGeom>
              <a:avLst/>
              <a:gdLst>
                <a:gd name="connsiteX0" fmla="*/ 43279 w 70181"/>
                <a:gd name="connsiteY0" fmla="*/ 267861 h 538061"/>
                <a:gd name="connsiteX1" fmla="*/ 29242 w 70181"/>
                <a:gd name="connsiteY1" fmla="*/ 127497 h 538061"/>
                <a:gd name="connsiteX2" fmla="*/ 26903 w 70181"/>
                <a:gd name="connsiteY2" fmla="*/ 17545 h 538061"/>
                <a:gd name="connsiteX3" fmla="*/ 17545 w 70181"/>
                <a:gd name="connsiteY3" fmla="*/ 50297 h 538061"/>
                <a:gd name="connsiteX4" fmla="*/ 19885 w 70181"/>
                <a:gd name="connsiteY4" fmla="*/ 139194 h 538061"/>
                <a:gd name="connsiteX5" fmla="*/ 19885 w 70181"/>
                <a:gd name="connsiteY5" fmla="*/ 139194 h 538061"/>
                <a:gd name="connsiteX6" fmla="*/ 19885 w 70181"/>
                <a:gd name="connsiteY6" fmla="*/ 139194 h 538061"/>
                <a:gd name="connsiteX7" fmla="*/ 45618 w 70181"/>
                <a:gd name="connsiteY7" fmla="*/ 536892 h 538061"/>
                <a:gd name="connsiteX8" fmla="*/ 64333 w 70181"/>
                <a:gd name="connsiteY8" fmla="*/ 527535 h 538061"/>
                <a:gd name="connsiteX9" fmla="*/ 43279 w 70181"/>
                <a:gd name="connsiteY9" fmla="*/ 267861 h 538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181" h="538061">
                  <a:moveTo>
                    <a:pt x="43279" y="267861"/>
                  </a:moveTo>
                  <a:cubicBezTo>
                    <a:pt x="40939" y="228092"/>
                    <a:pt x="31582" y="171946"/>
                    <a:pt x="29242" y="127497"/>
                  </a:cubicBezTo>
                  <a:cubicBezTo>
                    <a:pt x="29242" y="87728"/>
                    <a:pt x="26903" y="57315"/>
                    <a:pt x="26903" y="17545"/>
                  </a:cubicBezTo>
                  <a:cubicBezTo>
                    <a:pt x="22224" y="33921"/>
                    <a:pt x="22224" y="29242"/>
                    <a:pt x="17545" y="50297"/>
                  </a:cubicBezTo>
                  <a:cubicBezTo>
                    <a:pt x="19885" y="78370"/>
                    <a:pt x="15206" y="106443"/>
                    <a:pt x="19885" y="139194"/>
                  </a:cubicBezTo>
                  <a:cubicBezTo>
                    <a:pt x="19885" y="139194"/>
                    <a:pt x="19885" y="139194"/>
                    <a:pt x="19885" y="139194"/>
                  </a:cubicBezTo>
                  <a:lnTo>
                    <a:pt x="19885" y="139194"/>
                  </a:lnTo>
                  <a:cubicBezTo>
                    <a:pt x="29242" y="263183"/>
                    <a:pt x="24564" y="405886"/>
                    <a:pt x="45618" y="536892"/>
                  </a:cubicBezTo>
                  <a:cubicBezTo>
                    <a:pt x="54976" y="532213"/>
                    <a:pt x="54976" y="529874"/>
                    <a:pt x="64333" y="527535"/>
                  </a:cubicBezTo>
                  <a:cubicBezTo>
                    <a:pt x="64333" y="525195"/>
                    <a:pt x="47958" y="340383"/>
                    <a:pt x="43279" y="267861"/>
                  </a:cubicBezTo>
                  <a:close/>
                </a:path>
              </a:pathLst>
            </a:custGeom>
            <a:solidFill>
              <a:srgbClr val="AE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29">
              <a:extLst>
                <a:ext uri="{FF2B5EF4-FFF2-40B4-BE49-F238E27FC236}">
                  <a16:creationId xmlns:a16="http://schemas.microsoft.com/office/drawing/2014/main" id="{CAD64A63-9042-439D-BDA5-988D91A604B4}"/>
                </a:ext>
              </a:extLst>
            </p:cNvPr>
            <p:cNvSpPr/>
            <p:nvPr/>
          </p:nvSpPr>
          <p:spPr>
            <a:xfrm flipH="1">
              <a:off x="9984999" y="3708516"/>
              <a:ext cx="145927" cy="145927"/>
            </a:xfrm>
            <a:custGeom>
              <a:avLst/>
              <a:gdLst>
                <a:gd name="connsiteX0" fmla="*/ 61710 w 116969"/>
                <a:gd name="connsiteY0" fmla="*/ 42994 h 116969"/>
                <a:gd name="connsiteX1" fmla="*/ 80425 w 116969"/>
                <a:gd name="connsiteY1" fmla="*/ 61710 h 116969"/>
                <a:gd name="connsiteX2" fmla="*/ 64049 w 116969"/>
                <a:gd name="connsiteY2" fmla="*/ 80425 h 116969"/>
                <a:gd name="connsiteX3" fmla="*/ 42994 w 116969"/>
                <a:gd name="connsiteY3" fmla="*/ 64049 h 116969"/>
                <a:gd name="connsiteX4" fmla="*/ 61710 w 116969"/>
                <a:gd name="connsiteY4" fmla="*/ 42994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69" h="116969">
                  <a:moveTo>
                    <a:pt x="61710" y="42994"/>
                  </a:moveTo>
                  <a:cubicBezTo>
                    <a:pt x="73407" y="42994"/>
                    <a:pt x="80425" y="50013"/>
                    <a:pt x="80425" y="61710"/>
                  </a:cubicBezTo>
                  <a:cubicBezTo>
                    <a:pt x="80425" y="73407"/>
                    <a:pt x="75746" y="80425"/>
                    <a:pt x="64049" y="80425"/>
                  </a:cubicBezTo>
                  <a:cubicBezTo>
                    <a:pt x="52352" y="80425"/>
                    <a:pt x="45334" y="75746"/>
                    <a:pt x="42994" y="64049"/>
                  </a:cubicBezTo>
                  <a:cubicBezTo>
                    <a:pt x="42994" y="52352"/>
                    <a:pt x="50013" y="47673"/>
                    <a:pt x="61710" y="42994"/>
                  </a:cubicBezTo>
                  <a:close/>
                </a:path>
              </a:pathLst>
            </a:custGeom>
            <a:solidFill>
              <a:srgbClr val="CAC9C9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30">
              <a:extLst>
                <a:ext uri="{FF2B5EF4-FFF2-40B4-BE49-F238E27FC236}">
                  <a16:creationId xmlns:a16="http://schemas.microsoft.com/office/drawing/2014/main" id="{F4CC1168-79CA-475F-8218-BCFB267AB5AF}"/>
                </a:ext>
              </a:extLst>
            </p:cNvPr>
            <p:cNvSpPr/>
            <p:nvPr/>
          </p:nvSpPr>
          <p:spPr>
            <a:xfrm flipH="1">
              <a:off x="9567647" y="4149043"/>
              <a:ext cx="233484" cy="116742"/>
            </a:xfrm>
            <a:custGeom>
              <a:avLst/>
              <a:gdLst>
                <a:gd name="connsiteX0" fmla="*/ 143589 w 187151"/>
                <a:gd name="connsiteY0" fmla="*/ 73546 h 93575"/>
                <a:gd name="connsiteX1" fmla="*/ 42994 w 187151"/>
                <a:gd name="connsiteY1" fmla="*/ 50152 h 93575"/>
                <a:gd name="connsiteX2" fmla="*/ 143589 w 187151"/>
                <a:gd name="connsiteY2" fmla="*/ 54831 h 93575"/>
                <a:gd name="connsiteX3" fmla="*/ 143589 w 187151"/>
                <a:gd name="connsiteY3" fmla="*/ 73546 h 93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151" h="93575">
                  <a:moveTo>
                    <a:pt x="143589" y="73546"/>
                  </a:moveTo>
                  <a:cubicBezTo>
                    <a:pt x="117855" y="57170"/>
                    <a:pt x="87443" y="52491"/>
                    <a:pt x="42994" y="50152"/>
                  </a:cubicBezTo>
                  <a:cubicBezTo>
                    <a:pt x="87443" y="36116"/>
                    <a:pt x="115516" y="45473"/>
                    <a:pt x="143589" y="54831"/>
                  </a:cubicBezTo>
                  <a:cubicBezTo>
                    <a:pt x="145928" y="61849"/>
                    <a:pt x="143589" y="66528"/>
                    <a:pt x="143589" y="73546"/>
                  </a:cubicBezTo>
                  <a:close/>
                </a:path>
              </a:pathLst>
            </a:custGeom>
            <a:solidFill>
              <a:srgbClr val="B4B3B3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31">
              <a:extLst>
                <a:ext uri="{FF2B5EF4-FFF2-40B4-BE49-F238E27FC236}">
                  <a16:creationId xmlns:a16="http://schemas.microsoft.com/office/drawing/2014/main" id="{D8490EB2-3BA1-42BF-A90B-EA6D7149E281}"/>
                </a:ext>
              </a:extLst>
            </p:cNvPr>
            <p:cNvSpPr/>
            <p:nvPr/>
          </p:nvSpPr>
          <p:spPr>
            <a:xfrm flipH="1">
              <a:off x="10453379" y="2417724"/>
              <a:ext cx="145927" cy="175113"/>
            </a:xfrm>
            <a:custGeom>
              <a:avLst/>
              <a:gdLst>
                <a:gd name="connsiteX0" fmla="*/ 76878 w 116969"/>
                <a:gd name="connsiteY0" fmla="*/ 118493 h 140363"/>
                <a:gd name="connsiteX1" fmla="*/ 46466 w 116969"/>
                <a:gd name="connsiteY1" fmla="*/ 69365 h 140363"/>
                <a:gd name="connsiteX2" fmla="*/ 51145 w 116969"/>
                <a:gd name="connsiteY2" fmla="*/ 48311 h 140363"/>
                <a:gd name="connsiteX3" fmla="*/ 69860 w 116969"/>
                <a:gd name="connsiteY3" fmla="*/ 43632 h 140363"/>
                <a:gd name="connsiteX4" fmla="*/ 72199 w 116969"/>
                <a:gd name="connsiteY4" fmla="*/ 64687 h 140363"/>
                <a:gd name="connsiteX5" fmla="*/ 76878 w 116969"/>
                <a:gd name="connsiteY5" fmla="*/ 118493 h 14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969" h="140363">
                  <a:moveTo>
                    <a:pt x="76878" y="118493"/>
                  </a:moveTo>
                  <a:cubicBezTo>
                    <a:pt x="58163" y="106796"/>
                    <a:pt x="60502" y="83402"/>
                    <a:pt x="46466" y="69365"/>
                  </a:cubicBezTo>
                  <a:cubicBezTo>
                    <a:pt x="39448" y="62347"/>
                    <a:pt x="44127" y="52990"/>
                    <a:pt x="51145" y="48311"/>
                  </a:cubicBezTo>
                  <a:cubicBezTo>
                    <a:pt x="55824" y="45971"/>
                    <a:pt x="65181" y="41293"/>
                    <a:pt x="69860" y="43632"/>
                  </a:cubicBezTo>
                  <a:cubicBezTo>
                    <a:pt x="86236" y="48311"/>
                    <a:pt x="74539" y="57668"/>
                    <a:pt x="72199" y="64687"/>
                  </a:cubicBezTo>
                  <a:cubicBezTo>
                    <a:pt x="67521" y="83402"/>
                    <a:pt x="100272" y="97438"/>
                    <a:pt x="76878" y="118493"/>
                  </a:cubicBezTo>
                  <a:close/>
                </a:path>
              </a:pathLst>
            </a:custGeom>
            <a:solidFill>
              <a:srgbClr val="A4A3A3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32">
              <a:extLst>
                <a:ext uri="{FF2B5EF4-FFF2-40B4-BE49-F238E27FC236}">
                  <a16:creationId xmlns:a16="http://schemas.microsoft.com/office/drawing/2014/main" id="{ADE614B4-343F-45BF-9714-8F9E118CA3CF}"/>
                </a:ext>
              </a:extLst>
            </p:cNvPr>
            <p:cNvSpPr/>
            <p:nvPr/>
          </p:nvSpPr>
          <p:spPr>
            <a:xfrm flipH="1">
              <a:off x="8317149" y="4140849"/>
              <a:ext cx="1838945" cy="332227"/>
            </a:xfrm>
            <a:custGeom>
              <a:avLst/>
              <a:gdLst>
                <a:gd name="connsiteX0" fmla="*/ 747153 w 1684367"/>
                <a:gd name="connsiteY0" fmla="*/ 1056101 h 1263275"/>
                <a:gd name="connsiteX1" fmla="*/ 814996 w 1684367"/>
                <a:gd name="connsiteY1" fmla="*/ 971882 h 1263275"/>
                <a:gd name="connsiteX2" fmla="*/ 836051 w 1684367"/>
                <a:gd name="connsiteY2" fmla="*/ 108644 h 1263275"/>
                <a:gd name="connsiteX3" fmla="*/ 901554 w 1684367"/>
                <a:gd name="connsiteY3" fmla="*/ 43141 h 1263275"/>
                <a:gd name="connsiteX4" fmla="*/ 1594016 w 1684367"/>
                <a:gd name="connsiteY4" fmla="*/ 43141 h 1263275"/>
                <a:gd name="connsiteX5" fmla="*/ 1652501 w 1684367"/>
                <a:gd name="connsiteY5" fmla="*/ 54838 h 1263275"/>
                <a:gd name="connsiteX6" fmla="*/ 1652501 w 1684367"/>
                <a:gd name="connsiteY6" fmla="*/ 237311 h 1263275"/>
                <a:gd name="connsiteX7" fmla="*/ 1603374 w 1684367"/>
                <a:gd name="connsiteY7" fmla="*/ 967203 h 1263275"/>
                <a:gd name="connsiteX8" fmla="*/ 1563604 w 1684367"/>
                <a:gd name="connsiteY8" fmla="*/ 1018670 h 1263275"/>
                <a:gd name="connsiteX9" fmla="*/ 1254803 w 1684367"/>
                <a:gd name="connsiteY9" fmla="*/ 1084173 h 1263275"/>
                <a:gd name="connsiteX10" fmla="*/ 1212694 w 1684367"/>
                <a:gd name="connsiteY10" fmla="*/ 1070137 h 1263275"/>
                <a:gd name="connsiteX11" fmla="*/ 1179942 w 1684367"/>
                <a:gd name="connsiteY11" fmla="*/ 1060779 h 1263275"/>
                <a:gd name="connsiteX12" fmla="*/ 1069991 w 1684367"/>
                <a:gd name="connsiteY12" fmla="*/ 1098210 h 1263275"/>
                <a:gd name="connsiteX13" fmla="*/ 992790 w 1684367"/>
                <a:gd name="connsiteY13" fmla="*/ 1128622 h 1263275"/>
                <a:gd name="connsiteX14" fmla="*/ 943663 w 1684367"/>
                <a:gd name="connsiteY14" fmla="*/ 1130961 h 1263275"/>
                <a:gd name="connsiteX15" fmla="*/ 915590 w 1684367"/>
                <a:gd name="connsiteY15" fmla="*/ 1133301 h 1263275"/>
                <a:gd name="connsiteX16" fmla="*/ 880499 w 1684367"/>
                <a:gd name="connsiteY16" fmla="*/ 1130961 h 1263275"/>
                <a:gd name="connsiteX17" fmla="*/ 819675 w 1684367"/>
                <a:gd name="connsiteY17" fmla="*/ 1133301 h 1263275"/>
                <a:gd name="connsiteX18" fmla="*/ 758850 w 1684367"/>
                <a:gd name="connsiteY18" fmla="*/ 1144998 h 1263275"/>
                <a:gd name="connsiteX19" fmla="*/ 681650 w 1684367"/>
                <a:gd name="connsiteY19" fmla="*/ 1156695 h 1263275"/>
                <a:gd name="connsiteX20" fmla="*/ 634862 w 1684367"/>
                <a:gd name="connsiteY20" fmla="*/ 1173071 h 1263275"/>
                <a:gd name="connsiteX21" fmla="*/ 216110 w 1684367"/>
                <a:gd name="connsiteY21" fmla="*/ 1217519 h 1263275"/>
                <a:gd name="connsiteX22" fmla="*/ 106158 w 1684367"/>
                <a:gd name="connsiteY22" fmla="*/ 1229216 h 1263275"/>
                <a:gd name="connsiteX23" fmla="*/ 42994 w 1684367"/>
                <a:gd name="connsiteY23" fmla="*/ 1189446 h 1263275"/>
                <a:gd name="connsiteX24" fmla="*/ 94461 w 1684367"/>
                <a:gd name="connsiteY24" fmla="*/ 1147337 h 1263275"/>
                <a:gd name="connsiteX25" fmla="*/ 283952 w 1684367"/>
                <a:gd name="connsiteY25" fmla="*/ 1116925 h 1263275"/>
                <a:gd name="connsiteX26" fmla="*/ 747153 w 1684367"/>
                <a:gd name="connsiteY26" fmla="*/ 1056101 h 1263275"/>
                <a:gd name="connsiteX0" fmla="*/ 704159 w 1609507"/>
                <a:gd name="connsiteY0" fmla="*/ 1081755 h 1254870"/>
                <a:gd name="connsiteX1" fmla="*/ 772002 w 1609507"/>
                <a:gd name="connsiteY1" fmla="*/ 997536 h 1254870"/>
                <a:gd name="connsiteX2" fmla="*/ 858560 w 1609507"/>
                <a:gd name="connsiteY2" fmla="*/ 68795 h 1254870"/>
                <a:gd name="connsiteX3" fmla="*/ 1551022 w 1609507"/>
                <a:gd name="connsiteY3" fmla="*/ 68795 h 1254870"/>
                <a:gd name="connsiteX4" fmla="*/ 1609507 w 1609507"/>
                <a:gd name="connsiteY4" fmla="*/ 80492 h 1254870"/>
                <a:gd name="connsiteX5" fmla="*/ 1609507 w 1609507"/>
                <a:gd name="connsiteY5" fmla="*/ 262965 h 1254870"/>
                <a:gd name="connsiteX6" fmla="*/ 1560380 w 1609507"/>
                <a:gd name="connsiteY6" fmla="*/ 992857 h 1254870"/>
                <a:gd name="connsiteX7" fmla="*/ 1520610 w 1609507"/>
                <a:gd name="connsiteY7" fmla="*/ 1044324 h 1254870"/>
                <a:gd name="connsiteX8" fmla="*/ 1211809 w 1609507"/>
                <a:gd name="connsiteY8" fmla="*/ 1109827 h 1254870"/>
                <a:gd name="connsiteX9" fmla="*/ 1169700 w 1609507"/>
                <a:gd name="connsiteY9" fmla="*/ 1095791 h 1254870"/>
                <a:gd name="connsiteX10" fmla="*/ 1136948 w 1609507"/>
                <a:gd name="connsiteY10" fmla="*/ 1086433 h 1254870"/>
                <a:gd name="connsiteX11" fmla="*/ 1026997 w 1609507"/>
                <a:gd name="connsiteY11" fmla="*/ 1123864 h 1254870"/>
                <a:gd name="connsiteX12" fmla="*/ 949796 w 1609507"/>
                <a:gd name="connsiteY12" fmla="*/ 1154276 h 1254870"/>
                <a:gd name="connsiteX13" fmla="*/ 900669 w 1609507"/>
                <a:gd name="connsiteY13" fmla="*/ 1156615 h 1254870"/>
                <a:gd name="connsiteX14" fmla="*/ 872596 w 1609507"/>
                <a:gd name="connsiteY14" fmla="*/ 1158955 h 1254870"/>
                <a:gd name="connsiteX15" fmla="*/ 837505 w 1609507"/>
                <a:gd name="connsiteY15" fmla="*/ 1156615 h 1254870"/>
                <a:gd name="connsiteX16" fmla="*/ 776681 w 1609507"/>
                <a:gd name="connsiteY16" fmla="*/ 1158955 h 1254870"/>
                <a:gd name="connsiteX17" fmla="*/ 715856 w 1609507"/>
                <a:gd name="connsiteY17" fmla="*/ 1170652 h 1254870"/>
                <a:gd name="connsiteX18" fmla="*/ 638656 w 1609507"/>
                <a:gd name="connsiteY18" fmla="*/ 1182349 h 1254870"/>
                <a:gd name="connsiteX19" fmla="*/ 591868 w 1609507"/>
                <a:gd name="connsiteY19" fmla="*/ 1198725 h 1254870"/>
                <a:gd name="connsiteX20" fmla="*/ 173116 w 1609507"/>
                <a:gd name="connsiteY20" fmla="*/ 1243173 h 1254870"/>
                <a:gd name="connsiteX21" fmla="*/ 63164 w 1609507"/>
                <a:gd name="connsiteY21" fmla="*/ 1254870 h 1254870"/>
                <a:gd name="connsiteX22" fmla="*/ 0 w 1609507"/>
                <a:gd name="connsiteY22" fmla="*/ 1215100 h 1254870"/>
                <a:gd name="connsiteX23" fmla="*/ 51467 w 1609507"/>
                <a:gd name="connsiteY23" fmla="*/ 1172991 h 1254870"/>
                <a:gd name="connsiteX24" fmla="*/ 240958 w 1609507"/>
                <a:gd name="connsiteY24" fmla="*/ 1142579 h 1254870"/>
                <a:gd name="connsiteX25" fmla="*/ 704159 w 1609507"/>
                <a:gd name="connsiteY25" fmla="*/ 1081755 h 1254870"/>
                <a:gd name="connsiteX0" fmla="*/ 704159 w 1627491"/>
                <a:gd name="connsiteY0" fmla="*/ 1080978 h 1254093"/>
                <a:gd name="connsiteX1" fmla="*/ 772002 w 1627491"/>
                <a:gd name="connsiteY1" fmla="*/ 996759 h 1254093"/>
                <a:gd name="connsiteX2" fmla="*/ 1551022 w 1627491"/>
                <a:gd name="connsiteY2" fmla="*/ 68018 h 1254093"/>
                <a:gd name="connsiteX3" fmla="*/ 1609507 w 1627491"/>
                <a:gd name="connsiteY3" fmla="*/ 79715 h 1254093"/>
                <a:gd name="connsiteX4" fmla="*/ 1609507 w 1627491"/>
                <a:gd name="connsiteY4" fmla="*/ 262188 h 1254093"/>
                <a:gd name="connsiteX5" fmla="*/ 1560380 w 1627491"/>
                <a:gd name="connsiteY5" fmla="*/ 992080 h 1254093"/>
                <a:gd name="connsiteX6" fmla="*/ 1520610 w 1627491"/>
                <a:gd name="connsiteY6" fmla="*/ 1043547 h 1254093"/>
                <a:gd name="connsiteX7" fmla="*/ 1211809 w 1627491"/>
                <a:gd name="connsiteY7" fmla="*/ 1109050 h 1254093"/>
                <a:gd name="connsiteX8" fmla="*/ 1169700 w 1627491"/>
                <a:gd name="connsiteY8" fmla="*/ 1095014 h 1254093"/>
                <a:gd name="connsiteX9" fmla="*/ 1136948 w 1627491"/>
                <a:gd name="connsiteY9" fmla="*/ 1085656 h 1254093"/>
                <a:gd name="connsiteX10" fmla="*/ 1026997 w 1627491"/>
                <a:gd name="connsiteY10" fmla="*/ 1123087 h 1254093"/>
                <a:gd name="connsiteX11" fmla="*/ 949796 w 1627491"/>
                <a:gd name="connsiteY11" fmla="*/ 1153499 h 1254093"/>
                <a:gd name="connsiteX12" fmla="*/ 900669 w 1627491"/>
                <a:gd name="connsiteY12" fmla="*/ 1155838 h 1254093"/>
                <a:gd name="connsiteX13" fmla="*/ 872596 w 1627491"/>
                <a:gd name="connsiteY13" fmla="*/ 1158178 h 1254093"/>
                <a:gd name="connsiteX14" fmla="*/ 837505 w 1627491"/>
                <a:gd name="connsiteY14" fmla="*/ 1155838 h 1254093"/>
                <a:gd name="connsiteX15" fmla="*/ 776681 w 1627491"/>
                <a:gd name="connsiteY15" fmla="*/ 1158178 h 1254093"/>
                <a:gd name="connsiteX16" fmla="*/ 715856 w 1627491"/>
                <a:gd name="connsiteY16" fmla="*/ 1169875 h 1254093"/>
                <a:gd name="connsiteX17" fmla="*/ 638656 w 1627491"/>
                <a:gd name="connsiteY17" fmla="*/ 1181572 h 1254093"/>
                <a:gd name="connsiteX18" fmla="*/ 591868 w 1627491"/>
                <a:gd name="connsiteY18" fmla="*/ 1197948 h 1254093"/>
                <a:gd name="connsiteX19" fmla="*/ 173116 w 1627491"/>
                <a:gd name="connsiteY19" fmla="*/ 1242396 h 1254093"/>
                <a:gd name="connsiteX20" fmla="*/ 63164 w 1627491"/>
                <a:gd name="connsiteY20" fmla="*/ 1254093 h 1254093"/>
                <a:gd name="connsiteX21" fmla="*/ 0 w 1627491"/>
                <a:gd name="connsiteY21" fmla="*/ 1214323 h 1254093"/>
                <a:gd name="connsiteX22" fmla="*/ 51467 w 1627491"/>
                <a:gd name="connsiteY22" fmla="*/ 1172214 h 1254093"/>
                <a:gd name="connsiteX23" fmla="*/ 240958 w 1627491"/>
                <a:gd name="connsiteY23" fmla="*/ 1141802 h 1254093"/>
                <a:gd name="connsiteX24" fmla="*/ 704159 w 1627491"/>
                <a:gd name="connsiteY24" fmla="*/ 1080978 h 1254093"/>
                <a:gd name="connsiteX0" fmla="*/ 704159 w 1609507"/>
                <a:gd name="connsiteY0" fmla="*/ 1001263 h 1174378"/>
                <a:gd name="connsiteX1" fmla="*/ 772002 w 1609507"/>
                <a:gd name="connsiteY1" fmla="*/ 917044 h 1174378"/>
                <a:gd name="connsiteX2" fmla="*/ 1609507 w 1609507"/>
                <a:gd name="connsiteY2" fmla="*/ 0 h 1174378"/>
                <a:gd name="connsiteX3" fmla="*/ 1609507 w 1609507"/>
                <a:gd name="connsiteY3" fmla="*/ 182473 h 1174378"/>
                <a:gd name="connsiteX4" fmla="*/ 1560380 w 1609507"/>
                <a:gd name="connsiteY4" fmla="*/ 912365 h 1174378"/>
                <a:gd name="connsiteX5" fmla="*/ 1520610 w 1609507"/>
                <a:gd name="connsiteY5" fmla="*/ 963832 h 1174378"/>
                <a:gd name="connsiteX6" fmla="*/ 1211809 w 1609507"/>
                <a:gd name="connsiteY6" fmla="*/ 1029335 h 1174378"/>
                <a:gd name="connsiteX7" fmla="*/ 1169700 w 1609507"/>
                <a:gd name="connsiteY7" fmla="*/ 1015299 h 1174378"/>
                <a:gd name="connsiteX8" fmla="*/ 1136948 w 1609507"/>
                <a:gd name="connsiteY8" fmla="*/ 1005941 h 1174378"/>
                <a:gd name="connsiteX9" fmla="*/ 1026997 w 1609507"/>
                <a:gd name="connsiteY9" fmla="*/ 1043372 h 1174378"/>
                <a:gd name="connsiteX10" fmla="*/ 949796 w 1609507"/>
                <a:gd name="connsiteY10" fmla="*/ 1073784 h 1174378"/>
                <a:gd name="connsiteX11" fmla="*/ 900669 w 1609507"/>
                <a:gd name="connsiteY11" fmla="*/ 1076123 h 1174378"/>
                <a:gd name="connsiteX12" fmla="*/ 872596 w 1609507"/>
                <a:gd name="connsiteY12" fmla="*/ 1078463 h 1174378"/>
                <a:gd name="connsiteX13" fmla="*/ 837505 w 1609507"/>
                <a:gd name="connsiteY13" fmla="*/ 1076123 h 1174378"/>
                <a:gd name="connsiteX14" fmla="*/ 776681 w 1609507"/>
                <a:gd name="connsiteY14" fmla="*/ 1078463 h 1174378"/>
                <a:gd name="connsiteX15" fmla="*/ 715856 w 1609507"/>
                <a:gd name="connsiteY15" fmla="*/ 1090160 h 1174378"/>
                <a:gd name="connsiteX16" fmla="*/ 638656 w 1609507"/>
                <a:gd name="connsiteY16" fmla="*/ 1101857 h 1174378"/>
                <a:gd name="connsiteX17" fmla="*/ 591868 w 1609507"/>
                <a:gd name="connsiteY17" fmla="*/ 1118233 h 1174378"/>
                <a:gd name="connsiteX18" fmla="*/ 173116 w 1609507"/>
                <a:gd name="connsiteY18" fmla="*/ 1162681 h 1174378"/>
                <a:gd name="connsiteX19" fmla="*/ 63164 w 1609507"/>
                <a:gd name="connsiteY19" fmla="*/ 1174378 h 1174378"/>
                <a:gd name="connsiteX20" fmla="*/ 0 w 1609507"/>
                <a:gd name="connsiteY20" fmla="*/ 1134608 h 1174378"/>
                <a:gd name="connsiteX21" fmla="*/ 51467 w 1609507"/>
                <a:gd name="connsiteY21" fmla="*/ 1092499 h 1174378"/>
                <a:gd name="connsiteX22" fmla="*/ 240958 w 1609507"/>
                <a:gd name="connsiteY22" fmla="*/ 1062087 h 1174378"/>
                <a:gd name="connsiteX23" fmla="*/ 704159 w 1609507"/>
                <a:gd name="connsiteY23" fmla="*/ 1001263 h 1174378"/>
                <a:gd name="connsiteX0" fmla="*/ 704159 w 1609507"/>
                <a:gd name="connsiteY0" fmla="*/ 818790 h 991905"/>
                <a:gd name="connsiteX1" fmla="*/ 772002 w 1609507"/>
                <a:gd name="connsiteY1" fmla="*/ 734571 h 991905"/>
                <a:gd name="connsiteX2" fmla="*/ 1609507 w 1609507"/>
                <a:gd name="connsiteY2" fmla="*/ 0 h 991905"/>
                <a:gd name="connsiteX3" fmla="*/ 1560380 w 1609507"/>
                <a:gd name="connsiteY3" fmla="*/ 729892 h 991905"/>
                <a:gd name="connsiteX4" fmla="*/ 1520610 w 1609507"/>
                <a:gd name="connsiteY4" fmla="*/ 781359 h 991905"/>
                <a:gd name="connsiteX5" fmla="*/ 1211809 w 1609507"/>
                <a:gd name="connsiteY5" fmla="*/ 846862 h 991905"/>
                <a:gd name="connsiteX6" fmla="*/ 1169700 w 1609507"/>
                <a:gd name="connsiteY6" fmla="*/ 832826 h 991905"/>
                <a:gd name="connsiteX7" fmla="*/ 1136948 w 1609507"/>
                <a:gd name="connsiteY7" fmla="*/ 823468 h 991905"/>
                <a:gd name="connsiteX8" fmla="*/ 1026997 w 1609507"/>
                <a:gd name="connsiteY8" fmla="*/ 860899 h 991905"/>
                <a:gd name="connsiteX9" fmla="*/ 949796 w 1609507"/>
                <a:gd name="connsiteY9" fmla="*/ 891311 h 991905"/>
                <a:gd name="connsiteX10" fmla="*/ 900669 w 1609507"/>
                <a:gd name="connsiteY10" fmla="*/ 893650 h 991905"/>
                <a:gd name="connsiteX11" fmla="*/ 872596 w 1609507"/>
                <a:gd name="connsiteY11" fmla="*/ 895990 h 991905"/>
                <a:gd name="connsiteX12" fmla="*/ 837505 w 1609507"/>
                <a:gd name="connsiteY12" fmla="*/ 893650 h 991905"/>
                <a:gd name="connsiteX13" fmla="*/ 776681 w 1609507"/>
                <a:gd name="connsiteY13" fmla="*/ 895990 h 991905"/>
                <a:gd name="connsiteX14" fmla="*/ 715856 w 1609507"/>
                <a:gd name="connsiteY14" fmla="*/ 907687 h 991905"/>
                <a:gd name="connsiteX15" fmla="*/ 638656 w 1609507"/>
                <a:gd name="connsiteY15" fmla="*/ 919384 h 991905"/>
                <a:gd name="connsiteX16" fmla="*/ 591868 w 1609507"/>
                <a:gd name="connsiteY16" fmla="*/ 935760 h 991905"/>
                <a:gd name="connsiteX17" fmla="*/ 173116 w 1609507"/>
                <a:gd name="connsiteY17" fmla="*/ 980208 h 991905"/>
                <a:gd name="connsiteX18" fmla="*/ 63164 w 1609507"/>
                <a:gd name="connsiteY18" fmla="*/ 991905 h 991905"/>
                <a:gd name="connsiteX19" fmla="*/ 0 w 1609507"/>
                <a:gd name="connsiteY19" fmla="*/ 952135 h 991905"/>
                <a:gd name="connsiteX20" fmla="*/ 51467 w 1609507"/>
                <a:gd name="connsiteY20" fmla="*/ 910026 h 991905"/>
                <a:gd name="connsiteX21" fmla="*/ 240958 w 1609507"/>
                <a:gd name="connsiteY21" fmla="*/ 879614 h 991905"/>
                <a:gd name="connsiteX22" fmla="*/ 704159 w 1609507"/>
                <a:gd name="connsiteY22" fmla="*/ 818790 h 991905"/>
                <a:gd name="connsiteX0" fmla="*/ 704159 w 1561719"/>
                <a:gd name="connsiteY0" fmla="*/ 217224 h 390339"/>
                <a:gd name="connsiteX1" fmla="*/ 772002 w 1561719"/>
                <a:gd name="connsiteY1" fmla="*/ 133005 h 390339"/>
                <a:gd name="connsiteX2" fmla="*/ 1512419 w 1561719"/>
                <a:gd name="connsiteY2" fmla="*/ 15907 h 390339"/>
                <a:gd name="connsiteX3" fmla="*/ 1560380 w 1561719"/>
                <a:gd name="connsiteY3" fmla="*/ 128326 h 390339"/>
                <a:gd name="connsiteX4" fmla="*/ 1520610 w 1561719"/>
                <a:gd name="connsiteY4" fmla="*/ 179793 h 390339"/>
                <a:gd name="connsiteX5" fmla="*/ 1211809 w 1561719"/>
                <a:gd name="connsiteY5" fmla="*/ 245296 h 390339"/>
                <a:gd name="connsiteX6" fmla="*/ 1169700 w 1561719"/>
                <a:gd name="connsiteY6" fmla="*/ 231260 h 390339"/>
                <a:gd name="connsiteX7" fmla="*/ 1136948 w 1561719"/>
                <a:gd name="connsiteY7" fmla="*/ 221902 h 390339"/>
                <a:gd name="connsiteX8" fmla="*/ 1026997 w 1561719"/>
                <a:gd name="connsiteY8" fmla="*/ 259333 h 390339"/>
                <a:gd name="connsiteX9" fmla="*/ 949796 w 1561719"/>
                <a:gd name="connsiteY9" fmla="*/ 289745 h 390339"/>
                <a:gd name="connsiteX10" fmla="*/ 900669 w 1561719"/>
                <a:gd name="connsiteY10" fmla="*/ 292084 h 390339"/>
                <a:gd name="connsiteX11" fmla="*/ 872596 w 1561719"/>
                <a:gd name="connsiteY11" fmla="*/ 294424 h 390339"/>
                <a:gd name="connsiteX12" fmla="*/ 837505 w 1561719"/>
                <a:gd name="connsiteY12" fmla="*/ 292084 h 390339"/>
                <a:gd name="connsiteX13" fmla="*/ 776681 w 1561719"/>
                <a:gd name="connsiteY13" fmla="*/ 294424 h 390339"/>
                <a:gd name="connsiteX14" fmla="*/ 715856 w 1561719"/>
                <a:gd name="connsiteY14" fmla="*/ 306121 h 390339"/>
                <a:gd name="connsiteX15" fmla="*/ 638656 w 1561719"/>
                <a:gd name="connsiteY15" fmla="*/ 317818 h 390339"/>
                <a:gd name="connsiteX16" fmla="*/ 591868 w 1561719"/>
                <a:gd name="connsiteY16" fmla="*/ 334194 h 390339"/>
                <a:gd name="connsiteX17" fmla="*/ 173116 w 1561719"/>
                <a:gd name="connsiteY17" fmla="*/ 378642 h 390339"/>
                <a:gd name="connsiteX18" fmla="*/ 63164 w 1561719"/>
                <a:gd name="connsiteY18" fmla="*/ 390339 h 390339"/>
                <a:gd name="connsiteX19" fmla="*/ 0 w 1561719"/>
                <a:gd name="connsiteY19" fmla="*/ 350569 h 390339"/>
                <a:gd name="connsiteX20" fmla="*/ 51467 w 1561719"/>
                <a:gd name="connsiteY20" fmla="*/ 308460 h 390339"/>
                <a:gd name="connsiteX21" fmla="*/ 240958 w 1561719"/>
                <a:gd name="connsiteY21" fmla="*/ 278048 h 390339"/>
                <a:gd name="connsiteX22" fmla="*/ 704159 w 1561719"/>
                <a:gd name="connsiteY22" fmla="*/ 217224 h 390339"/>
                <a:gd name="connsiteX0" fmla="*/ 704159 w 1561864"/>
                <a:gd name="connsiteY0" fmla="*/ 221134 h 394249"/>
                <a:gd name="connsiteX1" fmla="*/ 772002 w 1561864"/>
                <a:gd name="connsiteY1" fmla="*/ 136915 h 394249"/>
                <a:gd name="connsiteX2" fmla="*/ 1512419 w 1561864"/>
                <a:gd name="connsiteY2" fmla="*/ 19817 h 394249"/>
                <a:gd name="connsiteX3" fmla="*/ 1560380 w 1561864"/>
                <a:gd name="connsiteY3" fmla="*/ 132236 h 394249"/>
                <a:gd name="connsiteX4" fmla="*/ 1520610 w 1561864"/>
                <a:gd name="connsiteY4" fmla="*/ 183703 h 394249"/>
                <a:gd name="connsiteX5" fmla="*/ 1211809 w 1561864"/>
                <a:gd name="connsiteY5" fmla="*/ 249206 h 394249"/>
                <a:gd name="connsiteX6" fmla="*/ 1169700 w 1561864"/>
                <a:gd name="connsiteY6" fmla="*/ 235170 h 394249"/>
                <a:gd name="connsiteX7" fmla="*/ 1136948 w 1561864"/>
                <a:gd name="connsiteY7" fmla="*/ 225812 h 394249"/>
                <a:gd name="connsiteX8" fmla="*/ 1026997 w 1561864"/>
                <a:gd name="connsiteY8" fmla="*/ 263243 h 394249"/>
                <a:gd name="connsiteX9" fmla="*/ 949796 w 1561864"/>
                <a:gd name="connsiteY9" fmla="*/ 293655 h 394249"/>
                <a:gd name="connsiteX10" fmla="*/ 900669 w 1561864"/>
                <a:gd name="connsiteY10" fmla="*/ 295994 h 394249"/>
                <a:gd name="connsiteX11" fmla="*/ 872596 w 1561864"/>
                <a:gd name="connsiteY11" fmla="*/ 298334 h 394249"/>
                <a:gd name="connsiteX12" fmla="*/ 837505 w 1561864"/>
                <a:gd name="connsiteY12" fmla="*/ 295994 h 394249"/>
                <a:gd name="connsiteX13" fmla="*/ 776681 w 1561864"/>
                <a:gd name="connsiteY13" fmla="*/ 298334 h 394249"/>
                <a:gd name="connsiteX14" fmla="*/ 715856 w 1561864"/>
                <a:gd name="connsiteY14" fmla="*/ 310031 h 394249"/>
                <a:gd name="connsiteX15" fmla="*/ 638656 w 1561864"/>
                <a:gd name="connsiteY15" fmla="*/ 321728 h 394249"/>
                <a:gd name="connsiteX16" fmla="*/ 591868 w 1561864"/>
                <a:gd name="connsiteY16" fmla="*/ 338104 h 394249"/>
                <a:gd name="connsiteX17" fmla="*/ 173116 w 1561864"/>
                <a:gd name="connsiteY17" fmla="*/ 382552 h 394249"/>
                <a:gd name="connsiteX18" fmla="*/ 63164 w 1561864"/>
                <a:gd name="connsiteY18" fmla="*/ 394249 h 394249"/>
                <a:gd name="connsiteX19" fmla="*/ 0 w 1561864"/>
                <a:gd name="connsiteY19" fmla="*/ 354479 h 394249"/>
                <a:gd name="connsiteX20" fmla="*/ 51467 w 1561864"/>
                <a:gd name="connsiteY20" fmla="*/ 312370 h 394249"/>
                <a:gd name="connsiteX21" fmla="*/ 240958 w 1561864"/>
                <a:gd name="connsiteY21" fmla="*/ 281958 h 394249"/>
                <a:gd name="connsiteX22" fmla="*/ 704159 w 1561864"/>
                <a:gd name="connsiteY22" fmla="*/ 221134 h 394249"/>
                <a:gd name="connsiteX0" fmla="*/ 704159 w 1561111"/>
                <a:gd name="connsiteY0" fmla="*/ 201952 h 375067"/>
                <a:gd name="connsiteX1" fmla="*/ 772002 w 1561111"/>
                <a:gd name="connsiteY1" fmla="*/ 117733 h 375067"/>
                <a:gd name="connsiteX2" fmla="*/ 1512419 w 1561111"/>
                <a:gd name="connsiteY2" fmla="*/ 635 h 375067"/>
                <a:gd name="connsiteX3" fmla="*/ 1560380 w 1561111"/>
                <a:gd name="connsiteY3" fmla="*/ 113054 h 375067"/>
                <a:gd name="connsiteX4" fmla="*/ 1520610 w 1561111"/>
                <a:gd name="connsiteY4" fmla="*/ 164521 h 375067"/>
                <a:gd name="connsiteX5" fmla="*/ 1211809 w 1561111"/>
                <a:gd name="connsiteY5" fmla="*/ 230024 h 375067"/>
                <a:gd name="connsiteX6" fmla="*/ 1169700 w 1561111"/>
                <a:gd name="connsiteY6" fmla="*/ 215988 h 375067"/>
                <a:gd name="connsiteX7" fmla="*/ 1136948 w 1561111"/>
                <a:gd name="connsiteY7" fmla="*/ 206630 h 375067"/>
                <a:gd name="connsiteX8" fmla="*/ 1026997 w 1561111"/>
                <a:gd name="connsiteY8" fmla="*/ 244061 h 375067"/>
                <a:gd name="connsiteX9" fmla="*/ 949796 w 1561111"/>
                <a:gd name="connsiteY9" fmla="*/ 274473 h 375067"/>
                <a:gd name="connsiteX10" fmla="*/ 900669 w 1561111"/>
                <a:gd name="connsiteY10" fmla="*/ 276812 h 375067"/>
                <a:gd name="connsiteX11" fmla="*/ 872596 w 1561111"/>
                <a:gd name="connsiteY11" fmla="*/ 279152 h 375067"/>
                <a:gd name="connsiteX12" fmla="*/ 837505 w 1561111"/>
                <a:gd name="connsiteY12" fmla="*/ 276812 h 375067"/>
                <a:gd name="connsiteX13" fmla="*/ 776681 w 1561111"/>
                <a:gd name="connsiteY13" fmla="*/ 279152 h 375067"/>
                <a:gd name="connsiteX14" fmla="*/ 715856 w 1561111"/>
                <a:gd name="connsiteY14" fmla="*/ 290849 h 375067"/>
                <a:gd name="connsiteX15" fmla="*/ 638656 w 1561111"/>
                <a:gd name="connsiteY15" fmla="*/ 302546 h 375067"/>
                <a:gd name="connsiteX16" fmla="*/ 591868 w 1561111"/>
                <a:gd name="connsiteY16" fmla="*/ 318922 h 375067"/>
                <a:gd name="connsiteX17" fmla="*/ 173116 w 1561111"/>
                <a:gd name="connsiteY17" fmla="*/ 363370 h 375067"/>
                <a:gd name="connsiteX18" fmla="*/ 63164 w 1561111"/>
                <a:gd name="connsiteY18" fmla="*/ 375067 h 375067"/>
                <a:gd name="connsiteX19" fmla="*/ 0 w 1561111"/>
                <a:gd name="connsiteY19" fmla="*/ 335297 h 375067"/>
                <a:gd name="connsiteX20" fmla="*/ 51467 w 1561111"/>
                <a:gd name="connsiteY20" fmla="*/ 293188 h 375067"/>
                <a:gd name="connsiteX21" fmla="*/ 240958 w 1561111"/>
                <a:gd name="connsiteY21" fmla="*/ 262776 h 375067"/>
                <a:gd name="connsiteX22" fmla="*/ 704159 w 1561111"/>
                <a:gd name="connsiteY22" fmla="*/ 201952 h 375067"/>
                <a:gd name="connsiteX0" fmla="*/ 704159 w 1563254"/>
                <a:gd name="connsiteY0" fmla="*/ 172385 h 345500"/>
                <a:gd name="connsiteX1" fmla="*/ 772002 w 1563254"/>
                <a:gd name="connsiteY1" fmla="*/ 88166 h 345500"/>
                <a:gd name="connsiteX2" fmla="*/ 1559020 w 1563254"/>
                <a:gd name="connsiteY2" fmla="*/ 13786 h 345500"/>
                <a:gd name="connsiteX3" fmla="*/ 1560380 w 1563254"/>
                <a:gd name="connsiteY3" fmla="*/ 83487 h 345500"/>
                <a:gd name="connsiteX4" fmla="*/ 1520610 w 1563254"/>
                <a:gd name="connsiteY4" fmla="*/ 134954 h 345500"/>
                <a:gd name="connsiteX5" fmla="*/ 1211809 w 1563254"/>
                <a:gd name="connsiteY5" fmla="*/ 200457 h 345500"/>
                <a:gd name="connsiteX6" fmla="*/ 1169700 w 1563254"/>
                <a:gd name="connsiteY6" fmla="*/ 186421 h 345500"/>
                <a:gd name="connsiteX7" fmla="*/ 1136948 w 1563254"/>
                <a:gd name="connsiteY7" fmla="*/ 177063 h 345500"/>
                <a:gd name="connsiteX8" fmla="*/ 1026997 w 1563254"/>
                <a:gd name="connsiteY8" fmla="*/ 214494 h 345500"/>
                <a:gd name="connsiteX9" fmla="*/ 949796 w 1563254"/>
                <a:gd name="connsiteY9" fmla="*/ 244906 h 345500"/>
                <a:gd name="connsiteX10" fmla="*/ 900669 w 1563254"/>
                <a:gd name="connsiteY10" fmla="*/ 247245 h 345500"/>
                <a:gd name="connsiteX11" fmla="*/ 872596 w 1563254"/>
                <a:gd name="connsiteY11" fmla="*/ 249585 h 345500"/>
                <a:gd name="connsiteX12" fmla="*/ 837505 w 1563254"/>
                <a:gd name="connsiteY12" fmla="*/ 247245 h 345500"/>
                <a:gd name="connsiteX13" fmla="*/ 776681 w 1563254"/>
                <a:gd name="connsiteY13" fmla="*/ 249585 h 345500"/>
                <a:gd name="connsiteX14" fmla="*/ 715856 w 1563254"/>
                <a:gd name="connsiteY14" fmla="*/ 261282 h 345500"/>
                <a:gd name="connsiteX15" fmla="*/ 638656 w 1563254"/>
                <a:gd name="connsiteY15" fmla="*/ 272979 h 345500"/>
                <a:gd name="connsiteX16" fmla="*/ 591868 w 1563254"/>
                <a:gd name="connsiteY16" fmla="*/ 289355 h 345500"/>
                <a:gd name="connsiteX17" fmla="*/ 173116 w 1563254"/>
                <a:gd name="connsiteY17" fmla="*/ 333803 h 345500"/>
                <a:gd name="connsiteX18" fmla="*/ 63164 w 1563254"/>
                <a:gd name="connsiteY18" fmla="*/ 345500 h 345500"/>
                <a:gd name="connsiteX19" fmla="*/ 0 w 1563254"/>
                <a:gd name="connsiteY19" fmla="*/ 305730 h 345500"/>
                <a:gd name="connsiteX20" fmla="*/ 51467 w 1563254"/>
                <a:gd name="connsiteY20" fmla="*/ 263621 h 345500"/>
                <a:gd name="connsiteX21" fmla="*/ 240958 w 1563254"/>
                <a:gd name="connsiteY21" fmla="*/ 233209 h 345500"/>
                <a:gd name="connsiteX22" fmla="*/ 704159 w 1563254"/>
                <a:gd name="connsiteY22" fmla="*/ 172385 h 345500"/>
                <a:gd name="connsiteX0" fmla="*/ 704159 w 1563254"/>
                <a:gd name="connsiteY0" fmla="*/ 164574 h 337689"/>
                <a:gd name="connsiteX1" fmla="*/ 830254 w 1563254"/>
                <a:gd name="connsiteY1" fmla="*/ 99773 h 337689"/>
                <a:gd name="connsiteX2" fmla="*/ 1559020 w 1563254"/>
                <a:gd name="connsiteY2" fmla="*/ 5975 h 337689"/>
                <a:gd name="connsiteX3" fmla="*/ 1560380 w 1563254"/>
                <a:gd name="connsiteY3" fmla="*/ 75676 h 337689"/>
                <a:gd name="connsiteX4" fmla="*/ 1520610 w 1563254"/>
                <a:gd name="connsiteY4" fmla="*/ 127143 h 337689"/>
                <a:gd name="connsiteX5" fmla="*/ 1211809 w 1563254"/>
                <a:gd name="connsiteY5" fmla="*/ 192646 h 337689"/>
                <a:gd name="connsiteX6" fmla="*/ 1169700 w 1563254"/>
                <a:gd name="connsiteY6" fmla="*/ 178610 h 337689"/>
                <a:gd name="connsiteX7" fmla="*/ 1136948 w 1563254"/>
                <a:gd name="connsiteY7" fmla="*/ 169252 h 337689"/>
                <a:gd name="connsiteX8" fmla="*/ 1026997 w 1563254"/>
                <a:gd name="connsiteY8" fmla="*/ 206683 h 337689"/>
                <a:gd name="connsiteX9" fmla="*/ 949796 w 1563254"/>
                <a:gd name="connsiteY9" fmla="*/ 237095 h 337689"/>
                <a:gd name="connsiteX10" fmla="*/ 900669 w 1563254"/>
                <a:gd name="connsiteY10" fmla="*/ 239434 h 337689"/>
                <a:gd name="connsiteX11" fmla="*/ 872596 w 1563254"/>
                <a:gd name="connsiteY11" fmla="*/ 241774 h 337689"/>
                <a:gd name="connsiteX12" fmla="*/ 837505 w 1563254"/>
                <a:gd name="connsiteY12" fmla="*/ 239434 h 337689"/>
                <a:gd name="connsiteX13" fmla="*/ 776681 w 1563254"/>
                <a:gd name="connsiteY13" fmla="*/ 241774 h 337689"/>
                <a:gd name="connsiteX14" fmla="*/ 715856 w 1563254"/>
                <a:gd name="connsiteY14" fmla="*/ 253471 h 337689"/>
                <a:gd name="connsiteX15" fmla="*/ 638656 w 1563254"/>
                <a:gd name="connsiteY15" fmla="*/ 265168 h 337689"/>
                <a:gd name="connsiteX16" fmla="*/ 591868 w 1563254"/>
                <a:gd name="connsiteY16" fmla="*/ 281544 h 337689"/>
                <a:gd name="connsiteX17" fmla="*/ 173116 w 1563254"/>
                <a:gd name="connsiteY17" fmla="*/ 325992 h 337689"/>
                <a:gd name="connsiteX18" fmla="*/ 63164 w 1563254"/>
                <a:gd name="connsiteY18" fmla="*/ 337689 h 337689"/>
                <a:gd name="connsiteX19" fmla="*/ 0 w 1563254"/>
                <a:gd name="connsiteY19" fmla="*/ 297919 h 337689"/>
                <a:gd name="connsiteX20" fmla="*/ 51467 w 1563254"/>
                <a:gd name="connsiteY20" fmla="*/ 255810 h 337689"/>
                <a:gd name="connsiteX21" fmla="*/ 240958 w 1563254"/>
                <a:gd name="connsiteY21" fmla="*/ 225398 h 337689"/>
                <a:gd name="connsiteX22" fmla="*/ 704159 w 1563254"/>
                <a:gd name="connsiteY22" fmla="*/ 164574 h 337689"/>
                <a:gd name="connsiteX0" fmla="*/ 704159 w 1563254"/>
                <a:gd name="connsiteY0" fmla="*/ 164574 h 337689"/>
                <a:gd name="connsiteX1" fmla="*/ 830254 w 1563254"/>
                <a:gd name="connsiteY1" fmla="*/ 99773 h 337689"/>
                <a:gd name="connsiteX2" fmla="*/ 1559020 w 1563254"/>
                <a:gd name="connsiteY2" fmla="*/ 5975 h 337689"/>
                <a:gd name="connsiteX3" fmla="*/ 1560380 w 1563254"/>
                <a:gd name="connsiteY3" fmla="*/ 75676 h 337689"/>
                <a:gd name="connsiteX4" fmla="*/ 1520610 w 1563254"/>
                <a:gd name="connsiteY4" fmla="*/ 127143 h 337689"/>
                <a:gd name="connsiteX5" fmla="*/ 1211809 w 1563254"/>
                <a:gd name="connsiteY5" fmla="*/ 192646 h 337689"/>
                <a:gd name="connsiteX6" fmla="*/ 1169700 w 1563254"/>
                <a:gd name="connsiteY6" fmla="*/ 178610 h 337689"/>
                <a:gd name="connsiteX7" fmla="*/ 1136948 w 1563254"/>
                <a:gd name="connsiteY7" fmla="*/ 169252 h 337689"/>
                <a:gd name="connsiteX8" fmla="*/ 1026997 w 1563254"/>
                <a:gd name="connsiteY8" fmla="*/ 206683 h 337689"/>
                <a:gd name="connsiteX9" fmla="*/ 949796 w 1563254"/>
                <a:gd name="connsiteY9" fmla="*/ 237095 h 337689"/>
                <a:gd name="connsiteX10" fmla="*/ 900669 w 1563254"/>
                <a:gd name="connsiteY10" fmla="*/ 239434 h 337689"/>
                <a:gd name="connsiteX11" fmla="*/ 872596 w 1563254"/>
                <a:gd name="connsiteY11" fmla="*/ 241774 h 337689"/>
                <a:gd name="connsiteX12" fmla="*/ 837505 w 1563254"/>
                <a:gd name="connsiteY12" fmla="*/ 239434 h 337689"/>
                <a:gd name="connsiteX13" fmla="*/ 776681 w 1563254"/>
                <a:gd name="connsiteY13" fmla="*/ 241774 h 337689"/>
                <a:gd name="connsiteX14" fmla="*/ 715856 w 1563254"/>
                <a:gd name="connsiteY14" fmla="*/ 253471 h 337689"/>
                <a:gd name="connsiteX15" fmla="*/ 638656 w 1563254"/>
                <a:gd name="connsiteY15" fmla="*/ 265168 h 337689"/>
                <a:gd name="connsiteX16" fmla="*/ 591868 w 1563254"/>
                <a:gd name="connsiteY16" fmla="*/ 281544 h 337689"/>
                <a:gd name="connsiteX17" fmla="*/ 173116 w 1563254"/>
                <a:gd name="connsiteY17" fmla="*/ 325992 h 337689"/>
                <a:gd name="connsiteX18" fmla="*/ 63164 w 1563254"/>
                <a:gd name="connsiteY18" fmla="*/ 337689 h 337689"/>
                <a:gd name="connsiteX19" fmla="*/ 0 w 1563254"/>
                <a:gd name="connsiteY19" fmla="*/ 297919 h 337689"/>
                <a:gd name="connsiteX20" fmla="*/ 51467 w 1563254"/>
                <a:gd name="connsiteY20" fmla="*/ 255810 h 337689"/>
                <a:gd name="connsiteX21" fmla="*/ 240958 w 1563254"/>
                <a:gd name="connsiteY21" fmla="*/ 225398 h 337689"/>
                <a:gd name="connsiteX22" fmla="*/ 704159 w 1563254"/>
                <a:gd name="connsiteY22" fmla="*/ 164574 h 337689"/>
                <a:gd name="connsiteX0" fmla="*/ 731342 w 1563254"/>
                <a:gd name="connsiteY0" fmla="*/ 98554 h 337689"/>
                <a:gd name="connsiteX1" fmla="*/ 830254 w 1563254"/>
                <a:gd name="connsiteY1" fmla="*/ 99773 h 337689"/>
                <a:gd name="connsiteX2" fmla="*/ 1559020 w 1563254"/>
                <a:gd name="connsiteY2" fmla="*/ 5975 h 337689"/>
                <a:gd name="connsiteX3" fmla="*/ 1560380 w 1563254"/>
                <a:gd name="connsiteY3" fmla="*/ 75676 h 337689"/>
                <a:gd name="connsiteX4" fmla="*/ 1520610 w 1563254"/>
                <a:gd name="connsiteY4" fmla="*/ 127143 h 337689"/>
                <a:gd name="connsiteX5" fmla="*/ 1211809 w 1563254"/>
                <a:gd name="connsiteY5" fmla="*/ 192646 h 337689"/>
                <a:gd name="connsiteX6" fmla="*/ 1169700 w 1563254"/>
                <a:gd name="connsiteY6" fmla="*/ 178610 h 337689"/>
                <a:gd name="connsiteX7" fmla="*/ 1136948 w 1563254"/>
                <a:gd name="connsiteY7" fmla="*/ 169252 h 337689"/>
                <a:gd name="connsiteX8" fmla="*/ 1026997 w 1563254"/>
                <a:gd name="connsiteY8" fmla="*/ 206683 h 337689"/>
                <a:gd name="connsiteX9" fmla="*/ 949796 w 1563254"/>
                <a:gd name="connsiteY9" fmla="*/ 237095 h 337689"/>
                <a:gd name="connsiteX10" fmla="*/ 900669 w 1563254"/>
                <a:gd name="connsiteY10" fmla="*/ 239434 h 337689"/>
                <a:gd name="connsiteX11" fmla="*/ 872596 w 1563254"/>
                <a:gd name="connsiteY11" fmla="*/ 241774 h 337689"/>
                <a:gd name="connsiteX12" fmla="*/ 837505 w 1563254"/>
                <a:gd name="connsiteY12" fmla="*/ 239434 h 337689"/>
                <a:gd name="connsiteX13" fmla="*/ 776681 w 1563254"/>
                <a:gd name="connsiteY13" fmla="*/ 241774 h 337689"/>
                <a:gd name="connsiteX14" fmla="*/ 715856 w 1563254"/>
                <a:gd name="connsiteY14" fmla="*/ 253471 h 337689"/>
                <a:gd name="connsiteX15" fmla="*/ 638656 w 1563254"/>
                <a:gd name="connsiteY15" fmla="*/ 265168 h 337689"/>
                <a:gd name="connsiteX16" fmla="*/ 591868 w 1563254"/>
                <a:gd name="connsiteY16" fmla="*/ 281544 h 337689"/>
                <a:gd name="connsiteX17" fmla="*/ 173116 w 1563254"/>
                <a:gd name="connsiteY17" fmla="*/ 325992 h 337689"/>
                <a:gd name="connsiteX18" fmla="*/ 63164 w 1563254"/>
                <a:gd name="connsiteY18" fmla="*/ 337689 h 337689"/>
                <a:gd name="connsiteX19" fmla="*/ 0 w 1563254"/>
                <a:gd name="connsiteY19" fmla="*/ 297919 h 337689"/>
                <a:gd name="connsiteX20" fmla="*/ 51467 w 1563254"/>
                <a:gd name="connsiteY20" fmla="*/ 255810 h 337689"/>
                <a:gd name="connsiteX21" fmla="*/ 240958 w 1563254"/>
                <a:gd name="connsiteY21" fmla="*/ 225398 h 337689"/>
                <a:gd name="connsiteX22" fmla="*/ 731342 w 1563254"/>
                <a:gd name="connsiteY22" fmla="*/ 98554 h 337689"/>
                <a:gd name="connsiteX0" fmla="*/ 731342 w 1563254"/>
                <a:gd name="connsiteY0" fmla="*/ 98554 h 337689"/>
                <a:gd name="connsiteX1" fmla="*/ 830254 w 1563254"/>
                <a:gd name="connsiteY1" fmla="*/ 99773 h 337689"/>
                <a:gd name="connsiteX2" fmla="*/ 1559020 w 1563254"/>
                <a:gd name="connsiteY2" fmla="*/ 5975 h 337689"/>
                <a:gd name="connsiteX3" fmla="*/ 1560380 w 1563254"/>
                <a:gd name="connsiteY3" fmla="*/ 75676 h 337689"/>
                <a:gd name="connsiteX4" fmla="*/ 1505076 w 1563254"/>
                <a:gd name="connsiteY4" fmla="*/ 165978 h 337689"/>
                <a:gd name="connsiteX5" fmla="*/ 1211809 w 1563254"/>
                <a:gd name="connsiteY5" fmla="*/ 192646 h 337689"/>
                <a:gd name="connsiteX6" fmla="*/ 1169700 w 1563254"/>
                <a:gd name="connsiteY6" fmla="*/ 178610 h 337689"/>
                <a:gd name="connsiteX7" fmla="*/ 1136948 w 1563254"/>
                <a:gd name="connsiteY7" fmla="*/ 169252 h 337689"/>
                <a:gd name="connsiteX8" fmla="*/ 1026997 w 1563254"/>
                <a:gd name="connsiteY8" fmla="*/ 206683 h 337689"/>
                <a:gd name="connsiteX9" fmla="*/ 949796 w 1563254"/>
                <a:gd name="connsiteY9" fmla="*/ 237095 h 337689"/>
                <a:gd name="connsiteX10" fmla="*/ 900669 w 1563254"/>
                <a:gd name="connsiteY10" fmla="*/ 239434 h 337689"/>
                <a:gd name="connsiteX11" fmla="*/ 872596 w 1563254"/>
                <a:gd name="connsiteY11" fmla="*/ 241774 h 337689"/>
                <a:gd name="connsiteX12" fmla="*/ 837505 w 1563254"/>
                <a:gd name="connsiteY12" fmla="*/ 239434 h 337689"/>
                <a:gd name="connsiteX13" fmla="*/ 776681 w 1563254"/>
                <a:gd name="connsiteY13" fmla="*/ 241774 h 337689"/>
                <a:gd name="connsiteX14" fmla="*/ 715856 w 1563254"/>
                <a:gd name="connsiteY14" fmla="*/ 253471 h 337689"/>
                <a:gd name="connsiteX15" fmla="*/ 638656 w 1563254"/>
                <a:gd name="connsiteY15" fmla="*/ 265168 h 337689"/>
                <a:gd name="connsiteX16" fmla="*/ 591868 w 1563254"/>
                <a:gd name="connsiteY16" fmla="*/ 281544 h 337689"/>
                <a:gd name="connsiteX17" fmla="*/ 173116 w 1563254"/>
                <a:gd name="connsiteY17" fmla="*/ 325992 h 337689"/>
                <a:gd name="connsiteX18" fmla="*/ 63164 w 1563254"/>
                <a:gd name="connsiteY18" fmla="*/ 337689 h 337689"/>
                <a:gd name="connsiteX19" fmla="*/ 0 w 1563254"/>
                <a:gd name="connsiteY19" fmla="*/ 297919 h 337689"/>
                <a:gd name="connsiteX20" fmla="*/ 51467 w 1563254"/>
                <a:gd name="connsiteY20" fmla="*/ 255810 h 337689"/>
                <a:gd name="connsiteX21" fmla="*/ 240958 w 1563254"/>
                <a:gd name="connsiteY21" fmla="*/ 225398 h 337689"/>
                <a:gd name="connsiteX22" fmla="*/ 731342 w 1563254"/>
                <a:gd name="connsiteY22" fmla="*/ 98554 h 337689"/>
                <a:gd name="connsiteX0" fmla="*/ 731342 w 1608004"/>
                <a:gd name="connsiteY0" fmla="*/ 98554 h 337689"/>
                <a:gd name="connsiteX1" fmla="*/ 830254 w 1608004"/>
                <a:gd name="connsiteY1" fmla="*/ 99773 h 337689"/>
                <a:gd name="connsiteX2" fmla="*/ 1559020 w 1608004"/>
                <a:gd name="connsiteY2" fmla="*/ 5975 h 337689"/>
                <a:gd name="connsiteX3" fmla="*/ 1505076 w 1608004"/>
                <a:gd name="connsiteY3" fmla="*/ 165978 h 337689"/>
                <a:gd name="connsiteX4" fmla="*/ 1211809 w 1608004"/>
                <a:gd name="connsiteY4" fmla="*/ 192646 h 337689"/>
                <a:gd name="connsiteX5" fmla="*/ 1169700 w 1608004"/>
                <a:gd name="connsiteY5" fmla="*/ 178610 h 337689"/>
                <a:gd name="connsiteX6" fmla="*/ 1136948 w 1608004"/>
                <a:gd name="connsiteY6" fmla="*/ 169252 h 337689"/>
                <a:gd name="connsiteX7" fmla="*/ 1026997 w 1608004"/>
                <a:gd name="connsiteY7" fmla="*/ 206683 h 337689"/>
                <a:gd name="connsiteX8" fmla="*/ 949796 w 1608004"/>
                <a:gd name="connsiteY8" fmla="*/ 237095 h 337689"/>
                <a:gd name="connsiteX9" fmla="*/ 900669 w 1608004"/>
                <a:gd name="connsiteY9" fmla="*/ 239434 h 337689"/>
                <a:gd name="connsiteX10" fmla="*/ 872596 w 1608004"/>
                <a:gd name="connsiteY10" fmla="*/ 241774 h 337689"/>
                <a:gd name="connsiteX11" fmla="*/ 837505 w 1608004"/>
                <a:gd name="connsiteY11" fmla="*/ 239434 h 337689"/>
                <a:gd name="connsiteX12" fmla="*/ 776681 w 1608004"/>
                <a:gd name="connsiteY12" fmla="*/ 241774 h 337689"/>
                <a:gd name="connsiteX13" fmla="*/ 715856 w 1608004"/>
                <a:gd name="connsiteY13" fmla="*/ 253471 h 337689"/>
                <a:gd name="connsiteX14" fmla="*/ 638656 w 1608004"/>
                <a:gd name="connsiteY14" fmla="*/ 265168 h 337689"/>
                <a:gd name="connsiteX15" fmla="*/ 591868 w 1608004"/>
                <a:gd name="connsiteY15" fmla="*/ 281544 h 337689"/>
                <a:gd name="connsiteX16" fmla="*/ 173116 w 1608004"/>
                <a:gd name="connsiteY16" fmla="*/ 325992 h 337689"/>
                <a:gd name="connsiteX17" fmla="*/ 63164 w 1608004"/>
                <a:gd name="connsiteY17" fmla="*/ 337689 h 337689"/>
                <a:gd name="connsiteX18" fmla="*/ 0 w 1608004"/>
                <a:gd name="connsiteY18" fmla="*/ 297919 h 337689"/>
                <a:gd name="connsiteX19" fmla="*/ 51467 w 1608004"/>
                <a:gd name="connsiteY19" fmla="*/ 255810 h 337689"/>
                <a:gd name="connsiteX20" fmla="*/ 240958 w 1608004"/>
                <a:gd name="connsiteY20" fmla="*/ 225398 h 337689"/>
                <a:gd name="connsiteX21" fmla="*/ 731342 w 1608004"/>
                <a:gd name="connsiteY21" fmla="*/ 98554 h 337689"/>
                <a:gd name="connsiteX0" fmla="*/ 731342 w 1559019"/>
                <a:gd name="connsiteY0" fmla="*/ 98554 h 337689"/>
                <a:gd name="connsiteX1" fmla="*/ 830254 w 1559019"/>
                <a:gd name="connsiteY1" fmla="*/ 99773 h 337689"/>
                <a:gd name="connsiteX2" fmla="*/ 1559020 w 1559019"/>
                <a:gd name="connsiteY2" fmla="*/ 5975 h 337689"/>
                <a:gd name="connsiteX3" fmla="*/ 1505076 w 1559019"/>
                <a:gd name="connsiteY3" fmla="*/ 165978 h 337689"/>
                <a:gd name="connsiteX4" fmla="*/ 1211809 w 1559019"/>
                <a:gd name="connsiteY4" fmla="*/ 192646 h 337689"/>
                <a:gd name="connsiteX5" fmla="*/ 1169700 w 1559019"/>
                <a:gd name="connsiteY5" fmla="*/ 178610 h 337689"/>
                <a:gd name="connsiteX6" fmla="*/ 1136948 w 1559019"/>
                <a:gd name="connsiteY6" fmla="*/ 169252 h 337689"/>
                <a:gd name="connsiteX7" fmla="*/ 1026997 w 1559019"/>
                <a:gd name="connsiteY7" fmla="*/ 206683 h 337689"/>
                <a:gd name="connsiteX8" fmla="*/ 949796 w 1559019"/>
                <a:gd name="connsiteY8" fmla="*/ 237095 h 337689"/>
                <a:gd name="connsiteX9" fmla="*/ 900669 w 1559019"/>
                <a:gd name="connsiteY9" fmla="*/ 239434 h 337689"/>
                <a:gd name="connsiteX10" fmla="*/ 872596 w 1559019"/>
                <a:gd name="connsiteY10" fmla="*/ 241774 h 337689"/>
                <a:gd name="connsiteX11" fmla="*/ 837505 w 1559019"/>
                <a:gd name="connsiteY11" fmla="*/ 239434 h 337689"/>
                <a:gd name="connsiteX12" fmla="*/ 776681 w 1559019"/>
                <a:gd name="connsiteY12" fmla="*/ 241774 h 337689"/>
                <a:gd name="connsiteX13" fmla="*/ 715856 w 1559019"/>
                <a:gd name="connsiteY13" fmla="*/ 253471 h 337689"/>
                <a:gd name="connsiteX14" fmla="*/ 638656 w 1559019"/>
                <a:gd name="connsiteY14" fmla="*/ 265168 h 337689"/>
                <a:gd name="connsiteX15" fmla="*/ 591868 w 1559019"/>
                <a:gd name="connsiteY15" fmla="*/ 281544 h 337689"/>
                <a:gd name="connsiteX16" fmla="*/ 173116 w 1559019"/>
                <a:gd name="connsiteY16" fmla="*/ 325992 h 337689"/>
                <a:gd name="connsiteX17" fmla="*/ 63164 w 1559019"/>
                <a:gd name="connsiteY17" fmla="*/ 337689 h 337689"/>
                <a:gd name="connsiteX18" fmla="*/ 0 w 1559019"/>
                <a:gd name="connsiteY18" fmla="*/ 297919 h 337689"/>
                <a:gd name="connsiteX19" fmla="*/ 51467 w 1559019"/>
                <a:gd name="connsiteY19" fmla="*/ 255810 h 337689"/>
                <a:gd name="connsiteX20" fmla="*/ 240958 w 1559019"/>
                <a:gd name="connsiteY20" fmla="*/ 225398 h 337689"/>
                <a:gd name="connsiteX21" fmla="*/ 731342 w 1559019"/>
                <a:gd name="connsiteY21" fmla="*/ 98554 h 337689"/>
                <a:gd name="connsiteX0" fmla="*/ 731342 w 1525495"/>
                <a:gd name="connsiteY0" fmla="*/ 66107 h 305242"/>
                <a:gd name="connsiteX1" fmla="*/ 830254 w 1525495"/>
                <a:gd name="connsiteY1" fmla="*/ 67326 h 305242"/>
                <a:gd name="connsiteX2" fmla="*/ 1524069 w 1525495"/>
                <a:gd name="connsiteY2" fmla="*/ 43430 h 305242"/>
                <a:gd name="connsiteX3" fmla="*/ 1505076 w 1525495"/>
                <a:gd name="connsiteY3" fmla="*/ 133531 h 305242"/>
                <a:gd name="connsiteX4" fmla="*/ 1211809 w 1525495"/>
                <a:gd name="connsiteY4" fmla="*/ 160199 h 305242"/>
                <a:gd name="connsiteX5" fmla="*/ 1169700 w 1525495"/>
                <a:gd name="connsiteY5" fmla="*/ 146163 h 305242"/>
                <a:gd name="connsiteX6" fmla="*/ 1136948 w 1525495"/>
                <a:gd name="connsiteY6" fmla="*/ 136805 h 305242"/>
                <a:gd name="connsiteX7" fmla="*/ 1026997 w 1525495"/>
                <a:gd name="connsiteY7" fmla="*/ 174236 h 305242"/>
                <a:gd name="connsiteX8" fmla="*/ 949796 w 1525495"/>
                <a:gd name="connsiteY8" fmla="*/ 204648 h 305242"/>
                <a:gd name="connsiteX9" fmla="*/ 900669 w 1525495"/>
                <a:gd name="connsiteY9" fmla="*/ 206987 h 305242"/>
                <a:gd name="connsiteX10" fmla="*/ 872596 w 1525495"/>
                <a:gd name="connsiteY10" fmla="*/ 209327 h 305242"/>
                <a:gd name="connsiteX11" fmla="*/ 837505 w 1525495"/>
                <a:gd name="connsiteY11" fmla="*/ 206987 h 305242"/>
                <a:gd name="connsiteX12" fmla="*/ 776681 w 1525495"/>
                <a:gd name="connsiteY12" fmla="*/ 209327 h 305242"/>
                <a:gd name="connsiteX13" fmla="*/ 715856 w 1525495"/>
                <a:gd name="connsiteY13" fmla="*/ 221024 h 305242"/>
                <a:gd name="connsiteX14" fmla="*/ 638656 w 1525495"/>
                <a:gd name="connsiteY14" fmla="*/ 232721 h 305242"/>
                <a:gd name="connsiteX15" fmla="*/ 591868 w 1525495"/>
                <a:gd name="connsiteY15" fmla="*/ 249097 h 305242"/>
                <a:gd name="connsiteX16" fmla="*/ 173116 w 1525495"/>
                <a:gd name="connsiteY16" fmla="*/ 293545 h 305242"/>
                <a:gd name="connsiteX17" fmla="*/ 63164 w 1525495"/>
                <a:gd name="connsiteY17" fmla="*/ 305242 h 305242"/>
                <a:gd name="connsiteX18" fmla="*/ 0 w 1525495"/>
                <a:gd name="connsiteY18" fmla="*/ 265472 h 305242"/>
                <a:gd name="connsiteX19" fmla="*/ 51467 w 1525495"/>
                <a:gd name="connsiteY19" fmla="*/ 223363 h 305242"/>
                <a:gd name="connsiteX20" fmla="*/ 240958 w 1525495"/>
                <a:gd name="connsiteY20" fmla="*/ 192951 h 305242"/>
                <a:gd name="connsiteX21" fmla="*/ 731342 w 1525495"/>
                <a:gd name="connsiteY21" fmla="*/ 66107 h 305242"/>
                <a:gd name="connsiteX0" fmla="*/ 731342 w 1525495"/>
                <a:gd name="connsiteY0" fmla="*/ 66107 h 305242"/>
                <a:gd name="connsiteX1" fmla="*/ 830254 w 1525495"/>
                <a:gd name="connsiteY1" fmla="*/ 67326 h 305242"/>
                <a:gd name="connsiteX2" fmla="*/ 1524069 w 1525495"/>
                <a:gd name="connsiteY2" fmla="*/ 43430 h 305242"/>
                <a:gd name="connsiteX3" fmla="*/ 1505076 w 1525495"/>
                <a:gd name="connsiteY3" fmla="*/ 133531 h 305242"/>
                <a:gd name="connsiteX4" fmla="*/ 1211809 w 1525495"/>
                <a:gd name="connsiteY4" fmla="*/ 160199 h 305242"/>
                <a:gd name="connsiteX5" fmla="*/ 1169700 w 1525495"/>
                <a:gd name="connsiteY5" fmla="*/ 146163 h 305242"/>
                <a:gd name="connsiteX6" fmla="*/ 1136948 w 1525495"/>
                <a:gd name="connsiteY6" fmla="*/ 136805 h 305242"/>
                <a:gd name="connsiteX7" fmla="*/ 1026997 w 1525495"/>
                <a:gd name="connsiteY7" fmla="*/ 174236 h 305242"/>
                <a:gd name="connsiteX8" fmla="*/ 949796 w 1525495"/>
                <a:gd name="connsiteY8" fmla="*/ 204648 h 305242"/>
                <a:gd name="connsiteX9" fmla="*/ 900669 w 1525495"/>
                <a:gd name="connsiteY9" fmla="*/ 206987 h 305242"/>
                <a:gd name="connsiteX10" fmla="*/ 872596 w 1525495"/>
                <a:gd name="connsiteY10" fmla="*/ 209327 h 305242"/>
                <a:gd name="connsiteX11" fmla="*/ 837505 w 1525495"/>
                <a:gd name="connsiteY11" fmla="*/ 206987 h 305242"/>
                <a:gd name="connsiteX12" fmla="*/ 776681 w 1525495"/>
                <a:gd name="connsiteY12" fmla="*/ 209327 h 305242"/>
                <a:gd name="connsiteX13" fmla="*/ 715856 w 1525495"/>
                <a:gd name="connsiteY13" fmla="*/ 221024 h 305242"/>
                <a:gd name="connsiteX14" fmla="*/ 638656 w 1525495"/>
                <a:gd name="connsiteY14" fmla="*/ 232721 h 305242"/>
                <a:gd name="connsiteX15" fmla="*/ 591868 w 1525495"/>
                <a:gd name="connsiteY15" fmla="*/ 249097 h 305242"/>
                <a:gd name="connsiteX16" fmla="*/ 173116 w 1525495"/>
                <a:gd name="connsiteY16" fmla="*/ 293545 h 305242"/>
                <a:gd name="connsiteX17" fmla="*/ 63164 w 1525495"/>
                <a:gd name="connsiteY17" fmla="*/ 305242 h 305242"/>
                <a:gd name="connsiteX18" fmla="*/ 0 w 1525495"/>
                <a:gd name="connsiteY18" fmla="*/ 265472 h 305242"/>
                <a:gd name="connsiteX19" fmla="*/ 51467 w 1525495"/>
                <a:gd name="connsiteY19" fmla="*/ 223363 h 305242"/>
                <a:gd name="connsiteX20" fmla="*/ 240958 w 1525495"/>
                <a:gd name="connsiteY20" fmla="*/ 192951 h 305242"/>
                <a:gd name="connsiteX21" fmla="*/ 731342 w 1525495"/>
                <a:gd name="connsiteY21" fmla="*/ 66107 h 305242"/>
                <a:gd name="connsiteX0" fmla="*/ 731342 w 1525495"/>
                <a:gd name="connsiteY0" fmla="*/ 51104 h 290239"/>
                <a:gd name="connsiteX1" fmla="*/ 865206 w 1525495"/>
                <a:gd name="connsiteY1" fmla="*/ 75625 h 290239"/>
                <a:gd name="connsiteX2" fmla="*/ 1524069 w 1525495"/>
                <a:gd name="connsiteY2" fmla="*/ 28427 h 290239"/>
                <a:gd name="connsiteX3" fmla="*/ 1505076 w 1525495"/>
                <a:gd name="connsiteY3" fmla="*/ 118528 h 290239"/>
                <a:gd name="connsiteX4" fmla="*/ 1211809 w 1525495"/>
                <a:gd name="connsiteY4" fmla="*/ 145196 h 290239"/>
                <a:gd name="connsiteX5" fmla="*/ 1169700 w 1525495"/>
                <a:gd name="connsiteY5" fmla="*/ 131160 h 290239"/>
                <a:gd name="connsiteX6" fmla="*/ 1136948 w 1525495"/>
                <a:gd name="connsiteY6" fmla="*/ 121802 h 290239"/>
                <a:gd name="connsiteX7" fmla="*/ 1026997 w 1525495"/>
                <a:gd name="connsiteY7" fmla="*/ 159233 h 290239"/>
                <a:gd name="connsiteX8" fmla="*/ 949796 w 1525495"/>
                <a:gd name="connsiteY8" fmla="*/ 189645 h 290239"/>
                <a:gd name="connsiteX9" fmla="*/ 900669 w 1525495"/>
                <a:gd name="connsiteY9" fmla="*/ 191984 h 290239"/>
                <a:gd name="connsiteX10" fmla="*/ 872596 w 1525495"/>
                <a:gd name="connsiteY10" fmla="*/ 194324 h 290239"/>
                <a:gd name="connsiteX11" fmla="*/ 837505 w 1525495"/>
                <a:gd name="connsiteY11" fmla="*/ 191984 h 290239"/>
                <a:gd name="connsiteX12" fmla="*/ 776681 w 1525495"/>
                <a:gd name="connsiteY12" fmla="*/ 194324 h 290239"/>
                <a:gd name="connsiteX13" fmla="*/ 715856 w 1525495"/>
                <a:gd name="connsiteY13" fmla="*/ 206021 h 290239"/>
                <a:gd name="connsiteX14" fmla="*/ 638656 w 1525495"/>
                <a:gd name="connsiteY14" fmla="*/ 217718 h 290239"/>
                <a:gd name="connsiteX15" fmla="*/ 591868 w 1525495"/>
                <a:gd name="connsiteY15" fmla="*/ 234094 h 290239"/>
                <a:gd name="connsiteX16" fmla="*/ 173116 w 1525495"/>
                <a:gd name="connsiteY16" fmla="*/ 278542 h 290239"/>
                <a:gd name="connsiteX17" fmla="*/ 63164 w 1525495"/>
                <a:gd name="connsiteY17" fmla="*/ 290239 h 290239"/>
                <a:gd name="connsiteX18" fmla="*/ 0 w 1525495"/>
                <a:gd name="connsiteY18" fmla="*/ 250469 h 290239"/>
                <a:gd name="connsiteX19" fmla="*/ 51467 w 1525495"/>
                <a:gd name="connsiteY19" fmla="*/ 208360 h 290239"/>
                <a:gd name="connsiteX20" fmla="*/ 240958 w 1525495"/>
                <a:gd name="connsiteY20" fmla="*/ 177948 h 290239"/>
                <a:gd name="connsiteX21" fmla="*/ 731342 w 1525495"/>
                <a:gd name="connsiteY21" fmla="*/ 51104 h 290239"/>
                <a:gd name="connsiteX0" fmla="*/ 731342 w 1525495"/>
                <a:gd name="connsiteY0" fmla="*/ 35413 h 274548"/>
                <a:gd name="connsiteX1" fmla="*/ 865206 w 1525495"/>
                <a:gd name="connsiteY1" fmla="*/ 59934 h 274548"/>
                <a:gd name="connsiteX2" fmla="*/ 1524069 w 1525495"/>
                <a:gd name="connsiteY2" fmla="*/ 12736 h 274548"/>
                <a:gd name="connsiteX3" fmla="*/ 1505076 w 1525495"/>
                <a:gd name="connsiteY3" fmla="*/ 102837 h 274548"/>
                <a:gd name="connsiteX4" fmla="*/ 1211809 w 1525495"/>
                <a:gd name="connsiteY4" fmla="*/ 129505 h 274548"/>
                <a:gd name="connsiteX5" fmla="*/ 1169700 w 1525495"/>
                <a:gd name="connsiteY5" fmla="*/ 115469 h 274548"/>
                <a:gd name="connsiteX6" fmla="*/ 1136948 w 1525495"/>
                <a:gd name="connsiteY6" fmla="*/ 106111 h 274548"/>
                <a:gd name="connsiteX7" fmla="*/ 1026997 w 1525495"/>
                <a:gd name="connsiteY7" fmla="*/ 143542 h 274548"/>
                <a:gd name="connsiteX8" fmla="*/ 949796 w 1525495"/>
                <a:gd name="connsiteY8" fmla="*/ 173954 h 274548"/>
                <a:gd name="connsiteX9" fmla="*/ 900669 w 1525495"/>
                <a:gd name="connsiteY9" fmla="*/ 176293 h 274548"/>
                <a:gd name="connsiteX10" fmla="*/ 872596 w 1525495"/>
                <a:gd name="connsiteY10" fmla="*/ 178633 h 274548"/>
                <a:gd name="connsiteX11" fmla="*/ 837505 w 1525495"/>
                <a:gd name="connsiteY11" fmla="*/ 176293 h 274548"/>
                <a:gd name="connsiteX12" fmla="*/ 776681 w 1525495"/>
                <a:gd name="connsiteY12" fmla="*/ 178633 h 274548"/>
                <a:gd name="connsiteX13" fmla="*/ 715856 w 1525495"/>
                <a:gd name="connsiteY13" fmla="*/ 190330 h 274548"/>
                <a:gd name="connsiteX14" fmla="*/ 638656 w 1525495"/>
                <a:gd name="connsiteY14" fmla="*/ 202027 h 274548"/>
                <a:gd name="connsiteX15" fmla="*/ 591868 w 1525495"/>
                <a:gd name="connsiteY15" fmla="*/ 218403 h 274548"/>
                <a:gd name="connsiteX16" fmla="*/ 173116 w 1525495"/>
                <a:gd name="connsiteY16" fmla="*/ 262851 h 274548"/>
                <a:gd name="connsiteX17" fmla="*/ 63164 w 1525495"/>
                <a:gd name="connsiteY17" fmla="*/ 274548 h 274548"/>
                <a:gd name="connsiteX18" fmla="*/ 0 w 1525495"/>
                <a:gd name="connsiteY18" fmla="*/ 234778 h 274548"/>
                <a:gd name="connsiteX19" fmla="*/ 51467 w 1525495"/>
                <a:gd name="connsiteY19" fmla="*/ 192669 h 274548"/>
                <a:gd name="connsiteX20" fmla="*/ 240958 w 1525495"/>
                <a:gd name="connsiteY20" fmla="*/ 162257 h 274548"/>
                <a:gd name="connsiteX21" fmla="*/ 731342 w 1525495"/>
                <a:gd name="connsiteY21" fmla="*/ 35413 h 274548"/>
                <a:gd name="connsiteX0" fmla="*/ 731342 w 1525495"/>
                <a:gd name="connsiteY0" fmla="*/ 25795 h 264930"/>
                <a:gd name="connsiteX1" fmla="*/ 861323 w 1525495"/>
                <a:gd name="connsiteY1" fmla="*/ 73617 h 264930"/>
                <a:gd name="connsiteX2" fmla="*/ 1524069 w 1525495"/>
                <a:gd name="connsiteY2" fmla="*/ 3118 h 264930"/>
                <a:gd name="connsiteX3" fmla="*/ 1505076 w 1525495"/>
                <a:gd name="connsiteY3" fmla="*/ 93219 h 264930"/>
                <a:gd name="connsiteX4" fmla="*/ 1211809 w 1525495"/>
                <a:gd name="connsiteY4" fmla="*/ 119887 h 264930"/>
                <a:gd name="connsiteX5" fmla="*/ 1169700 w 1525495"/>
                <a:gd name="connsiteY5" fmla="*/ 105851 h 264930"/>
                <a:gd name="connsiteX6" fmla="*/ 1136948 w 1525495"/>
                <a:gd name="connsiteY6" fmla="*/ 96493 h 264930"/>
                <a:gd name="connsiteX7" fmla="*/ 1026997 w 1525495"/>
                <a:gd name="connsiteY7" fmla="*/ 133924 h 264930"/>
                <a:gd name="connsiteX8" fmla="*/ 949796 w 1525495"/>
                <a:gd name="connsiteY8" fmla="*/ 164336 h 264930"/>
                <a:gd name="connsiteX9" fmla="*/ 900669 w 1525495"/>
                <a:gd name="connsiteY9" fmla="*/ 166675 h 264930"/>
                <a:gd name="connsiteX10" fmla="*/ 872596 w 1525495"/>
                <a:gd name="connsiteY10" fmla="*/ 169015 h 264930"/>
                <a:gd name="connsiteX11" fmla="*/ 837505 w 1525495"/>
                <a:gd name="connsiteY11" fmla="*/ 166675 h 264930"/>
                <a:gd name="connsiteX12" fmla="*/ 776681 w 1525495"/>
                <a:gd name="connsiteY12" fmla="*/ 169015 h 264930"/>
                <a:gd name="connsiteX13" fmla="*/ 715856 w 1525495"/>
                <a:gd name="connsiteY13" fmla="*/ 180712 h 264930"/>
                <a:gd name="connsiteX14" fmla="*/ 638656 w 1525495"/>
                <a:gd name="connsiteY14" fmla="*/ 192409 h 264930"/>
                <a:gd name="connsiteX15" fmla="*/ 591868 w 1525495"/>
                <a:gd name="connsiteY15" fmla="*/ 208785 h 264930"/>
                <a:gd name="connsiteX16" fmla="*/ 173116 w 1525495"/>
                <a:gd name="connsiteY16" fmla="*/ 253233 h 264930"/>
                <a:gd name="connsiteX17" fmla="*/ 63164 w 1525495"/>
                <a:gd name="connsiteY17" fmla="*/ 264930 h 264930"/>
                <a:gd name="connsiteX18" fmla="*/ 0 w 1525495"/>
                <a:gd name="connsiteY18" fmla="*/ 225160 h 264930"/>
                <a:gd name="connsiteX19" fmla="*/ 51467 w 1525495"/>
                <a:gd name="connsiteY19" fmla="*/ 183051 h 264930"/>
                <a:gd name="connsiteX20" fmla="*/ 240958 w 1525495"/>
                <a:gd name="connsiteY20" fmla="*/ 152639 h 264930"/>
                <a:gd name="connsiteX21" fmla="*/ 731342 w 1525495"/>
                <a:gd name="connsiteY21" fmla="*/ 25795 h 264930"/>
                <a:gd name="connsiteX0" fmla="*/ 711925 w 1525495"/>
                <a:gd name="connsiteY0" fmla="*/ 56863 h 264930"/>
                <a:gd name="connsiteX1" fmla="*/ 861323 w 1525495"/>
                <a:gd name="connsiteY1" fmla="*/ 73617 h 264930"/>
                <a:gd name="connsiteX2" fmla="*/ 1524069 w 1525495"/>
                <a:gd name="connsiteY2" fmla="*/ 3118 h 264930"/>
                <a:gd name="connsiteX3" fmla="*/ 1505076 w 1525495"/>
                <a:gd name="connsiteY3" fmla="*/ 93219 h 264930"/>
                <a:gd name="connsiteX4" fmla="*/ 1211809 w 1525495"/>
                <a:gd name="connsiteY4" fmla="*/ 119887 h 264930"/>
                <a:gd name="connsiteX5" fmla="*/ 1169700 w 1525495"/>
                <a:gd name="connsiteY5" fmla="*/ 105851 h 264930"/>
                <a:gd name="connsiteX6" fmla="*/ 1136948 w 1525495"/>
                <a:gd name="connsiteY6" fmla="*/ 96493 h 264930"/>
                <a:gd name="connsiteX7" fmla="*/ 1026997 w 1525495"/>
                <a:gd name="connsiteY7" fmla="*/ 133924 h 264930"/>
                <a:gd name="connsiteX8" fmla="*/ 949796 w 1525495"/>
                <a:gd name="connsiteY8" fmla="*/ 164336 h 264930"/>
                <a:gd name="connsiteX9" fmla="*/ 900669 w 1525495"/>
                <a:gd name="connsiteY9" fmla="*/ 166675 h 264930"/>
                <a:gd name="connsiteX10" fmla="*/ 872596 w 1525495"/>
                <a:gd name="connsiteY10" fmla="*/ 169015 h 264930"/>
                <a:gd name="connsiteX11" fmla="*/ 837505 w 1525495"/>
                <a:gd name="connsiteY11" fmla="*/ 166675 h 264930"/>
                <a:gd name="connsiteX12" fmla="*/ 776681 w 1525495"/>
                <a:gd name="connsiteY12" fmla="*/ 169015 h 264930"/>
                <a:gd name="connsiteX13" fmla="*/ 715856 w 1525495"/>
                <a:gd name="connsiteY13" fmla="*/ 180712 h 264930"/>
                <a:gd name="connsiteX14" fmla="*/ 638656 w 1525495"/>
                <a:gd name="connsiteY14" fmla="*/ 192409 h 264930"/>
                <a:gd name="connsiteX15" fmla="*/ 591868 w 1525495"/>
                <a:gd name="connsiteY15" fmla="*/ 208785 h 264930"/>
                <a:gd name="connsiteX16" fmla="*/ 173116 w 1525495"/>
                <a:gd name="connsiteY16" fmla="*/ 253233 h 264930"/>
                <a:gd name="connsiteX17" fmla="*/ 63164 w 1525495"/>
                <a:gd name="connsiteY17" fmla="*/ 264930 h 264930"/>
                <a:gd name="connsiteX18" fmla="*/ 0 w 1525495"/>
                <a:gd name="connsiteY18" fmla="*/ 225160 h 264930"/>
                <a:gd name="connsiteX19" fmla="*/ 51467 w 1525495"/>
                <a:gd name="connsiteY19" fmla="*/ 183051 h 264930"/>
                <a:gd name="connsiteX20" fmla="*/ 240958 w 1525495"/>
                <a:gd name="connsiteY20" fmla="*/ 152639 h 264930"/>
                <a:gd name="connsiteX21" fmla="*/ 711925 w 1525495"/>
                <a:gd name="connsiteY21" fmla="*/ 56863 h 264930"/>
                <a:gd name="connsiteX0" fmla="*/ 680858 w 1525495"/>
                <a:gd name="connsiteY0" fmla="*/ 60746 h 264930"/>
                <a:gd name="connsiteX1" fmla="*/ 861323 w 1525495"/>
                <a:gd name="connsiteY1" fmla="*/ 73617 h 264930"/>
                <a:gd name="connsiteX2" fmla="*/ 1524069 w 1525495"/>
                <a:gd name="connsiteY2" fmla="*/ 3118 h 264930"/>
                <a:gd name="connsiteX3" fmla="*/ 1505076 w 1525495"/>
                <a:gd name="connsiteY3" fmla="*/ 93219 h 264930"/>
                <a:gd name="connsiteX4" fmla="*/ 1211809 w 1525495"/>
                <a:gd name="connsiteY4" fmla="*/ 119887 h 264930"/>
                <a:gd name="connsiteX5" fmla="*/ 1169700 w 1525495"/>
                <a:gd name="connsiteY5" fmla="*/ 105851 h 264930"/>
                <a:gd name="connsiteX6" fmla="*/ 1136948 w 1525495"/>
                <a:gd name="connsiteY6" fmla="*/ 96493 h 264930"/>
                <a:gd name="connsiteX7" fmla="*/ 1026997 w 1525495"/>
                <a:gd name="connsiteY7" fmla="*/ 133924 h 264930"/>
                <a:gd name="connsiteX8" fmla="*/ 949796 w 1525495"/>
                <a:gd name="connsiteY8" fmla="*/ 164336 h 264930"/>
                <a:gd name="connsiteX9" fmla="*/ 900669 w 1525495"/>
                <a:gd name="connsiteY9" fmla="*/ 166675 h 264930"/>
                <a:gd name="connsiteX10" fmla="*/ 872596 w 1525495"/>
                <a:gd name="connsiteY10" fmla="*/ 169015 h 264930"/>
                <a:gd name="connsiteX11" fmla="*/ 837505 w 1525495"/>
                <a:gd name="connsiteY11" fmla="*/ 166675 h 264930"/>
                <a:gd name="connsiteX12" fmla="*/ 776681 w 1525495"/>
                <a:gd name="connsiteY12" fmla="*/ 169015 h 264930"/>
                <a:gd name="connsiteX13" fmla="*/ 715856 w 1525495"/>
                <a:gd name="connsiteY13" fmla="*/ 180712 h 264930"/>
                <a:gd name="connsiteX14" fmla="*/ 638656 w 1525495"/>
                <a:gd name="connsiteY14" fmla="*/ 192409 h 264930"/>
                <a:gd name="connsiteX15" fmla="*/ 591868 w 1525495"/>
                <a:gd name="connsiteY15" fmla="*/ 208785 h 264930"/>
                <a:gd name="connsiteX16" fmla="*/ 173116 w 1525495"/>
                <a:gd name="connsiteY16" fmla="*/ 253233 h 264930"/>
                <a:gd name="connsiteX17" fmla="*/ 63164 w 1525495"/>
                <a:gd name="connsiteY17" fmla="*/ 264930 h 264930"/>
                <a:gd name="connsiteX18" fmla="*/ 0 w 1525495"/>
                <a:gd name="connsiteY18" fmla="*/ 225160 h 264930"/>
                <a:gd name="connsiteX19" fmla="*/ 51467 w 1525495"/>
                <a:gd name="connsiteY19" fmla="*/ 183051 h 264930"/>
                <a:gd name="connsiteX20" fmla="*/ 240958 w 1525495"/>
                <a:gd name="connsiteY20" fmla="*/ 152639 h 264930"/>
                <a:gd name="connsiteX21" fmla="*/ 680858 w 1525495"/>
                <a:gd name="connsiteY21" fmla="*/ 60746 h 264930"/>
                <a:gd name="connsiteX0" fmla="*/ 680858 w 1525495"/>
                <a:gd name="connsiteY0" fmla="*/ 60746 h 264930"/>
                <a:gd name="connsiteX1" fmla="*/ 861323 w 1525495"/>
                <a:gd name="connsiteY1" fmla="*/ 73617 h 264930"/>
                <a:gd name="connsiteX2" fmla="*/ 1524069 w 1525495"/>
                <a:gd name="connsiteY2" fmla="*/ 3118 h 264930"/>
                <a:gd name="connsiteX3" fmla="*/ 1505076 w 1525495"/>
                <a:gd name="connsiteY3" fmla="*/ 93219 h 264930"/>
                <a:gd name="connsiteX4" fmla="*/ 1211809 w 1525495"/>
                <a:gd name="connsiteY4" fmla="*/ 119887 h 264930"/>
                <a:gd name="connsiteX5" fmla="*/ 1169700 w 1525495"/>
                <a:gd name="connsiteY5" fmla="*/ 105851 h 264930"/>
                <a:gd name="connsiteX6" fmla="*/ 1136948 w 1525495"/>
                <a:gd name="connsiteY6" fmla="*/ 96493 h 264930"/>
                <a:gd name="connsiteX7" fmla="*/ 1026997 w 1525495"/>
                <a:gd name="connsiteY7" fmla="*/ 133924 h 264930"/>
                <a:gd name="connsiteX8" fmla="*/ 949796 w 1525495"/>
                <a:gd name="connsiteY8" fmla="*/ 164336 h 264930"/>
                <a:gd name="connsiteX9" fmla="*/ 900669 w 1525495"/>
                <a:gd name="connsiteY9" fmla="*/ 166675 h 264930"/>
                <a:gd name="connsiteX10" fmla="*/ 872596 w 1525495"/>
                <a:gd name="connsiteY10" fmla="*/ 169015 h 264930"/>
                <a:gd name="connsiteX11" fmla="*/ 837505 w 1525495"/>
                <a:gd name="connsiteY11" fmla="*/ 166675 h 264930"/>
                <a:gd name="connsiteX12" fmla="*/ 776681 w 1525495"/>
                <a:gd name="connsiteY12" fmla="*/ 169015 h 264930"/>
                <a:gd name="connsiteX13" fmla="*/ 715856 w 1525495"/>
                <a:gd name="connsiteY13" fmla="*/ 180712 h 264930"/>
                <a:gd name="connsiteX14" fmla="*/ 638656 w 1525495"/>
                <a:gd name="connsiteY14" fmla="*/ 192409 h 264930"/>
                <a:gd name="connsiteX15" fmla="*/ 591868 w 1525495"/>
                <a:gd name="connsiteY15" fmla="*/ 208785 h 264930"/>
                <a:gd name="connsiteX16" fmla="*/ 173116 w 1525495"/>
                <a:gd name="connsiteY16" fmla="*/ 253233 h 264930"/>
                <a:gd name="connsiteX17" fmla="*/ 63164 w 1525495"/>
                <a:gd name="connsiteY17" fmla="*/ 264930 h 264930"/>
                <a:gd name="connsiteX18" fmla="*/ 0 w 1525495"/>
                <a:gd name="connsiteY18" fmla="*/ 225160 h 264930"/>
                <a:gd name="connsiteX19" fmla="*/ 51467 w 1525495"/>
                <a:gd name="connsiteY19" fmla="*/ 183051 h 264930"/>
                <a:gd name="connsiteX20" fmla="*/ 240958 w 1525495"/>
                <a:gd name="connsiteY20" fmla="*/ 152639 h 264930"/>
                <a:gd name="connsiteX21" fmla="*/ 680858 w 1525495"/>
                <a:gd name="connsiteY21" fmla="*/ 60746 h 264930"/>
                <a:gd name="connsiteX0" fmla="*/ 681531 w 1526168"/>
                <a:gd name="connsiteY0" fmla="*/ 60746 h 264930"/>
                <a:gd name="connsiteX1" fmla="*/ 861996 w 1526168"/>
                <a:gd name="connsiteY1" fmla="*/ 73617 h 264930"/>
                <a:gd name="connsiteX2" fmla="*/ 1524742 w 1526168"/>
                <a:gd name="connsiteY2" fmla="*/ 3118 h 264930"/>
                <a:gd name="connsiteX3" fmla="*/ 1505749 w 1526168"/>
                <a:gd name="connsiteY3" fmla="*/ 93219 h 264930"/>
                <a:gd name="connsiteX4" fmla="*/ 1212482 w 1526168"/>
                <a:gd name="connsiteY4" fmla="*/ 119887 h 264930"/>
                <a:gd name="connsiteX5" fmla="*/ 1170373 w 1526168"/>
                <a:gd name="connsiteY5" fmla="*/ 105851 h 264930"/>
                <a:gd name="connsiteX6" fmla="*/ 1137621 w 1526168"/>
                <a:gd name="connsiteY6" fmla="*/ 96493 h 264930"/>
                <a:gd name="connsiteX7" fmla="*/ 1027670 w 1526168"/>
                <a:gd name="connsiteY7" fmla="*/ 133924 h 264930"/>
                <a:gd name="connsiteX8" fmla="*/ 950469 w 1526168"/>
                <a:gd name="connsiteY8" fmla="*/ 164336 h 264930"/>
                <a:gd name="connsiteX9" fmla="*/ 901342 w 1526168"/>
                <a:gd name="connsiteY9" fmla="*/ 166675 h 264930"/>
                <a:gd name="connsiteX10" fmla="*/ 873269 w 1526168"/>
                <a:gd name="connsiteY10" fmla="*/ 169015 h 264930"/>
                <a:gd name="connsiteX11" fmla="*/ 838178 w 1526168"/>
                <a:gd name="connsiteY11" fmla="*/ 166675 h 264930"/>
                <a:gd name="connsiteX12" fmla="*/ 777354 w 1526168"/>
                <a:gd name="connsiteY12" fmla="*/ 169015 h 264930"/>
                <a:gd name="connsiteX13" fmla="*/ 716529 w 1526168"/>
                <a:gd name="connsiteY13" fmla="*/ 180712 h 264930"/>
                <a:gd name="connsiteX14" fmla="*/ 639329 w 1526168"/>
                <a:gd name="connsiteY14" fmla="*/ 192409 h 264930"/>
                <a:gd name="connsiteX15" fmla="*/ 592541 w 1526168"/>
                <a:gd name="connsiteY15" fmla="*/ 208785 h 264930"/>
                <a:gd name="connsiteX16" fmla="*/ 173789 w 1526168"/>
                <a:gd name="connsiteY16" fmla="*/ 253233 h 264930"/>
                <a:gd name="connsiteX17" fmla="*/ 63837 w 1526168"/>
                <a:gd name="connsiteY17" fmla="*/ 264930 h 264930"/>
                <a:gd name="connsiteX18" fmla="*/ 673 w 1526168"/>
                <a:gd name="connsiteY18" fmla="*/ 225160 h 264930"/>
                <a:gd name="connsiteX19" fmla="*/ 52140 w 1526168"/>
                <a:gd name="connsiteY19" fmla="*/ 183051 h 264930"/>
                <a:gd name="connsiteX20" fmla="*/ 241631 w 1526168"/>
                <a:gd name="connsiteY20" fmla="*/ 152639 h 264930"/>
                <a:gd name="connsiteX21" fmla="*/ 681531 w 1526168"/>
                <a:gd name="connsiteY21" fmla="*/ 60746 h 264930"/>
                <a:gd name="connsiteX0" fmla="*/ 681531 w 1526168"/>
                <a:gd name="connsiteY0" fmla="*/ 60746 h 268807"/>
                <a:gd name="connsiteX1" fmla="*/ 861996 w 1526168"/>
                <a:gd name="connsiteY1" fmla="*/ 73617 h 268807"/>
                <a:gd name="connsiteX2" fmla="*/ 1524742 w 1526168"/>
                <a:gd name="connsiteY2" fmla="*/ 3118 h 268807"/>
                <a:gd name="connsiteX3" fmla="*/ 1505749 w 1526168"/>
                <a:gd name="connsiteY3" fmla="*/ 93219 h 268807"/>
                <a:gd name="connsiteX4" fmla="*/ 1212482 w 1526168"/>
                <a:gd name="connsiteY4" fmla="*/ 119887 h 268807"/>
                <a:gd name="connsiteX5" fmla="*/ 1170373 w 1526168"/>
                <a:gd name="connsiteY5" fmla="*/ 105851 h 268807"/>
                <a:gd name="connsiteX6" fmla="*/ 1137621 w 1526168"/>
                <a:gd name="connsiteY6" fmla="*/ 96493 h 268807"/>
                <a:gd name="connsiteX7" fmla="*/ 1027670 w 1526168"/>
                <a:gd name="connsiteY7" fmla="*/ 133924 h 268807"/>
                <a:gd name="connsiteX8" fmla="*/ 950469 w 1526168"/>
                <a:gd name="connsiteY8" fmla="*/ 164336 h 268807"/>
                <a:gd name="connsiteX9" fmla="*/ 901342 w 1526168"/>
                <a:gd name="connsiteY9" fmla="*/ 166675 h 268807"/>
                <a:gd name="connsiteX10" fmla="*/ 873269 w 1526168"/>
                <a:gd name="connsiteY10" fmla="*/ 169015 h 268807"/>
                <a:gd name="connsiteX11" fmla="*/ 838178 w 1526168"/>
                <a:gd name="connsiteY11" fmla="*/ 166675 h 268807"/>
                <a:gd name="connsiteX12" fmla="*/ 777354 w 1526168"/>
                <a:gd name="connsiteY12" fmla="*/ 169015 h 268807"/>
                <a:gd name="connsiteX13" fmla="*/ 716529 w 1526168"/>
                <a:gd name="connsiteY13" fmla="*/ 180712 h 268807"/>
                <a:gd name="connsiteX14" fmla="*/ 639329 w 1526168"/>
                <a:gd name="connsiteY14" fmla="*/ 192409 h 268807"/>
                <a:gd name="connsiteX15" fmla="*/ 592541 w 1526168"/>
                <a:gd name="connsiteY15" fmla="*/ 208785 h 268807"/>
                <a:gd name="connsiteX16" fmla="*/ 173789 w 1526168"/>
                <a:gd name="connsiteY16" fmla="*/ 253233 h 268807"/>
                <a:gd name="connsiteX17" fmla="*/ 63837 w 1526168"/>
                <a:gd name="connsiteY17" fmla="*/ 264930 h 268807"/>
                <a:gd name="connsiteX18" fmla="*/ 673 w 1526168"/>
                <a:gd name="connsiteY18" fmla="*/ 225160 h 268807"/>
                <a:gd name="connsiteX19" fmla="*/ 52140 w 1526168"/>
                <a:gd name="connsiteY19" fmla="*/ 183051 h 268807"/>
                <a:gd name="connsiteX20" fmla="*/ 241631 w 1526168"/>
                <a:gd name="connsiteY20" fmla="*/ 152639 h 268807"/>
                <a:gd name="connsiteX21" fmla="*/ 681531 w 1526168"/>
                <a:gd name="connsiteY21" fmla="*/ 60746 h 268807"/>
                <a:gd name="connsiteX0" fmla="*/ 657421 w 1502058"/>
                <a:gd name="connsiteY0" fmla="*/ 60746 h 266047"/>
                <a:gd name="connsiteX1" fmla="*/ 837886 w 1502058"/>
                <a:gd name="connsiteY1" fmla="*/ 73617 h 266047"/>
                <a:gd name="connsiteX2" fmla="*/ 1500632 w 1502058"/>
                <a:gd name="connsiteY2" fmla="*/ 3118 h 266047"/>
                <a:gd name="connsiteX3" fmla="*/ 1481639 w 1502058"/>
                <a:gd name="connsiteY3" fmla="*/ 93219 h 266047"/>
                <a:gd name="connsiteX4" fmla="*/ 1188372 w 1502058"/>
                <a:gd name="connsiteY4" fmla="*/ 119887 h 266047"/>
                <a:gd name="connsiteX5" fmla="*/ 1146263 w 1502058"/>
                <a:gd name="connsiteY5" fmla="*/ 105851 h 266047"/>
                <a:gd name="connsiteX6" fmla="*/ 1113511 w 1502058"/>
                <a:gd name="connsiteY6" fmla="*/ 96493 h 266047"/>
                <a:gd name="connsiteX7" fmla="*/ 1003560 w 1502058"/>
                <a:gd name="connsiteY7" fmla="*/ 133924 h 266047"/>
                <a:gd name="connsiteX8" fmla="*/ 926359 w 1502058"/>
                <a:gd name="connsiteY8" fmla="*/ 164336 h 266047"/>
                <a:gd name="connsiteX9" fmla="*/ 877232 w 1502058"/>
                <a:gd name="connsiteY9" fmla="*/ 166675 h 266047"/>
                <a:gd name="connsiteX10" fmla="*/ 849159 w 1502058"/>
                <a:gd name="connsiteY10" fmla="*/ 169015 h 266047"/>
                <a:gd name="connsiteX11" fmla="*/ 814068 w 1502058"/>
                <a:gd name="connsiteY11" fmla="*/ 166675 h 266047"/>
                <a:gd name="connsiteX12" fmla="*/ 753244 w 1502058"/>
                <a:gd name="connsiteY12" fmla="*/ 169015 h 266047"/>
                <a:gd name="connsiteX13" fmla="*/ 692419 w 1502058"/>
                <a:gd name="connsiteY13" fmla="*/ 180712 h 266047"/>
                <a:gd name="connsiteX14" fmla="*/ 615219 w 1502058"/>
                <a:gd name="connsiteY14" fmla="*/ 192409 h 266047"/>
                <a:gd name="connsiteX15" fmla="*/ 568431 w 1502058"/>
                <a:gd name="connsiteY15" fmla="*/ 208785 h 266047"/>
                <a:gd name="connsiteX16" fmla="*/ 149679 w 1502058"/>
                <a:gd name="connsiteY16" fmla="*/ 253233 h 266047"/>
                <a:gd name="connsiteX17" fmla="*/ 39727 w 1502058"/>
                <a:gd name="connsiteY17" fmla="*/ 264930 h 266047"/>
                <a:gd name="connsiteX18" fmla="*/ 1968 w 1502058"/>
                <a:gd name="connsiteY18" fmla="*/ 221983 h 266047"/>
                <a:gd name="connsiteX19" fmla="*/ 28030 w 1502058"/>
                <a:gd name="connsiteY19" fmla="*/ 183051 h 266047"/>
                <a:gd name="connsiteX20" fmla="*/ 217521 w 1502058"/>
                <a:gd name="connsiteY20" fmla="*/ 152639 h 266047"/>
                <a:gd name="connsiteX21" fmla="*/ 657421 w 1502058"/>
                <a:gd name="connsiteY21" fmla="*/ 60746 h 266047"/>
                <a:gd name="connsiteX0" fmla="*/ 644089 w 1488726"/>
                <a:gd name="connsiteY0" fmla="*/ 60746 h 268443"/>
                <a:gd name="connsiteX1" fmla="*/ 824554 w 1488726"/>
                <a:gd name="connsiteY1" fmla="*/ 73617 h 268443"/>
                <a:gd name="connsiteX2" fmla="*/ 1487300 w 1488726"/>
                <a:gd name="connsiteY2" fmla="*/ 3118 h 268443"/>
                <a:gd name="connsiteX3" fmla="*/ 1468307 w 1488726"/>
                <a:gd name="connsiteY3" fmla="*/ 93219 h 268443"/>
                <a:gd name="connsiteX4" fmla="*/ 1175040 w 1488726"/>
                <a:gd name="connsiteY4" fmla="*/ 119887 h 268443"/>
                <a:gd name="connsiteX5" fmla="*/ 1132931 w 1488726"/>
                <a:gd name="connsiteY5" fmla="*/ 105851 h 268443"/>
                <a:gd name="connsiteX6" fmla="*/ 1100179 w 1488726"/>
                <a:gd name="connsiteY6" fmla="*/ 96493 h 268443"/>
                <a:gd name="connsiteX7" fmla="*/ 990228 w 1488726"/>
                <a:gd name="connsiteY7" fmla="*/ 133924 h 268443"/>
                <a:gd name="connsiteX8" fmla="*/ 913027 w 1488726"/>
                <a:gd name="connsiteY8" fmla="*/ 164336 h 268443"/>
                <a:gd name="connsiteX9" fmla="*/ 863900 w 1488726"/>
                <a:gd name="connsiteY9" fmla="*/ 166675 h 268443"/>
                <a:gd name="connsiteX10" fmla="*/ 835827 w 1488726"/>
                <a:gd name="connsiteY10" fmla="*/ 169015 h 268443"/>
                <a:gd name="connsiteX11" fmla="*/ 800736 w 1488726"/>
                <a:gd name="connsiteY11" fmla="*/ 166675 h 268443"/>
                <a:gd name="connsiteX12" fmla="*/ 739912 w 1488726"/>
                <a:gd name="connsiteY12" fmla="*/ 169015 h 268443"/>
                <a:gd name="connsiteX13" fmla="*/ 679087 w 1488726"/>
                <a:gd name="connsiteY13" fmla="*/ 180712 h 268443"/>
                <a:gd name="connsiteX14" fmla="*/ 601887 w 1488726"/>
                <a:gd name="connsiteY14" fmla="*/ 192409 h 268443"/>
                <a:gd name="connsiteX15" fmla="*/ 555099 w 1488726"/>
                <a:gd name="connsiteY15" fmla="*/ 208785 h 268443"/>
                <a:gd name="connsiteX16" fmla="*/ 136347 w 1488726"/>
                <a:gd name="connsiteY16" fmla="*/ 253233 h 268443"/>
                <a:gd name="connsiteX17" fmla="*/ 26395 w 1488726"/>
                <a:gd name="connsiteY17" fmla="*/ 264930 h 268443"/>
                <a:gd name="connsiteX18" fmla="*/ 14698 w 1488726"/>
                <a:gd name="connsiteY18" fmla="*/ 183051 h 268443"/>
                <a:gd name="connsiteX19" fmla="*/ 204189 w 1488726"/>
                <a:gd name="connsiteY19" fmla="*/ 152639 h 268443"/>
                <a:gd name="connsiteX20" fmla="*/ 644089 w 1488726"/>
                <a:gd name="connsiteY20" fmla="*/ 60746 h 268443"/>
                <a:gd name="connsiteX0" fmla="*/ 629390 w 1474027"/>
                <a:gd name="connsiteY0" fmla="*/ 60746 h 268444"/>
                <a:gd name="connsiteX1" fmla="*/ 809855 w 1474027"/>
                <a:gd name="connsiteY1" fmla="*/ 73617 h 268444"/>
                <a:gd name="connsiteX2" fmla="*/ 1472601 w 1474027"/>
                <a:gd name="connsiteY2" fmla="*/ 3118 h 268444"/>
                <a:gd name="connsiteX3" fmla="*/ 1453608 w 1474027"/>
                <a:gd name="connsiteY3" fmla="*/ 93219 h 268444"/>
                <a:gd name="connsiteX4" fmla="*/ 1160341 w 1474027"/>
                <a:gd name="connsiteY4" fmla="*/ 119887 h 268444"/>
                <a:gd name="connsiteX5" fmla="*/ 1118232 w 1474027"/>
                <a:gd name="connsiteY5" fmla="*/ 105851 h 268444"/>
                <a:gd name="connsiteX6" fmla="*/ 1085480 w 1474027"/>
                <a:gd name="connsiteY6" fmla="*/ 96493 h 268444"/>
                <a:gd name="connsiteX7" fmla="*/ 975529 w 1474027"/>
                <a:gd name="connsiteY7" fmla="*/ 133924 h 268444"/>
                <a:gd name="connsiteX8" fmla="*/ 898328 w 1474027"/>
                <a:gd name="connsiteY8" fmla="*/ 164336 h 268444"/>
                <a:gd name="connsiteX9" fmla="*/ 849201 w 1474027"/>
                <a:gd name="connsiteY9" fmla="*/ 166675 h 268444"/>
                <a:gd name="connsiteX10" fmla="*/ 821128 w 1474027"/>
                <a:gd name="connsiteY10" fmla="*/ 169015 h 268444"/>
                <a:gd name="connsiteX11" fmla="*/ 786037 w 1474027"/>
                <a:gd name="connsiteY11" fmla="*/ 166675 h 268444"/>
                <a:gd name="connsiteX12" fmla="*/ 725213 w 1474027"/>
                <a:gd name="connsiteY12" fmla="*/ 169015 h 268444"/>
                <a:gd name="connsiteX13" fmla="*/ 664388 w 1474027"/>
                <a:gd name="connsiteY13" fmla="*/ 180712 h 268444"/>
                <a:gd name="connsiteX14" fmla="*/ 587188 w 1474027"/>
                <a:gd name="connsiteY14" fmla="*/ 192409 h 268444"/>
                <a:gd name="connsiteX15" fmla="*/ 540400 w 1474027"/>
                <a:gd name="connsiteY15" fmla="*/ 208785 h 268444"/>
                <a:gd name="connsiteX16" fmla="*/ 121648 w 1474027"/>
                <a:gd name="connsiteY16" fmla="*/ 253233 h 268444"/>
                <a:gd name="connsiteX17" fmla="*/ 11696 w 1474027"/>
                <a:gd name="connsiteY17" fmla="*/ 264930 h 268444"/>
                <a:gd name="connsiteX18" fmla="*/ -1 w 1474027"/>
                <a:gd name="connsiteY18" fmla="*/ 183051 h 268444"/>
                <a:gd name="connsiteX19" fmla="*/ 189490 w 1474027"/>
                <a:gd name="connsiteY19" fmla="*/ 152639 h 268444"/>
                <a:gd name="connsiteX20" fmla="*/ 629390 w 1474027"/>
                <a:gd name="connsiteY20" fmla="*/ 60746 h 268444"/>
                <a:gd name="connsiteX0" fmla="*/ 629391 w 1474028"/>
                <a:gd name="connsiteY0" fmla="*/ 60746 h 266300"/>
                <a:gd name="connsiteX1" fmla="*/ 809856 w 1474028"/>
                <a:gd name="connsiteY1" fmla="*/ 73617 h 266300"/>
                <a:gd name="connsiteX2" fmla="*/ 1472602 w 1474028"/>
                <a:gd name="connsiteY2" fmla="*/ 3118 h 266300"/>
                <a:gd name="connsiteX3" fmla="*/ 1453609 w 1474028"/>
                <a:gd name="connsiteY3" fmla="*/ 93219 h 266300"/>
                <a:gd name="connsiteX4" fmla="*/ 1160342 w 1474028"/>
                <a:gd name="connsiteY4" fmla="*/ 119887 h 266300"/>
                <a:gd name="connsiteX5" fmla="*/ 1118233 w 1474028"/>
                <a:gd name="connsiteY5" fmla="*/ 105851 h 266300"/>
                <a:gd name="connsiteX6" fmla="*/ 1085481 w 1474028"/>
                <a:gd name="connsiteY6" fmla="*/ 96493 h 266300"/>
                <a:gd name="connsiteX7" fmla="*/ 975530 w 1474028"/>
                <a:gd name="connsiteY7" fmla="*/ 133924 h 266300"/>
                <a:gd name="connsiteX8" fmla="*/ 898329 w 1474028"/>
                <a:gd name="connsiteY8" fmla="*/ 164336 h 266300"/>
                <a:gd name="connsiteX9" fmla="*/ 849202 w 1474028"/>
                <a:gd name="connsiteY9" fmla="*/ 166675 h 266300"/>
                <a:gd name="connsiteX10" fmla="*/ 821129 w 1474028"/>
                <a:gd name="connsiteY10" fmla="*/ 169015 h 266300"/>
                <a:gd name="connsiteX11" fmla="*/ 786038 w 1474028"/>
                <a:gd name="connsiteY11" fmla="*/ 166675 h 266300"/>
                <a:gd name="connsiteX12" fmla="*/ 725214 w 1474028"/>
                <a:gd name="connsiteY12" fmla="*/ 169015 h 266300"/>
                <a:gd name="connsiteX13" fmla="*/ 664389 w 1474028"/>
                <a:gd name="connsiteY13" fmla="*/ 180712 h 266300"/>
                <a:gd name="connsiteX14" fmla="*/ 587189 w 1474028"/>
                <a:gd name="connsiteY14" fmla="*/ 192409 h 266300"/>
                <a:gd name="connsiteX15" fmla="*/ 540401 w 1474028"/>
                <a:gd name="connsiteY15" fmla="*/ 208785 h 266300"/>
                <a:gd name="connsiteX16" fmla="*/ 121649 w 1474028"/>
                <a:gd name="connsiteY16" fmla="*/ 253233 h 266300"/>
                <a:gd name="connsiteX17" fmla="*/ 11697 w 1474028"/>
                <a:gd name="connsiteY17" fmla="*/ 264930 h 266300"/>
                <a:gd name="connsiteX18" fmla="*/ 0 w 1474028"/>
                <a:gd name="connsiteY18" fmla="*/ 183051 h 266300"/>
                <a:gd name="connsiteX19" fmla="*/ 189491 w 1474028"/>
                <a:gd name="connsiteY19" fmla="*/ 152639 h 266300"/>
                <a:gd name="connsiteX20" fmla="*/ 629391 w 1474028"/>
                <a:gd name="connsiteY20" fmla="*/ 60746 h 26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4028" h="266300">
                  <a:moveTo>
                    <a:pt x="629391" y="60746"/>
                  </a:moveTo>
                  <a:cubicBezTo>
                    <a:pt x="685537" y="60746"/>
                    <a:pt x="747721" y="96354"/>
                    <a:pt x="809856" y="73617"/>
                  </a:cubicBezTo>
                  <a:cubicBezTo>
                    <a:pt x="999582" y="-24013"/>
                    <a:pt x="1329556" y="3898"/>
                    <a:pt x="1472602" y="3118"/>
                  </a:cubicBezTo>
                  <a:cubicBezTo>
                    <a:pt x="1437501" y="111239"/>
                    <a:pt x="1505652" y="73758"/>
                    <a:pt x="1453609" y="93219"/>
                  </a:cubicBezTo>
                  <a:cubicBezTo>
                    <a:pt x="1401566" y="112681"/>
                    <a:pt x="1267955" y="112869"/>
                    <a:pt x="1160342" y="119887"/>
                  </a:cubicBezTo>
                  <a:cubicBezTo>
                    <a:pt x="1141627" y="126906"/>
                    <a:pt x="1127591" y="124566"/>
                    <a:pt x="1118233" y="105851"/>
                  </a:cubicBezTo>
                  <a:cubicBezTo>
                    <a:pt x="1108875" y="91815"/>
                    <a:pt x="1099518" y="89475"/>
                    <a:pt x="1085481" y="96493"/>
                  </a:cubicBezTo>
                  <a:cubicBezTo>
                    <a:pt x="1052730" y="122227"/>
                    <a:pt x="1024657" y="150300"/>
                    <a:pt x="975530" y="133924"/>
                  </a:cubicBezTo>
                  <a:cubicBezTo>
                    <a:pt x="949796" y="124566"/>
                    <a:pt x="926402" y="157318"/>
                    <a:pt x="898329" y="164336"/>
                  </a:cubicBezTo>
                  <a:cubicBezTo>
                    <a:pt x="881954" y="169015"/>
                    <a:pt x="865578" y="161997"/>
                    <a:pt x="849202" y="166675"/>
                  </a:cubicBezTo>
                  <a:cubicBezTo>
                    <a:pt x="839844" y="169015"/>
                    <a:pt x="830487" y="169015"/>
                    <a:pt x="821129" y="169015"/>
                  </a:cubicBezTo>
                  <a:cubicBezTo>
                    <a:pt x="811772" y="169015"/>
                    <a:pt x="804753" y="169015"/>
                    <a:pt x="786038" y="166675"/>
                  </a:cubicBezTo>
                  <a:cubicBezTo>
                    <a:pt x="764984" y="161997"/>
                    <a:pt x="743929" y="157318"/>
                    <a:pt x="725214" y="169015"/>
                  </a:cubicBezTo>
                  <a:cubicBezTo>
                    <a:pt x="706499" y="176033"/>
                    <a:pt x="687783" y="187730"/>
                    <a:pt x="664389" y="180712"/>
                  </a:cubicBezTo>
                  <a:cubicBezTo>
                    <a:pt x="636317" y="166675"/>
                    <a:pt x="610583" y="164336"/>
                    <a:pt x="587189" y="192409"/>
                  </a:cubicBezTo>
                  <a:cubicBezTo>
                    <a:pt x="575492" y="206445"/>
                    <a:pt x="559117" y="208785"/>
                    <a:pt x="540401" y="208785"/>
                  </a:cubicBezTo>
                  <a:lnTo>
                    <a:pt x="121649" y="253233"/>
                  </a:lnTo>
                  <a:cubicBezTo>
                    <a:pt x="116970" y="255573"/>
                    <a:pt x="34331" y="270897"/>
                    <a:pt x="11697" y="264930"/>
                  </a:cubicBezTo>
                  <a:cubicBezTo>
                    <a:pt x="-8578" y="259585"/>
                    <a:pt x="11651" y="208118"/>
                    <a:pt x="0" y="183051"/>
                  </a:cubicBezTo>
                  <a:cubicBezTo>
                    <a:pt x="63164" y="169015"/>
                    <a:pt x="126328" y="154978"/>
                    <a:pt x="189491" y="152639"/>
                  </a:cubicBezTo>
                  <a:cubicBezTo>
                    <a:pt x="271370" y="150300"/>
                    <a:pt x="536611" y="63880"/>
                    <a:pt x="629391" y="60746"/>
                  </a:cubicBezTo>
                  <a:close/>
                </a:path>
              </a:pathLst>
            </a:custGeom>
            <a:solidFill>
              <a:srgbClr val="000000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598E497-5143-4299-8F3D-37E56A9F8E7E}"/>
              </a:ext>
            </a:extLst>
          </p:cNvPr>
          <p:cNvGrpSpPr/>
          <p:nvPr/>
        </p:nvGrpSpPr>
        <p:grpSpPr>
          <a:xfrm>
            <a:off x="9338474" y="7975124"/>
            <a:ext cx="2244336" cy="1914631"/>
            <a:chOff x="9382981" y="7708081"/>
            <a:chExt cx="2244336" cy="1914631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5A5B7DC-8C84-45DA-AFF4-4B3B53919574}"/>
                </a:ext>
              </a:extLst>
            </p:cNvPr>
            <p:cNvGrpSpPr/>
            <p:nvPr/>
          </p:nvGrpSpPr>
          <p:grpSpPr>
            <a:xfrm>
              <a:off x="9382981" y="7708081"/>
              <a:ext cx="2244336" cy="1390903"/>
              <a:chOff x="9382981" y="7708081"/>
              <a:chExt cx="2244336" cy="1390903"/>
            </a:xfrm>
          </p:grpSpPr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41E9D6F0-4FCC-40E1-BC84-89136FFB087C}"/>
                  </a:ext>
                </a:extLst>
              </p:cNvPr>
              <p:cNvGrpSpPr/>
              <p:nvPr/>
            </p:nvGrpSpPr>
            <p:grpSpPr>
              <a:xfrm>
                <a:off x="10882093" y="7708081"/>
                <a:ext cx="745224" cy="1390903"/>
                <a:chOff x="3501573" y="3178068"/>
                <a:chExt cx="1340594" cy="2737840"/>
              </a:xfrm>
            </p:grpSpPr>
            <p:sp>
              <p:nvSpPr>
                <p:cNvPr id="188" name="Freeform: Shape 187">
                  <a:extLst>
                    <a:ext uri="{FF2B5EF4-FFF2-40B4-BE49-F238E27FC236}">
                      <a16:creationId xmlns:a16="http://schemas.microsoft.com/office/drawing/2014/main" id="{8AA9ED74-FD11-4453-8B9A-359C0765DBB5}"/>
                    </a:ext>
                  </a:extLst>
                </p:cNvPr>
                <p:cNvSpPr/>
                <p:nvPr/>
              </p:nvSpPr>
              <p:spPr>
                <a:xfrm>
                  <a:off x="3504728" y="3612346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9" name="Freeform: Shape 188">
                  <a:extLst>
                    <a:ext uri="{FF2B5EF4-FFF2-40B4-BE49-F238E27FC236}">
                      <a16:creationId xmlns:a16="http://schemas.microsoft.com/office/drawing/2014/main" id="{B1324130-845C-4552-864A-43AA2A5A6E72}"/>
                    </a:ext>
                  </a:extLst>
                </p:cNvPr>
                <p:cNvSpPr/>
                <p:nvPr/>
              </p:nvSpPr>
              <p:spPr>
                <a:xfrm>
                  <a:off x="3501573" y="3832632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0" name="Freeform: Shape 189">
                  <a:extLst>
                    <a:ext uri="{FF2B5EF4-FFF2-40B4-BE49-F238E27FC236}">
                      <a16:creationId xmlns:a16="http://schemas.microsoft.com/office/drawing/2014/main" id="{1C17AB27-A395-4456-80B8-0396AC67B6E8}"/>
                    </a:ext>
                  </a:extLst>
                </p:cNvPr>
                <p:cNvSpPr/>
                <p:nvPr/>
              </p:nvSpPr>
              <p:spPr>
                <a:xfrm>
                  <a:off x="4776089" y="3829487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9526" y="65246"/>
                        <a:pt x="16669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1" name="Freeform: Shape 190">
                  <a:extLst>
                    <a:ext uri="{FF2B5EF4-FFF2-40B4-BE49-F238E27FC236}">
                      <a16:creationId xmlns:a16="http://schemas.microsoft.com/office/drawing/2014/main" id="{794A9E9D-A4DC-4FD1-A89E-930EA5D20A0D}"/>
                    </a:ext>
                  </a:extLst>
                </p:cNvPr>
                <p:cNvSpPr/>
                <p:nvPr/>
              </p:nvSpPr>
              <p:spPr>
                <a:xfrm>
                  <a:off x="3520451" y="3178068"/>
                  <a:ext cx="1321716" cy="2737840"/>
                </a:xfrm>
                <a:custGeom>
                  <a:avLst/>
                  <a:gdLst>
                    <a:gd name="connsiteX0" fmla="*/ 350044 w 400050"/>
                    <a:gd name="connsiteY0" fmla="*/ 7144 h 828675"/>
                    <a:gd name="connsiteX1" fmla="*/ 53816 w 400050"/>
                    <a:gd name="connsiteY1" fmla="*/ 7144 h 828675"/>
                    <a:gd name="connsiteX2" fmla="*/ 7144 w 400050"/>
                    <a:gd name="connsiteY2" fmla="*/ 53816 h 828675"/>
                    <a:gd name="connsiteX3" fmla="*/ 7144 w 400050"/>
                    <a:gd name="connsiteY3" fmla="*/ 781526 h 828675"/>
                    <a:gd name="connsiteX4" fmla="*/ 53816 w 400050"/>
                    <a:gd name="connsiteY4" fmla="*/ 828199 h 828675"/>
                    <a:gd name="connsiteX5" fmla="*/ 350044 w 400050"/>
                    <a:gd name="connsiteY5" fmla="*/ 828199 h 828675"/>
                    <a:gd name="connsiteX6" fmla="*/ 396716 w 400050"/>
                    <a:gd name="connsiteY6" fmla="*/ 781526 h 828675"/>
                    <a:gd name="connsiteX7" fmla="*/ 396716 w 400050"/>
                    <a:gd name="connsiteY7" fmla="*/ 53816 h 828675"/>
                    <a:gd name="connsiteX8" fmla="*/ 350044 w 400050"/>
                    <a:gd name="connsiteY8" fmla="*/ 7144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050" h="828675">
                      <a:moveTo>
                        <a:pt x="350044" y="7144"/>
                      </a:moveTo>
                      <a:lnTo>
                        <a:pt x="53816" y="7144"/>
                      </a:lnTo>
                      <a:cubicBezTo>
                        <a:pt x="28099" y="7144"/>
                        <a:pt x="7144" y="28099"/>
                        <a:pt x="7144" y="53816"/>
                      </a:cubicBezTo>
                      <a:lnTo>
                        <a:pt x="7144" y="781526"/>
                      </a:lnTo>
                      <a:cubicBezTo>
                        <a:pt x="7144" y="807244"/>
                        <a:pt x="28099" y="828199"/>
                        <a:pt x="53816" y="828199"/>
                      </a:cubicBezTo>
                      <a:lnTo>
                        <a:pt x="350044" y="828199"/>
                      </a:lnTo>
                      <a:cubicBezTo>
                        <a:pt x="375761" y="828199"/>
                        <a:pt x="396716" y="807244"/>
                        <a:pt x="396716" y="781526"/>
                      </a:cubicBezTo>
                      <a:lnTo>
                        <a:pt x="396716" y="53816"/>
                      </a:lnTo>
                      <a:cubicBezTo>
                        <a:pt x="396716" y="28099"/>
                        <a:pt x="375761" y="7144"/>
                        <a:pt x="350044" y="714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2" name="Freeform: Shape 191">
                  <a:extLst>
                    <a:ext uri="{FF2B5EF4-FFF2-40B4-BE49-F238E27FC236}">
                      <a16:creationId xmlns:a16="http://schemas.microsoft.com/office/drawing/2014/main" id="{21681973-7AB0-4053-9ED7-D8CF818760D6}"/>
                    </a:ext>
                  </a:extLst>
                </p:cNvPr>
                <p:cNvSpPr/>
                <p:nvPr/>
              </p:nvSpPr>
              <p:spPr>
                <a:xfrm>
                  <a:off x="3529897" y="3190651"/>
                  <a:ext cx="1290246" cy="2706371"/>
                </a:xfrm>
                <a:custGeom>
                  <a:avLst/>
                  <a:gdLst>
                    <a:gd name="connsiteX0" fmla="*/ 345281 w 390525"/>
                    <a:gd name="connsiteY0" fmla="*/ 7144 h 819150"/>
                    <a:gd name="connsiteX1" fmla="*/ 52864 w 390525"/>
                    <a:gd name="connsiteY1" fmla="*/ 7144 h 819150"/>
                    <a:gd name="connsiteX2" fmla="*/ 7144 w 390525"/>
                    <a:gd name="connsiteY2" fmla="*/ 52864 h 819150"/>
                    <a:gd name="connsiteX3" fmla="*/ 7144 w 390525"/>
                    <a:gd name="connsiteY3" fmla="*/ 772954 h 819150"/>
                    <a:gd name="connsiteX4" fmla="*/ 52864 w 390525"/>
                    <a:gd name="connsiteY4" fmla="*/ 818674 h 819150"/>
                    <a:gd name="connsiteX5" fmla="*/ 345281 w 390525"/>
                    <a:gd name="connsiteY5" fmla="*/ 818674 h 819150"/>
                    <a:gd name="connsiteX6" fmla="*/ 391001 w 390525"/>
                    <a:gd name="connsiteY6" fmla="*/ 772954 h 819150"/>
                    <a:gd name="connsiteX7" fmla="*/ 391001 w 390525"/>
                    <a:gd name="connsiteY7" fmla="*/ 52864 h 819150"/>
                    <a:gd name="connsiteX8" fmla="*/ 345281 w 390525"/>
                    <a:gd name="connsiteY8" fmla="*/ 7144 h 819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0525" h="819150">
                      <a:moveTo>
                        <a:pt x="345281" y="7144"/>
                      </a:moveTo>
                      <a:lnTo>
                        <a:pt x="52864" y="7144"/>
                      </a:lnTo>
                      <a:cubicBezTo>
                        <a:pt x="27146" y="7144"/>
                        <a:pt x="7144" y="27146"/>
                        <a:pt x="7144" y="52864"/>
                      </a:cubicBezTo>
                      <a:lnTo>
                        <a:pt x="7144" y="772954"/>
                      </a:lnTo>
                      <a:cubicBezTo>
                        <a:pt x="7144" y="798671"/>
                        <a:pt x="27146" y="818674"/>
                        <a:pt x="52864" y="818674"/>
                      </a:cubicBezTo>
                      <a:lnTo>
                        <a:pt x="345281" y="818674"/>
                      </a:lnTo>
                      <a:cubicBezTo>
                        <a:pt x="370999" y="818674"/>
                        <a:pt x="391001" y="798671"/>
                        <a:pt x="391001" y="772954"/>
                      </a:cubicBezTo>
                      <a:lnTo>
                        <a:pt x="391001" y="52864"/>
                      </a:lnTo>
                      <a:cubicBezTo>
                        <a:pt x="391001" y="28099"/>
                        <a:pt x="370046" y="7144"/>
                        <a:pt x="345281" y="7144"/>
                      </a:cubicBezTo>
                      <a:close/>
                    </a:path>
                  </a:pathLst>
                </a:custGeom>
                <a:solidFill>
                  <a:srgbClr val="1A1A1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3" name="Freeform: Shape 192">
                  <a:extLst>
                    <a:ext uri="{FF2B5EF4-FFF2-40B4-BE49-F238E27FC236}">
                      <a16:creationId xmlns:a16="http://schemas.microsoft.com/office/drawing/2014/main" id="{922E701D-9923-472F-BB98-91A112FDB16D}"/>
                    </a:ext>
                  </a:extLst>
                </p:cNvPr>
                <p:cNvSpPr/>
                <p:nvPr/>
              </p:nvSpPr>
              <p:spPr>
                <a:xfrm>
                  <a:off x="3627447" y="3596610"/>
                  <a:ext cx="1101430" cy="1951104"/>
                </a:xfrm>
                <a:custGeom>
                  <a:avLst/>
                  <a:gdLst>
                    <a:gd name="connsiteX0" fmla="*/ 7144 w 333375"/>
                    <a:gd name="connsiteY0" fmla="*/ 7144 h 590550"/>
                    <a:gd name="connsiteX1" fmla="*/ 331946 w 333375"/>
                    <a:gd name="connsiteY1" fmla="*/ 7144 h 590550"/>
                    <a:gd name="connsiteX2" fmla="*/ 331946 w 333375"/>
                    <a:gd name="connsiteY2" fmla="*/ 586264 h 590550"/>
                    <a:gd name="connsiteX3" fmla="*/ 7144 w 333375"/>
                    <a:gd name="connsiteY3" fmla="*/ 586264 h 590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375" h="590550">
                      <a:moveTo>
                        <a:pt x="7144" y="7144"/>
                      </a:moveTo>
                      <a:lnTo>
                        <a:pt x="331946" y="7144"/>
                      </a:lnTo>
                      <a:lnTo>
                        <a:pt x="331946" y="586264"/>
                      </a:lnTo>
                      <a:lnTo>
                        <a:pt x="7144" y="586264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A9774313-4061-4F08-825E-BCEECAB583EB}"/>
                    </a:ext>
                  </a:extLst>
                </p:cNvPr>
                <p:cNvGrpSpPr/>
                <p:nvPr/>
              </p:nvGrpSpPr>
              <p:grpSpPr>
                <a:xfrm>
                  <a:off x="4092761" y="5635852"/>
                  <a:ext cx="164520" cy="173080"/>
                  <a:chOff x="6772303" y="6038214"/>
                  <a:chExt cx="140650" cy="147968"/>
                </a:xfrm>
              </p:grpSpPr>
              <p:sp>
                <p:nvSpPr>
                  <p:cNvPr id="197" name="Oval 196">
                    <a:extLst>
                      <a:ext uri="{FF2B5EF4-FFF2-40B4-BE49-F238E27FC236}">
                        <a16:creationId xmlns:a16="http://schemas.microsoft.com/office/drawing/2014/main" id="{A4BA4E56-3233-4DC7-ACD6-D2B9899BE7BC}"/>
                      </a:ext>
                    </a:extLst>
                  </p:cNvPr>
                  <p:cNvSpPr/>
                  <p:nvPr/>
                </p:nvSpPr>
                <p:spPr>
                  <a:xfrm>
                    <a:off x="6772303" y="6038214"/>
                    <a:ext cx="140650" cy="14796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8" name="Oval 197">
                    <a:extLst>
                      <a:ext uri="{FF2B5EF4-FFF2-40B4-BE49-F238E27FC236}">
                        <a16:creationId xmlns:a16="http://schemas.microsoft.com/office/drawing/2014/main" id="{D0E8C8B0-1FFD-425C-8737-A95DDDFE172D}"/>
                      </a:ext>
                    </a:extLst>
                  </p:cNvPr>
                  <p:cNvSpPr/>
                  <p:nvPr/>
                </p:nvSpPr>
                <p:spPr>
                  <a:xfrm>
                    <a:off x="6807465" y="6071635"/>
                    <a:ext cx="70326" cy="8118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95" name="Rectangle: Rounded Corners 194">
                  <a:extLst>
                    <a:ext uri="{FF2B5EF4-FFF2-40B4-BE49-F238E27FC236}">
                      <a16:creationId xmlns:a16="http://schemas.microsoft.com/office/drawing/2014/main" id="{FB656DF3-8FB6-4EB1-ACB2-9B67E8F87E93}"/>
                    </a:ext>
                  </a:extLst>
                </p:cNvPr>
                <p:cNvSpPr/>
                <p:nvPr/>
              </p:nvSpPr>
              <p:spPr>
                <a:xfrm>
                  <a:off x="4058661" y="3449093"/>
                  <a:ext cx="254255" cy="583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6020F883-DAE9-42F8-B0DD-2ECC4ED8CEB9}"/>
                    </a:ext>
                  </a:extLst>
                </p:cNvPr>
                <p:cNvSpPr/>
                <p:nvPr/>
              </p:nvSpPr>
              <p:spPr>
                <a:xfrm>
                  <a:off x="3922825" y="3449093"/>
                  <a:ext cx="58393" cy="58393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19661C5A-A9AC-44A2-82C2-116810D938EB}"/>
                  </a:ext>
                </a:extLst>
              </p:cNvPr>
              <p:cNvSpPr txBox="1"/>
              <p:nvPr/>
            </p:nvSpPr>
            <p:spPr>
              <a:xfrm>
                <a:off x="9382981" y="8049974"/>
                <a:ext cx="12938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>
                    <a:latin typeface="Bahnschrift SemiBold SemiConden" panose="020B0502040204020203" pitchFamily="34" charset="0"/>
                  </a:rPr>
                  <a:t>Demo</a:t>
                </a:r>
              </a:p>
            </p:txBody>
          </p:sp>
        </p:grpSp>
        <p:sp>
          <p:nvSpPr>
            <p:cNvPr id="185" name="Freeform 62">
              <a:extLst>
                <a:ext uri="{FF2B5EF4-FFF2-40B4-BE49-F238E27FC236}">
                  <a16:creationId xmlns:a16="http://schemas.microsoft.com/office/drawing/2014/main" id="{75912542-6754-4A94-8E00-3E61F2A8E0FB}"/>
                </a:ext>
              </a:extLst>
            </p:cNvPr>
            <p:cNvSpPr/>
            <p:nvPr/>
          </p:nvSpPr>
          <p:spPr>
            <a:xfrm rot="1176569" flipH="1">
              <a:off x="10704836" y="8512105"/>
              <a:ext cx="807618" cy="1110607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  <a:gd name="connsiteX0" fmla="*/ 0 w 1518129"/>
                <a:gd name="connsiteY0" fmla="*/ 891306 h 2174861"/>
                <a:gd name="connsiteX1" fmla="*/ 227051 w 1518129"/>
                <a:gd name="connsiteY1" fmla="*/ 1320850 h 2174861"/>
                <a:gd name="connsiteX2" fmla="*/ 462841 w 1518129"/>
                <a:gd name="connsiteY2" fmla="*/ 1655174 h 2174861"/>
                <a:gd name="connsiteX3" fmla="*/ 644540 w 1518129"/>
                <a:gd name="connsiteY3" fmla="*/ 1879748 h 2174861"/>
                <a:gd name="connsiteX4" fmla="*/ 678137 w 1518129"/>
                <a:gd name="connsiteY4" fmla="*/ 2115210 h 2174861"/>
                <a:gd name="connsiteX5" fmla="*/ 1339145 w 1518129"/>
                <a:gd name="connsiteY5" fmla="*/ 2174859 h 2174861"/>
                <a:gd name="connsiteX6" fmla="*/ 1358227 w 1518129"/>
                <a:gd name="connsiteY6" fmla="*/ 1930484 h 2174861"/>
                <a:gd name="connsiteX7" fmla="*/ 1516859 w 1518129"/>
                <a:gd name="connsiteY7" fmla="*/ 1069958 h 2174861"/>
                <a:gd name="connsiteX8" fmla="*/ 1464891 w 1518129"/>
                <a:gd name="connsiteY8" fmla="*/ 644162 h 2174861"/>
                <a:gd name="connsiteX9" fmla="*/ 1272486 w 1518129"/>
                <a:gd name="connsiteY9" fmla="*/ 612493 h 2174861"/>
                <a:gd name="connsiteX10" fmla="*/ 1264720 w 1518129"/>
                <a:gd name="connsiteY10" fmla="*/ 911472 h 2174861"/>
                <a:gd name="connsiteX11" fmla="*/ 1252622 w 1518129"/>
                <a:gd name="connsiteY11" fmla="*/ 600743 h 2174861"/>
                <a:gd name="connsiteX12" fmla="*/ 1022817 w 1518129"/>
                <a:gd name="connsiteY12" fmla="*/ 558366 h 2174861"/>
                <a:gd name="connsiteX13" fmla="*/ 1053082 w 1518129"/>
                <a:gd name="connsiteY13" fmla="*/ 887580 h 2174861"/>
                <a:gd name="connsiteX14" fmla="*/ 1001757 w 1518129"/>
                <a:gd name="connsiteY14" fmla="*/ 557324 h 2174861"/>
                <a:gd name="connsiteX15" fmla="*/ 806783 w 1518129"/>
                <a:gd name="connsiteY15" fmla="*/ 513030 h 2174861"/>
                <a:gd name="connsiteX16" fmla="*/ 810613 w 1518129"/>
                <a:gd name="connsiteY16" fmla="*/ 901237 h 2174861"/>
                <a:gd name="connsiteX17" fmla="*/ 778941 w 1518129"/>
                <a:gd name="connsiteY17" fmla="*/ 121917 h 2174861"/>
                <a:gd name="connsiteX18" fmla="*/ 582042 w 1518129"/>
                <a:gd name="connsiteY18" fmla="*/ 161731 h 2174861"/>
                <a:gd name="connsiteX19" fmla="*/ 554580 w 1518129"/>
                <a:gd name="connsiteY19" fmla="*/ 1197645 h 2174861"/>
                <a:gd name="connsiteX20" fmla="*/ 419736 w 1518129"/>
                <a:gd name="connsiteY20" fmla="*/ 1153389 h 2174861"/>
                <a:gd name="connsiteX21" fmla="*/ 0 w 1518129"/>
                <a:gd name="connsiteY21" fmla="*/ 891306 h 2174861"/>
                <a:gd name="connsiteX0" fmla="*/ 0 w 1518129"/>
                <a:gd name="connsiteY0" fmla="*/ 891306 h 2116848"/>
                <a:gd name="connsiteX1" fmla="*/ 227051 w 1518129"/>
                <a:gd name="connsiteY1" fmla="*/ 1320850 h 2116848"/>
                <a:gd name="connsiteX2" fmla="*/ 462841 w 1518129"/>
                <a:gd name="connsiteY2" fmla="*/ 1655174 h 2116848"/>
                <a:gd name="connsiteX3" fmla="*/ 644540 w 1518129"/>
                <a:gd name="connsiteY3" fmla="*/ 1879748 h 2116848"/>
                <a:gd name="connsiteX4" fmla="*/ 678137 w 1518129"/>
                <a:gd name="connsiteY4" fmla="*/ 2115210 h 2116848"/>
                <a:gd name="connsiteX5" fmla="*/ 1358227 w 1518129"/>
                <a:gd name="connsiteY5" fmla="*/ 1930484 h 2116848"/>
                <a:gd name="connsiteX6" fmla="*/ 1516859 w 1518129"/>
                <a:gd name="connsiteY6" fmla="*/ 1069958 h 2116848"/>
                <a:gd name="connsiteX7" fmla="*/ 1464891 w 1518129"/>
                <a:gd name="connsiteY7" fmla="*/ 644162 h 2116848"/>
                <a:gd name="connsiteX8" fmla="*/ 1272486 w 1518129"/>
                <a:gd name="connsiteY8" fmla="*/ 612493 h 2116848"/>
                <a:gd name="connsiteX9" fmla="*/ 1264720 w 1518129"/>
                <a:gd name="connsiteY9" fmla="*/ 911472 h 2116848"/>
                <a:gd name="connsiteX10" fmla="*/ 1252622 w 1518129"/>
                <a:gd name="connsiteY10" fmla="*/ 600743 h 2116848"/>
                <a:gd name="connsiteX11" fmla="*/ 1022817 w 1518129"/>
                <a:gd name="connsiteY11" fmla="*/ 558366 h 2116848"/>
                <a:gd name="connsiteX12" fmla="*/ 1053082 w 1518129"/>
                <a:gd name="connsiteY12" fmla="*/ 887580 h 2116848"/>
                <a:gd name="connsiteX13" fmla="*/ 1001757 w 1518129"/>
                <a:gd name="connsiteY13" fmla="*/ 557324 h 2116848"/>
                <a:gd name="connsiteX14" fmla="*/ 806783 w 1518129"/>
                <a:gd name="connsiteY14" fmla="*/ 513030 h 2116848"/>
                <a:gd name="connsiteX15" fmla="*/ 810613 w 1518129"/>
                <a:gd name="connsiteY15" fmla="*/ 901237 h 2116848"/>
                <a:gd name="connsiteX16" fmla="*/ 778941 w 1518129"/>
                <a:gd name="connsiteY16" fmla="*/ 121917 h 2116848"/>
                <a:gd name="connsiteX17" fmla="*/ 582042 w 1518129"/>
                <a:gd name="connsiteY17" fmla="*/ 161731 h 2116848"/>
                <a:gd name="connsiteX18" fmla="*/ 554580 w 1518129"/>
                <a:gd name="connsiteY18" fmla="*/ 1197645 h 2116848"/>
                <a:gd name="connsiteX19" fmla="*/ 419736 w 1518129"/>
                <a:gd name="connsiteY19" fmla="*/ 1153389 h 2116848"/>
                <a:gd name="connsiteX20" fmla="*/ 0 w 1518129"/>
                <a:gd name="connsiteY20" fmla="*/ 891306 h 2116848"/>
                <a:gd name="connsiteX0" fmla="*/ 0 w 1518129"/>
                <a:gd name="connsiteY0" fmla="*/ 891306 h 1987766"/>
                <a:gd name="connsiteX1" fmla="*/ 227051 w 1518129"/>
                <a:gd name="connsiteY1" fmla="*/ 1320850 h 1987766"/>
                <a:gd name="connsiteX2" fmla="*/ 462841 w 1518129"/>
                <a:gd name="connsiteY2" fmla="*/ 1655174 h 1987766"/>
                <a:gd name="connsiteX3" fmla="*/ 644540 w 1518129"/>
                <a:gd name="connsiteY3" fmla="*/ 1879748 h 1987766"/>
                <a:gd name="connsiteX4" fmla="*/ 1358227 w 1518129"/>
                <a:gd name="connsiteY4" fmla="*/ 1930484 h 1987766"/>
                <a:gd name="connsiteX5" fmla="*/ 1516859 w 1518129"/>
                <a:gd name="connsiteY5" fmla="*/ 1069958 h 1987766"/>
                <a:gd name="connsiteX6" fmla="*/ 1464891 w 1518129"/>
                <a:gd name="connsiteY6" fmla="*/ 644162 h 1987766"/>
                <a:gd name="connsiteX7" fmla="*/ 1272486 w 1518129"/>
                <a:gd name="connsiteY7" fmla="*/ 612493 h 1987766"/>
                <a:gd name="connsiteX8" fmla="*/ 1264720 w 1518129"/>
                <a:gd name="connsiteY8" fmla="*/ 911472 h 1987766"/>
                <a:gd name="connsiteX9" fmla="*/ 1252622 w 1518129"/>
                <a:gd name="connsiteY9" fmla="*/ 600743 h 1987766"/>
                <a:gd name="connsiteX10" fmla="*/ 1022817 w 1518129"/>
                <a:gd name="connsiteY10" fmla="*/ 558366 h 1987766"/>
                <a:gd name="connsiteX11" fmla="*/ 1053082 w 1518129"/>
                <a:gd name="connsiteY11" fmla="*/ 887580 h 1987766"/>
                <a:gd name="connsiteX12" fmla="*/ 1001757 w 1518129"/>
                <a:gd name="connsiteY12" fmla="*/ 557324 h 1987766"/>
                <a:gd name="connsiteX13" fmla="*/ 806783 w 1518129"/>
                <a:gd name="connsiteY13" fmla="*/ 513030 h 1987766"/>
                <a:gd name="connsiteX14" fmla="*/ 810613 w 1518129"/>
                <a:gd name="connsiteY14" fmla="*/ 901237 h 1987766"/>
                <a:gd name="connsiteX15" fmla="*/ 778941 w 1518129"/>
                <a:gd name="connsiteY15" fmla="*/ 121917 h 1987766"/>
                <a:gd name="connsiteX16" fmla="*/ 582042 w 1518129"/>
                <a:gd name="connsiteY16" fmla="*/ 161731 h 1987766"/>
                <a:gd name="connsiteX17" fmla="*/ 554580 w 1518129"/>
                <a:gd name="connsiteY17" fmla="*/ 1197645 h 1987766"/>
                <a:gd name="connsiteX18" fmla="*/ 419736 w 1518129"/>
                <a:gd name="connsiteY18" fmla="*/ 1153389 h 1987766"/>
                <a:gd name="connsiteX19" fmla="*/ 0 w 1518129"/>
                <a:gd name="connsiteY19" fmla="*/ 891306 h 1987766"/>
                <a:gd name="connsiteX0" fmla="*/ 0 w 1518129"/>
                <a:gd name="connsiteY0" fmla="*/ 891306 h 1934599"/>
                <a:gd name="connsiteX1" fmla="*/ 227051 w 1518129"/>
                <a:gd name="connsiteY1" fmla="*/ 1320850 h 1934599"/>
                <a:gd name="connsiteX2" fmla="*/ 462841 w 1518129"/>
                <a:gd name="connsiteY2" fmla="*/ 1655174 h 1934599"/>
                <a:gd name="connsiteX3" fmla="*/ 644540 w 1518129"/>
                <a:gd name="connsiteY3" fmla="*/ 1879748 h 1934599"/>
                <a:gd name="connsiteX4" fmla="*/ 1358227 w 1518129"/>
                <a:gd name="connsiteY4" fmla="*/ 1930484 h 1934599"/>
                <a:gd name="connsiteX5" fmla="*/ 1516859 w 1518129"/>
                <a:gd name="connsiteY5" fmla="*/ 1069958 h 1934599"/>
                <a:gd name="connsiteX6" fmla="*/ 1464891 w 1518129"/>
                <a:gd name="connsiteY6" fmla="*/ 644162 h 1934599"/>
                <a:gd name="connsiteX7" fmla="*/ 1272486 w 1518129"/>
                <a:gd name="connsiteY7" fmla="*/ 612493 h 1934599"/>
                <a:gd name="connsiteX8" fmla="*/ 1264720 w 1518129"/>
                <a:gd name="connsiteY8" fmla="*/ 911472 h 1934599"/>
                <a:gd name="connsiteX9" fmla="*/ 1252622 w 1518129"/>
                <a:gd name="connsiteY9" fmla="*/ 600743 h 1934599"/>
                <a:gd name="connsiteX10" fmla="*/ 1022817 w 1518129"/>
                <a:gd name="connsiteY10" fmla="*/ 558366 h 1934599"/>
                <a:gd name="connsiteX11" fmla="*/ 1053082 w 1518129"/>
                <a:gd name="connsiteY11" fmla="*/ 887580 h 1934599"/>
                <a:gd name="connsiteX12" fmla="*/ 1001757 w 1518129"/>
                <a:gd name="connsiteY12" fmla="*/ 557324 h 1934599"/>
                <a:gd name="connsiteX13" fmla="*/ 806783 w 1518129"/>
                <a:gd name="connsiteY13" fmla="*/ 513030 h 1934599"/>
                <a:gd name="connsiteX14" fmla="*/ 810613 w 1518129"/>
                <a:gd name="connsiteY14" fmla="*/ 901237 h 1934599"/>
                <a:gd name="connsiteX15" fmla="*/ 778941 w 1518129"/>
                <a:gd name="connsiteY15" fmla="*/ 121917 h 1934599"/>
                <a:gd name="connsiteX16" fmla="*/ 582042 w 1518129"/>
                <a:gd name="connsiteY16" fmla="*/ 161731 h 1934599"/>
                <a:gd name="connsiteX17" fmla="*/ 554580 w 1518129"/>
                <a:gd name="connsiteY17" fmla="*/ 1197645 h 1934599"/>
                <a:gd name="connsiteX18" fmla="*/ 419736 w 1518129"/>
                <a:gd name="connsiteY18" fmla="*/ 1153389 h 1934599"/>
                <a:gd name="connsiteX19" fmla="*/ 0 w 1518129"/>
                <a:gd name="connsiteY19" fmla="*/ 891306 h 1934599"/>
                <a:gd name="connsiteX0" fmla="*/ 0 w 1518129"/>
                <a:gd name="connsiteY0" fmla="*/ 891306 h 1914832"/>
                <a:gd name="connsiteX1" fmla="*/ 227051 w 1518129"/>
                <a:gd name="connsiteY1" fmla="*/ 1320850 h 1914832"/>
                <a:gd name="connsiteX2" fmla="*/ 462841 w 1518129"/>
                <a:gd name="connsiteY2" fmla="*/ 1655174 h 1914832"/>
                <a:gd name="connsiteX3" fmla="*/ 644540 w 1518129"/>
                <a:gd name="connsiteY3" fmla="*/ 1879748 h 1914832"/>
                <a:gd name="connsiteX4" fmla="*/ 1366786 w 1518129"/>
                <a:gd name="connsiteY4" fmla="*/ 1904807 h 1914832"/>
                <a:gd name="connsiteX5" fmla="*/ 1516859 w 1518129"/>
                <a:gd name="connsiteY5" fmla="*/ 1069958 h 1914832"/>
                <a:gd name="connsiteX6" fmla="*/ 1464891 w 1518129"/>
                <a:gd name="connsiteY6" fmla="*/ 644162 h 1914832"/>
                <a:gd name="connsiteX7" fmla="*/ 1272486 w 1518129"/>
                <a:gd name="connsiteY7" fmla="*/ 612493 h 1914832"/>
                <a:gd name="connsiteX8" fmla="*/ 1264720 w 1518129"/>
                <a:gd name="connsiteY8" fmla="*/ 911472 h 1914832"/>
                <a:gd name="connsiteX9" fmla="*/ 1252622 w 1518129"/>
                <a:gd name="connsiteY9" fmla="*/ 600743 h 1914832"/>
                <a:gd name="connsiteX10" fmla="*/ 1022817 w 1518129"/>
                <a:gd name="connsiteY10" fmla="*/ 558366 h 1914832"/>
                <a:gd name="connsiteX11" fmla="*/ 1053082 w 1518129"/>
                <a:gd name="connsiteY11" fmla="*/ 887580 h 1914832"/>
                <a:gd name="connsiteX12" fmla="*/ 1001757 w 1518129"/>
                <a:gd name="connsiteY12" fmla="*/ 557324 h 1914832"/>
                <a:gd name="connsiteX13" fmla="*/ 806783 w 1518129"/>
                <a:gd name="connsiteY13" fmla="*/ 513030 h 1914832"/>
                <a:gd name="connsiteX14" fmla="*/ 810613 w 1518129"/>
                <a:gd name="connsiteY14" fmla="*/ 901237 h 1914832"/>
                <a:gd name="connsiteX15" fmla="*/ 778941 w 1518129"/>
                <a:gd name="connsiteY15" fmla="*/ 121917 h 1914832"/>
                <a:gd name="connsiteX16" fmla="*/ 582042 w 1518129"/>
                <a:gd name="connsiteY16" fmla="*/ 161731 h 1914832"/>
                <a:gd name="connsiteX17" fmla="*/ 554580 w 1518129"/>
                <a:gd name="connsiteY17" fmla="*/ 1197645 h 1914832"/>
                <a:gd name="connsiteX18" fmla="*/ 419736 w 1518129"/>
                <a:gd name="connsiteY18" fmla="*/ 1153389 h 1914832"/>
                <a:gd name="connsiteX19" fmla="*/ 0 w 1518129"/>
                <a:gd name="connsiteY19" fmla="*/ 891306 h 1914832"/>
                <a:gd name="connsiteX0" fmla="*/ 0 w 1518129"/>
                <a:gd name="connsiteY0" fmla="*/ 891306 h 1910129"/>
                <a:gd name="connsiteX1" fmla="*/ 227051 w 1518129"/>
                <a:gd name="connsiteY1" fmla="*/ 1320850 h 1910129"/>
                <a:gd name="connsiteX2" fmla="*/ 462841 w 1518129"/>
                <a:gd name="connsiteY2" fmla="*/ 1655174 h 1910129"/>
                <a:gd name="connsiteX3" fmla="*/ 644540 w 1518129"/>
                <a:gd name="connsiteY3" fmla="*/ 1879748 h 1910129"/>
                <a:gd name="connsiteX4" fmla="*/ 1366786 w 1518129"/>
                <a:gd name="connsiteY4" fmla="*/ 1904807 h 1910129"/>
                <a:gd name="connsiteX5" fmla="*/ 1516859 w 1518129"/>
                <a:gd name="connsiteY5" fmla="*/ 1069958 h 1910129"/>
                <a:gd name="connsiteX6" fmla="*/ 1464891 w 1518129"/>
                <a:gd name="connsiteY6" fmla="*/ 644162 h 1910129"/>
                <a:gd name="connsiteX7" fmla="*/ 1272486 w 1518129"/>
                <a:gd name="connsiteY7" fmla="*/ 612493 h 1910129"/>
                <a:gd name="connsiteX8" fmla="*/ 1264720 w 1518129"/>
                <a:gd name="connsiteY8" fmla="*/ 911472 h 1910129"/>
                <a:gd name="connsiteX9" fmla="*/ 1252622 w 1518129"/>
                <a:gd name="connsiteY9" fmla="*/ 600743 h 1910129"/>
                <a:gd name="connsiteX10" fmla="*/ 1022817 w 1518129"/>
                <a:gd name="connsiteY10" fmla="*/ 558366 h 1910129"/>
                <a:gd name="connsiteX11" fmla="*/ 1053082 w 1518129"/>
                <a:gd name="connsiteY11" fmla="*/ 887580 h 1910129"/>
                <a:gd name="connsiteX12" fmla="*/ 1001757 w 1518129"/>
                <a:gd name="connsiteY12" fmla="*/ 557324 h 1910129"/>
                <a:gd name="connsiteX13" fmla="*/ 806783 w 1518129"/>
                <a:gd name="connsiteY13" fmla="*/ 513030 h 1910129"/>
                <a:gd name="connsiteX14" fmla="*/ 810613 w 1518129"/>
                <a:gd name="connsiteY14" fmla="*/ 901237 h 1910129"/>
                <a:gd name="connsiteX15" fmla="*/ 778941 w 1518129"/>
                <a:gd name="connsiteY15" fmla="*/ 121917 h 1910129"/>
                <a:gd name="connsiteX16" fmla="*/ 582042 w 1518129"/>
                <a:gd name="connsiteY16" fmla="*/ 161731 h 1910129"/>
                <a:gd name="connsiteX17" fmla="*/ 554580 w 1518129"/>
                <a:gd name="connsiteY17" fmla="*/ 1197645 h 1910129"/>
                <a:gd name="connsiteX18" fmla="*/ 419736 w 1518129"/>
                <a:gd name="connsiteY18" fmla="*/ 1153389 h 1910129"/>
                <a:gd name="connsiteX19" fmla="*/ 0 w 1518129"/>
                <a:gd name="connsiteY19" fmla="*/ 891306 h 1910129"/>
                <a:gd name="connsiteX0" fmla="*/ 0 w 1518129"/>
                <a:gd name="connsiteY0" fmla="*/ 891306 h 1907268"/>
                <a:gd name="connsiteX1" fmla="*/ 227051 w 1518129"/>
                <a:gd name="connsiteY1" fmla="*/ 1320850 h 1907268"/>
                <a:gd name="connsiteX2" fmla="*/ 462841 w 1518129"/>
                <a:gd name="connsiteY2" fmla="*/ 1655174 h 1907268"/>
                <a:gd name="connsiteX3" fmla="*/ 644540 w 1518129"/>
                <a:gd name="connsiteY3" fmla="*/ 1879748 h 1907268"/>
                <a:gd name="connsiteX4" fmla="*/ 1366786 w 1518129"/>
                <a:gd name="connsiteY4" fmla="*/ 1899100 h 1907268"/>
                <a:gd name="connsiteX5" fmla="*/ 1516859 w 1518129"/>
                <a:gd name="connsiteY5" fmla="*/ 1069958 h 1907268"/>
                <a:gd name="connsiteX6" fmla="*/ 1464891 w 1518129"/>
                <a:gd name="connsiteY6" fmla="*/ 644162 h 1907268"/>
                <a:gd name="connsiteX7" fmla="*/ 1272486 w 1518129"/>
                <a:gd name="connsiteY7" fmla="*/ 612493 h 1907268"/>
                <a:gd name="connsiteX8" fmla="*/ 1264720 w 1518129"/>
                <a:gd name="connsiteY8" fmla="*/ 911472 h 1907268"/>
                <a:gd name="connsiteX9" fmla="*/ 1252622 w 1518129"/>
                <a:gd name="connsiteY9" fmla="*/ 600743 h 1907268"/>
                <a:gd name="connsiteX10" fmla="*/ 1022817 w 1518129"/>
                <a:gd name="connsiteY10" fmla="*/ 558366 h 1907268"/>
                <a:gd name="connsiteX11" fmla="*/ 1053082 w 1518129"/>
                <a:gd name="connsiteY11" fmla="*/ 887580 h 1907268"/>
                <a:gd name="connsiteX12" fmla="*/ 1001757 w 1518129"/>
                <a:gd name="connsiteY12" fmla="*/ 557324 h 1907268"/>
                <a:gd name="connsiteX13" fmla="*/ 806783 w 1518129"/>
                <a:gd name="connsiteY13" fmla="*/ 513030 h 1907268"/>
                <a:gd name="connsiteX14" fmla="*/ 810613 w 1518129"/>
                <a:gd name="connsiteY14" fmla="*/ 901237 h 1907268"/>
                <a:gd name="connsiteX15" fmla="*/ 778941 w 1518129"/>
                <a:gd name="connsiteY15" fmla="*/ 121917 h 1907268"/>
                <a:gd name="connsiteX16" fmla="*/ 582042 w 1518129"/>
                <a:gd name="connsiteY16" fmla="*/ 161731 h 1907268"/>
                <a:gd name="connsiteX17" fmla="*/ 554580 w 1518129"/>
                <a:gd name="connsiteY17" fmla="*/ 1197645 h 1907268"/>
                <a:gd name="connsiteX18" fmla="*/ 419736 w 1518129"/>
                <a:gd name="connsiteY18" fmla="*/ 1153389 h 1907268"/>
                <a:gd name="connsiteX19" fmla="*/ 0 w 1518129"/>
                <a:gd name="connsiteY19" fmla="*/ 891306 h 1907268"/>
                <a:gd name="connsiteX0" fmla="*/ 0 w 1518129"/>
                <a:gd name="connsiteY0" fmla="*/ 891306 h 1907268"/>
                <a:gd name="connsiteX1" fmla="*/ 227051 w 1518129"/>
                <a:gd name="connsiteY1" fmla="*/ 1320850 h 1907268"/>
                <a:gd name="connsiteX2" fmla="*/ 462841 w 1518129"/>
                <a:gd name="connsiteY2" fmla="*/ 1655174 h 1907268"/>
                <a:gd name="connsiteX3" fmla="*/ 644540 w 1518129"/>
                <a:gd name="connsiteY3" fmla="*/ 1879748 h 1907268"/>
                <a:gd name="connsiteX4" fmla="*/ 1366786 w 1518129"/>
                <a:gd name="connsiteY4" fmla="*/ 1899100 h 1907268"/>
                <a:gd name="connsiteX5" fmla="*/ 1516859 w 1518129"/>
                <a:gd name="connsiteY5" fmla="*/ 1069958 h 1907268"/>
                <a:gd name="connsiteX6" fmla="*/ 1464891 w 1518129"/>
                <a:gd name="connsiteY6" fmla="*/ 644162 h 1907268"/>
                <a:gd name="connsiteX7" fmla="*/ 1272486 w 1518129"/>
                <a:gd name="connsiteY7" fmla="*/ 612493 h 1907268"/>
                <a:gd name="connsiteX8" fmla="*/ 1264720 w 1518129"/>
                <a:gd name="connsiteY8" fmla="*/ 911472 h 1907268"/>
                <a:gd name="connsiteX9" fmla="*/ 1252622 w 1518129"/>
                <a:gd name="connsiteY9" fmla="*/ 600743 h 1907268"/>
                <a:gd name="connsiteX10" fmla="*/ 1022817 w 1518129"/>
                <a:gd name="connsiteY10" fmla="*/ 558366 h 1907268"/>
                <a:gd name="connsiteX11" fmla="*/ 1053082 w 1518129"/>
                <a:gd name="connsiteY11" fmla="*/ 887580 h 1907268"/>
                <a:gd name="connsiteX12" fmla="*/ 1001757 w 1518129"/>
                <a:gd name="connsiteY12" fmla="*/ 557324 h 1907268"/>
                <a:gd name="connsiteX13" fmla="*/ 806783 w 1518129"/>
                <a:gd name="connsiteY13" fmla="*/ 513030 h 1907268"/>
                <a:gd name="connsiteX14" fmla="*/ 810613 w 1518129"/>
                <a:gd name="connsiteY14" fmla="*/ 901237 h 1907268"/>
                <a:gd name="connsiteX15" fmla="*/ 778941 w 1518129"/>
                <a:gd name="connsiteY15" fmla="*/ 121917 h 1907268"/>
                <a:gd name="connsiteX16" fmla="*/ 582042 w 1518129"/>
                <a:gd name="connsiteY16" fmla="*/ 161731 h 1907268"/>
                <a:gd name="connsiteX17" fmla="*/ 554580 w 1518129"/>
                <a:gd name="connsiteY17" fmla="*/ 1197645 h 1907268"/>
                <a:gd name="connsiteX18" fmla="*/ 419736 w 1518129"/>
                <a:gd name="connsiteY18" fmla="*/ 1153389 h 1907268"/>
                <a:gd name="connsiteX19" fmla="*/ 0 w 1518129"/>
                <a:gd name="connsiteY19" fmla="*/ 891306 h 1907268"/>
                <a:gd name="connsiteX0" fmla="*/ 0 w 1518129"/>
                <a:gd name="connsiteY0" fmla="*/ 891306 h 1910576"/>
                <a:gd name="connsiteX1" fmla="*/ 227051 w 1518129"/>
                <a:gd name="connsiteY1" fmla="*/ 1320850 h 1910576"/>
                <a:gd name="connsiteX2" fmla="*/ 462841 w 1518129"/>
                <a:gd name="connsiteY2" fmla="*/ 1655174 h 1910576"/>
                <a:gd name="connsiteX3" fmla="*/ 655952 w 1518129"/>
                <a:gd name="connsiteY3" fmla="*/ 1885455 h 1910576"/>
                <a:gd name="connsiteX4" fmla="*/ 1366786 w 1518129"/>
                <a:gd name="connsiteY4" fmla="*/ 1899100 h 1910576"/>
                <a:gd name="connsiteX5" fmla="*/ 1516859 w 1518129"/>
                <a:gd name="connsiteY5" fmla="*/ 1069958 h 1910576"/>
                <a:gd name="connsiteX6" fmla="*/ 1464891 w 1518129"/>
                <a:gd name="connsiteY6" fmla="*/ 644162 h 1910576"/>
                <a:gd name="connsiteX7" fmla="*/ 1272486 w 1518129"/>
                <a:gd name="connsiteY7" fmla="*/ 612493 h 1910576"/>
                <a:gd name="connsiteX8" fmla="*/ 1264720 w 1518129"/>
                <a:gd name="connsiteY8" fmla="*/ 911472 h 1910576"/>
                <a:gd name="connsiteX9" fmla="*/ 1252622 w 1518129"/>
                <a:gd name="connsiteY9" fmla="*/ 600743 h 1910576"/>
                <a:gd name="connsiteX10" fmla="*/ 1022817 w 1518129"/>
                <a:gd name="connsiteY10" fmla="*/ 558366 h 1910576"/>
                <a:gd name="connsiteX11" fmla="*/ 1053082 w 1518129"/>
                <a:gd name="connsiteY11" fmla="*/ 887580 h 1910576"/>
                <a:gd name="connsiteX12" fmla="*/ 1001757 w 1518129"/>
                <a:gd name="connsiteY12" fmla="*/ 557324 h 1910576"/>
                <a:gd name="connsiteX13" fmla="*/ 806783 w 1518129"/>
                <a:gd name="connsiteY13" fmla="*/ 513030 h 1910576"/>
                <a:gd name="connsiteX14" fmla="*/ 810613 w 1518129"/>
                <a:gd name="connsiteY14" fmla="*/ 901237 h 1910576"/>
                <a:gd name="connsiteX15" fmla="*/ 778941 w 1518129"/>
                <a:gd name="connsiteY15" fmla="*/ 121917 h 1910576"/>
                <a:gd name="connsiteX16" fmla="*/ 582042 w 1518129"/>
                <a:gd name="connsiteY16" fmla="*/ 161731 h 1910576"/>
                <a:gd name="connsiteX17" fmla="*/ 554580 w 1518129"/>
                <a:gd name="connsiteY17" fmla="*/ 1197645 h 1910576"/>
                <a:gd name="connsiteX18" fmla="*/ 419736 w 1518129"/>
                <a:gd name="connsiteY18" fmla="*/ 1153389 h 1910576"/>
                <a:gd name="connsiteX19" fmla="*/ 0 w 1518129"/>
                <a:gd name="connsiteY19" fmla="*/ 891306 h 1910576"/>
                <a:gd name="connsiteX0" fmla="*/ 0 w 1518129"/>
                <a:gd name="connsiteY0" fmla="*/ 891306 h 1918220"/>
                <a:gd name="connsiteX1" fmla="*/ 227051 w 1518129"/>
                <a:gd name="connsiteY1" fmla="*/ 1320850 h 1918220"/>
                <a:gd name="connsiteX2" fmla="*/ 462841 w 1518129"/>
                <a:gd name="connsiteY2" fmla="*/ 1655174 h 1918220"/>
                <a:gd name="connsiteX3" fmla="*/ 670217 w 1518129"/>
                <a:gd name="connsiteY3" fmla="*/ 1896868 h 1918220"/>
                <a:gd name="connsiteX4" fmla="*/ 1366786 w 1518129"/>
                <a:gd name="connsiteY4" fmla="*/ 1899100 h 1918220"/>
                <a:gd name="connsiteX5" fmla="*/ 1516859 w 1518129"/>
                <a:gd name="connsiteY5" fmla="*/ 1069958 h 1918220"/>
                <a:gd name="connsiteX6" fmla="*/ 1464891 w 1518129"/>
                <a:gd name="connsiteY6" fmla="*/ 644162 h 1918220"/>
                <a:gd name="connsiteX7" fmla="*/ 1272486 w 1518129"/>
                <a:gd name="connsiteY7" fmla="*/ 612493 h 1918220"/>
                <a:gd name="connsiteX8" fmla="*/ 1264720 w 1518129"/>
                <a:gd name="connsiteY8" fmla="*/ 911472 h 1918220"/>
                <a:gd name="connsiteX9" fmla="*/ 1252622 w 1518129"/>
                <a:gd name="connsiteY9" fmla="*/ 600743 h 1918220"/>
                <a:gd name="connsiteX10" fmla="*/ 1022817 w 1518129"/>
                <a:gd name="connsiteY10" fmla="*/ 558366 h 1918220"/>
                <a:gd name="connsiteX11" fmla="*/ 1053082 w 1518129"/>
                <a:gd name="connsiteY11" fmla="*/ 887580 h 1918220"/>
                <a:gd name="connsiteX12" fmla="*/ 1001757 w 1518129"/>
                <a:gd name="connsiteY12" fmla="*/ 557324 h 1918220"/>
                <a:gd name="connsiteX13" fmla="*/ 806783 w 1518129"/>
                <a:gd name="connsiteY13" fmla="*/ 513030 h 1918220"/>
                <a:gd name="connsiteX14" fmla="*/ 810613 w 1518129"/>
                <a:gd name="connsiteY14" fmla="*/ 901237 h 1918220"/>
                <a:gd name="connsiteX15" fmla="*/ 778941 w 1518129"/>
                <a:gd name="connsiteY15" fmla="*/ 121917 h 1918220"/>
                <a:gd name="connsiteX16" fmla="*/ 582042 w 1518129"/>
                <a:gd name="connsiteY16" fmla="*/ 161731 h 1918220"/>
                <a:gd name="connsiteX17" fmla="*/ 554580 w 1518129"/>
                <a:gd name="connsiteY17" fmla="*/ 1197645 h 1918220"/>
                <a:gd name="connsiteX18" fmla="*/ 419736 w 1518129"/>
                <a:gd name="connsiteY18" fmla="*/ 1153389 h 1918220"/>
                <a:gd name="connsiteX19" fmla="*/ 0 w 1518129"/>
                <a:gd name="connsiteY19" fmla="*/ 891306 h 1918220"/>
                <a:gd name="connsiteX0" fmla="*/ 0 w 1518129"/>
                <a:gd name="connsiteY0" fmla="*/ 891306 h 1901925"/>
                <a:gd name="connsiteX1" fmla="*/ 227051 w 1518129"/>
                <a:gd name="connsiteY1" fmla="*/ 1320850 h 1901925"/>
                <a:gd name="connsiteX2" fmla="*/ 462841 w 1518129"/>
                <a:gd name="connsiteY2" fmla="*/ 1655174 h 1901925"/>
                <a:gd name="connsiteX3" fmla="*/ 670217 w 1518129"/>
                <a:gd name="connsiteY3" fmla="*/ 1896868 h 1901925"/>
                <a:gd name="connsiteX4" fmla="*/ 1366786 w 1518129"/>
                <a:gd name="connsiteY4" fmla="*/ 1899100 h 1901925"/>
                <a:gd name="connsiteX5" fmla="*/ 1516859 w 1518129"/>
                <a:gd name="connsiteY5" fmla="*/ 1069958 h 1901925"/>
                <a:gd name="connsiteX6" fmla="*/ 1464891 w 1518129"/>
                <a:gd name="connsiteY6" fmla="*/ 644162 h 1901925"/>
                <a:gd name="connsiteX7" fmla="*/ 1272486 w 1518129"/>
                <a:gd name="connsiteY7" fmla="*/ 612493 h 1901925"/>
                <a:gd name="connsiteX8" fmla="*/ 1264720 w 1518129"/>
                <a:gd name="connsiteY8" fmla="*/ 911472 h 1901925"/>
                <a:gd name="connsiteX9" fmla="*/ 1252622 w 1518129"/>
                <a:gd name="connsiteY9" fmla="*/ 600743 h 1901925"/>
                <a:gd name="connsiteX10" fmla="*/ 1022817 w 1518129"/>
                <a:gd name="connsiteY10" fmla="*/ 558366 h 1901925"/>
                <a:gd name="connsiteX11" fmla="*/ 1053082 w 1518129"/>
                <a:gd name="connsiteY11" fmla="*/ 887580 h 1901925"/>
                <a:gd name="connsiteX12" fmla="*/ 1001757 w 1518129"/>
                <a:gd name="connsiteY12" fmla="*/ 557324 h 1901925"/>
                <a:gd name="connsiteX13" fmla="*/ 806783 w 1518129"/>
                <a:gd name="connsiteY13" fmla="*/ 513030 h 1901925"/>
                <a:gd name="connsiteX14" fmla="*/ 810613 w 1518129"/>
                <a:gd name="connsiteY14" fmla="*/ 901237 h 1901925"/>
                <a:gd name="connsiteX15" fmla="*/ 778941 w 1518129"/>
                <a:gd name="connsiteY15" fmla="*/ 121917 h 1901925"/>
                <a:gd name="connsiteX16" fmla="*/ 582042 w 1518129"/>
                <a:gd name="connsiteY16" fmla="*/ 161731 h 1901925"/>
                <a:gd name="connsiteX17" fmla="*/ 554580 w 1518129"/>
                <a:gd name="connsiteY17" fmla="*/ 1197645 h 1901925"/>
                <a:gd name="connsiteX18" fmla="*/ 419736 w 1518129"/>
                <a:gd name="connsiteY18" fmla="*/ 1153389 h 1901925"/>
                <a:gd name="connsiteX19" fmla="*/ 0 w 1518129"/>
                <a:gd name="connsiteY19" fmla="*/ 891306 h 1901925"/>
                <a:gd name="connsiteX0" fmla="*/ 0 w 1518129"/>
                <a:gd name="connsiteY0" fmla="*/ 891306 h 1901925"/>
                <a:gd name="connsiteX1" fmla="*/ 227051 w 1518129"/>
                <a:gd name="connsiteY1" fmla="*/ 1320850 h 1901925"/>
                <a:gd name="connsiteX2" fmla="*/ 462841 w 1518129"/>
                <a:gd name="connsiteY2" fmla="*/ 1655174 h 1901925"/>
                <a:gd name="connsiteX3" fmla="*/ 670217 w 1518129"/>
                <a:gd name="connsiteY3" fmla="*/ 1896868 h 1901925"/>
                <a:gd name="connsiteX4" fmla="*/ 1366786 w 1518129"/>
                <a:gd name="connsiteY4" fmla="*/ 1899100 h 1901925"/>
                <a:gd name="connsiteX5" fmla="*/ 1516859 w 1518129"/>
                <a:gd name="connsiteY5" fmla="*/ 1069958 h 1901925"/>
                <a:gd name="connsiteX6" fmla="*/ 1464891 w 1518129"/>
                <a:gd name="connsiteY6" fmla="*/ 644162 h 1901925"/>
                <a:gd name="connsiteX7" fmla="*/ 1272486 w 1518129"/>
                <a:gd name="connsiteY7" fmla="*/ 612493 h 1901925"/>
                <a:gd name="connsiteX8" fmla="*/ 1264720 w 1518129"/>
                <a:gd name="connsiteY8" fmla="*/ 911472 h 1901925"/>
                <a:gd name="connsiteX9" fmla="*/ 1252622 w 1518129"/>
                <a:gd name="connsiteY9" fmla="*/ 600743 h 1901925"/>
                <a:gd name="connsiteX10" fmla="*/ 1022817 w 1518129"/>
                <a:gd name="connsiteY10" fmla="*/ 558366 h 1901925"/>
                <a:gd name="connsiteX11" fmla="*/ 1053082 w 1518129"/>
                <a:gd name="connsiteY11" fmla="*/ 887580 h 1901925"/>
                <a:gd name="connsiteX12" fmla="*/ 1001757 w 1518129"/>
                <a:gd name="connsiteY12" fmla="*/ 557324 h 1901925"/>
                <a:gd name="connsiteX13" fmla="*/ 806783 w 1518129"/>
                <a:gd name="connsiteY13" fmla="*/ 513030 h 1901925"/>
                <a:gd name="connsiteX14" fmla="*/ 810613 w 1518129"/>
                <a:gd name="connsiteY14" fmla="*/ 901237 h 1901925"/>
                <a:gd name="connsiteX15" fmla="*/ 778941 w 1518129"/>
                <a:gd name="connsiteY15" fmla="*/ 121917 h 1901925"/>
                <a:gd name="connsiteX16" fmla="*/ 582042 w 1518129"/>
                <a:gd name="connsiteY16" fmla="*/ 161731 h 1901925"/>
                <a:gd name="connsiteX17" fmla="*/ 554580 w 1518129"/>
                <a:gd name="connsiteY17" fmla="*/ 1197645 h 1901925"/>
                <a:gd name="connsiteX18" fmla="*/ 419736 w 1518129"/>
                <a:gd name="connsiteY18" fmla="*/ 1153389 h 1901925"/>
                <a:gd name="connsiteX19" fmla="*/ 0 w 1518129"/>
                <a:gd name="connsiteY19" fmla="*/ 891306 h 1901925"/>
                <a:gd name="connsiteX0" fmla="*/ 0 w 1518129"/>
                <a:gd name="connsiteY0" fmla="*/ 891306 h 1900789"/>
                <a:gd name="connsiteX1" fmla="*/ 227051 w 1518129"/>
                <a:gd name="connsiteY1" fmla="*/ 1320850 h 1900789"/>
                <a:gd name="connsiteX2" fmla="*/ 462841 w 1518129"/>
                <a:gd name="connsiteY2" fmla="*/ 1655174 h 1900789"/>
                <a:gd name="connsiteX3" fmla="*/ 670217 w 1518129"/>
                <a:gd name="connsiteY3" fmla="*/ 1896868 h 1900789"/>
                <a:gd name="connsiteX4" fmla="*/ 1366786 w 1518129"/>
                <a:gd name="connsiteY4" fmla="*/ 1899100 h 1900789"/>
                <a:gd name="connsiteX5" fmla="*/ 1516859 w 1518129"/>
                <a:gd name="connsiteY5" fmla="*/ 1069958 h 1900789"/>
                <a:gd name="connsiteX6" fmla="*/ 1464891 w 1518129"/>
                <a:gd name="connsiteY6" fmla="*/ 644162 h 1900789"/>
                <a:gd name="connsiteX7" fmla="*/ 1272486 w 1518129"/>
                <a:gd name="connsiteY7" fmla="*/ 612493 h 1900789"/>
                <a:gd name="connsiteX8" fmla="*/ 1264720 w 1518129"/>
                <a:gd name="connsiteY8" fmla="*/ 911472 h 1900789"/>
                <a:gd name="connsiteX9" fmla="*/ 1252622 w 1518129"/>
                <a:gd name="connsiteY9" fmla="*/ 600743 h 1900789"/>
                <a:gd name="connsiteX10" fmla="*/ 1022817 w 1518129"/>
                <a:gd name="connsiteY10" fmla="*/ 558366 h 1900789"/>
                <a:gd name="connsiteX11" fmla="*/ 1053082 w 1518129"/>
                <a:gd name="connsiteY11" fmla="*/ 887580 h 1900789"/>
                <a:gd name="connsiteX12" fmla="*/ 1001757 w 1518129"/>
                <a:gd name="connsiteY12" fmla="*/ 557324 h 1900789"/>
                <a:gd name="connsiteX13" fmla="*/ 806783 w 1518129"/>
                <a:gd name="connsiteY13" fmla="*/ 513030 h 1900789"/>
                <a:gd name="connsiteX14" fmla="*/ 810613 w 1518129"/>
                <a:gd name="connsiteY14" fmla="*/ 901237 h 1900789"/>
                <a:gd name="connsiteX15" fmla="*/ 778941 w 1518129"/>
                <a:gd name="connsiteY15" fmla="*/ 121917 h 1900789"/>
                <a:gd name="connsiteX16" fmla="*/ 582042 w 1518129"/>
                <a:gd name="connsiteY16" fmla="*/ 161731 h 1900789"/>
                <a:gd name="connsiteX17" fmla="*/ 554580 w 1518129"/>
                <a:gd name="connsiteY17" fmla="*/ 1197645 h 1900789"/>
                <a:gd name="connsiteX18" fmla="*/ 419736 w 1518129"/>
                <a:gd name="connsiteY18" fmla="*/ 1153389 h 1900789"/>
                <a:gd name="connsiteX19" fmla="*/ 0 w 1518129"/>
                <a:gd name="connsiteY19" fmla="*/ 891306 h 1900789"/>
                <a:gd name="connsiteX0" fmla="*/ 0 w 1518129"/>
                <a:gd name="connsiteY0" fmla="*/ 891306 h 1899182"/>
                <a:gd name="connsiteX1" fmla="*/ 227051 w 1518129"/>
                <a:gd name="connsiteY1" fmla="*/ 1320850 h 1899182"/>
                <a:gd name="connsiteX2" fmla="*/ 462841 w 1518129"/>
                <a:gd name="connsiteY2" fmla="*/ 1655174 h 1899182"/>
                <a:gd name="connsiteX3" fmla="*/ 670217 w 1518129"/>
                <a:gd name="connsiteY3" fmla="*/ 1896868 h 1899182"/>
                <a:gd name="connsiteX4" fmla="*/ 1366786 w 1518129"/>
                <a:gd name="connsiteY4" fmla="*/ 1899100 h 1899182"/>
                <a:gd name="connsiteX5" fmla="*/ 1516859 w 1518129"/>
                <a:gd name="connsiteY5" fmla="*/ 1069958 h 1899182"/>
                <a:gd name="connsiteX6" fmla="*/ 1464891 w 1518129"/>
                <a:gd name="connsiteY6" fmla="*/ 644162 h 1899182"/>
                <a:gd name="connsiteX7" fmla="*/ 1272486 w 1518129"/>
                <a:gd name="connsiteY7" fmla="*/ 612493 h 1899182"/>
                <a:gd name="connsiteX8" fmla="*/ 1264720 w 1518129"/>
                <a:gd name="connsiteY8" fmla="*/ 911472 h 1899182"/>
                <a:gd name="connsiteX9" fmla="*/ 1252622 w 1518129"/>
                <a:gd name="connsiteY9" fmla="*/ 600743 h 1899182"/>
                <a:gd name="connsiteX10" fmla="*/ 1022817 w 1518129"/>
                <a:gd name="connsiteY10" fmla="*/ 558366 h 1899182"/>
                <a:gd name="connsiteX11" fmla="*/ 1053082 w 1518129"/>
                <a:gd name="connsiteY11" fmla="*/ 887580 h 1899182"/>
                <a:gd name="connsiteX12" fmla="*/ 1001757 w 1518129"/>
                <a:gd name="connsiteY12" fmla="*/ 557324 h 1899182"/>
                <a:gd name="connsiteX13" fmla="*/ 806783 w 1518129"/>
                <a:gd name="connsiteY13" fmla="*/ 513030 h 1899182"/>
                <a:gd name="connsiteX14" fmla="*/ 810613 w 1518129"/>
                <a:gd name="connsiteY14" fmla="*/ 901237 h 1899182"/>
                <a:gd name="connsiteX15" fmla="*/ 778941 w 1518129"/>
                <a:gd name="connsiteY15" fmla="*/ 121917 h 1899182"/>
                <a:gd name="connsiteX16" fmla="*/ 582042 w 1518129"/>
                <a:gd name="connsiteY16" fmla="*/ 161731 h 1899182"/>
                <a:gd name="connsiteX17" fmla="*/ 554580 w 1518129"/>
                <a:gd name="connsiteY17" fmla="*/ 1197645 h 1899182"/>
                <a:gd name="connsiteX18" fmla="*/ 419736 w 1518129"/>
                <a:gd name="connsiteY18" fmla="*/ 1153389 h 1899182"/>
                <a:gd name="connsiteX19" fmla="*/ 0 w 1518129"/>
                <a:gd name="connsiteY19" fmla="*/ 891306 h 1899182"/>
                <a:gd name="connsiteX0" fmla="*/ 0 w 1518129"/>
                <a:gd name="connsiteY0" fmla="*/ 891306 h 1898397"/>
                <a:gd name="connsiteX1" fmla="*/ 227051 w 1518129"/>
                <a:gd name="connsiteY1" fmla="*/ 1320850 h 1898397"/>
                <a:gd name="connsiteX2" fmla="*/ 462841 w 1518129"/>
                <a:gd name="connsiteY2" fmla="*/ 1655174 h 1898397"/>
                <a:gd name="connsiteX3" fmla="*/ 670217 w 1518129"/>
                <a:gd name="connsiteY3" fmla="*/ 1896868 h 1898397"/>
                <a:gd name="connsiteX4" fmla="*/ 1366786 w 1518129"/>
                <a:gd name="connsiteY4" fmla="*/ 1893394 h 1898397"/>
                <a:gd name="connsiteX5" fmla="*/ 1516859 w 1518129"/>
                <a:gd name="connsiteY5" fmla="*/ 1069958 h 1898397"/>
                <a:gd name="connsiteX6" fmla="*/ 1464891 w 1518129"/>
                <a:gd name="connsiteY6" fmla="*/ 644162 h 1898397"/>
                <a:gd name="connsiteX7" fmla="*/ 1272486 w 1518129"/>
                <a:gd name="connsiteY7" fmla="*/ 612493 h 1898397"/>
                <a:gd name="connsiteX8" fmla="*/ 1264720 w 1518129"/>
                <a:gd name="connsiteY8" fmla="*/ 911472 h 1898397"/>
                <a:gd name="connsiteX9" fmla="*/ 1252622 w 1518129"/>
                <a:gd name="connsiteY9" fmla="*/ 600743 h 1898397"/>
                <a:gd name="connsiteX10" fmla="*/ 1022817 w 1518129"/>
                <a:gd name="connsiteY10" fmla="*/ 558366 h 1898397"/>
                <a:gd name="connsiteX11" fmla="*/ 1053082 w 1518129"/>
                <a:gd name="connsiteY11" fmla="*/ 887580 h 1898397"/>
                <a:gd name="connsiteX12" fmla="*/ 1001757 w 1518129"/>
                <a:gd name="connsiteY12" fmla="*/ 557324 h 1898397"/>
                <a:gd name="connsiteX13" fmla="*/ 806783 w 1518129"/>
                <a:gd name="connsiteY13" fmla="*/ 513030 h 1898397"/>
                <a:gd name="connsiteX14" fmla="*/ 810613 w 1518129"/>
                <a:gd name="connsiteY14" fmla="*/ 901237 h 1898397"/>
                <a:gd name="connsiteX15" fmla="*/ 778941 w 1518129"/>
                <a:gd name="connsiteY15" fmla="*/ 121917 h 1898397"/>
                <a:gd name="connsiteX16" fmla="*/ 582042 w 1518129"/>
                <a:gd name="connsiteY16" fmla="*/ 161731 h 1898397"/>
                <a:gd name="connsiteX17" fmla="*/ 554580 w 1518129"/>
                <a:gd name="connsiteY17" fmla="*/ 1197645 h 1898397"/>
                <a:gd name="connsiteX18" fmla="*/ 419736 w 1518129"/>
                <a:gd name="connsiteY18" fmla="*/ 1153389 h 1898397"/>
                <a:gd name="connsiteX19" fmla="*/ 0 w 1518129"/>
                <a:gd name="connsiteY19" fmla="*/ 891306 h 1898397"/>
                <a:gd name="connsiteX0" fmla="*/ 0 w 1518129"/>
                <a:gd name="connsiteY0" fmla="*/ 891306 h 2083506"/>
                <a:gd name="connsiteX1" fmla="*/ 227051 w 1518129"/>
                <a:gd name="connsiteY1" fmla="*/ 1320850 h 2083506"/>
                <a:gd name="connsiteX2" fmla="*/ 462841 w 1518129"/>
                <a:gd name="connsiteY2" fmla="*/ 1655174 h 2083506"/>
                <a:gd name="connsiteX3" fmla="*/ 685760 w 1518129"/>
                <a:gd name="connsiteY3" fmla="*/ 2083377 h 2083506"/>
                <a:gd name="connsiteX4" fmla="*/ 1366786 w 1518129"/>
                <a:gd name="connsiteY4" fmla="*/ 1893394 h 2083506"/>
                <a:gd name="connsiteX5" fmla="*/ 1516859 w 1518129"/>
                <a:gd name="connsiteY5" fmla="*/ 1069958 h 2083506"/>
                <a:gd name="connsiteX6" fmla="*/ 1464891 w 1518129"/>
                <a:gd name="connsiteY6" fmla="*/ 644162 h 2083506"/>
                <a:gd name="connsiteX7" fmla="*/ 1272486 w 1518129"/>
                <a:gd name="connsiteY7" fmla="*/ 612493 h 2083506"/>
                <a:gd name="connsiteX8" fmla="*/ 1264720 w 1518129"/>
                <a:gd name="connsiteY8" fmla="*/ 911472 h 2083506"/>
                <a:gd name="connsiteX9" fmla="*/ 1252622 w 1518129"/>
                <a:gd name="connsiteY9" fmla="*/ 600743 h 2083506"/>
                <a:gd name="connsiteX10" fmla="*/ 1022817 w 1518129"/>
                <a:gd name="connsiteY10" fmla="*/ 558366 h 2083506"/>
                <a:gd name="connsiteX11" fmla="*/ 1053082 w 1518129"/>
                <a:gd name="connsiteY11" fmla="*/ 887580 h 2083506"/>
                <a:gd name="connsiteX12" fmla="*/ 1001757 w 1518129"/>
                <a:gd name="connsiteY12" fmla="*/ 557324 h 2083506"/>
                <a:gd name="connsiteX13" fmla="*/ 806783 w 1518129"/>
                <a:gd name="connsiteY13" fmla="*/ 513030 h 2083506"/>
                <a:gd name="connsiteX14" fmla="*/ 810613 w 1518129"/>
                <a:gd name="connsiteY14" fmla="*/ 901237 h 2083506"/>
                <a:gd name="connsiteX15" fmla="*/ 778941 w 1518129"/>
                <a:gd name="connsiteY15" fmla="*/ 121917 h 2083506"/>
                <a:gd name="connsiteX16" fmla="*/ 582042 w 1518129"/>
                <a:gd name="connsiteY16" fmla="*/ 161731 h 2083506"/>
                <a:gd name="connsiteX17" fmla="*/ 554580 w 1518129"/>
                <a:gd name="connsiteY17" fmla="*/ 1197645 h 2083506"/>
                <a:gd name="connsiteX18" fmla="*/ 419736 w 1518129"/>
                <a:gd name="connsiteY18" fmla="*/ 1153389 h 2083506"/>
                <a:gd name="connsiteX19" fmla="*/ 0 w 1518129"/>
                <a:gd name="connsiteY19" fmla="*/ 891306 h 2083506"/>
                <a:gd name="connsiteX0" fmla="*/ 0 w 1518129"/>
                <a:gd name="connsiteY0" fmla="*/ 891306 h 2087673"/>
                <a:gd name="connsiteX1" fmla="*/ 227051 w 1518129"/>
                <a:gd name="connsiteY1" fmla="*/ 1320850 h 2087673"/>
                <a:gd name="connsiteX2" fmla="*/ 462841 w 1518129"/>
                <a:gd name="connsiteY2" fmla="*/ 1655174 h 2087673"/>
                <a:gd name="connsiteX3" fmla="*/ 685760 w 1518129"/>
                <a:gd name="connsiteY3" fmla="*/ 2083377 h 2087673"/>
                <a:gd name="connsiteX4" fmla="*/ 1304616 w 1518129"/>
                <a:gd name="connsiteY4" fmla="*/ 2087673 h 2087673"/>
                <a:gd name="connsiteX5" fmla="*/ 1516859 w 1518129"/>
                <a:gd name="connsiteY5" fmla="*/ 1069958 h 2087673"/>
                <a:gd name="connsiteX6" fmla="*/ 1464891 w 1518129"/>
                <a:gd name="connsiteY6" fmla="*/ 644162 h 2087673"/>
                <a:gd name="connsiteX7" fmla="*/ 1272486 w 1518129"/>
                <a:gd name="connsiteY7" fmla="*/ 612493 h 2087673"/>
                <a:gd name="connsiteX8" fmla="*/ 1264720 w 1518129"/>
                <a:gd name="connsiteY8" fmla="*/ 911472 h 2087673"/>
                <a:gd name="connsiteX9" fmla="*/ 1252622 w 1518129"/>
                <a:gd name="connsiteY9" fmla="*/ 600743 h 2087673"/>
                <a:gd name="connsiteX10" fmla="*/ 1022817 w 1518129"/>
                <a:gd name="connsiteY10" fmla="*/ 558366 h 2087673"/>
                <a:gd name="connsiteX11" fmla="*/ 1053082 w 1518129"/>
                <a:gd name="connsiteY11" fmla="*/ 887580 h 2087673"/>
                <a:gd name="connsiteX12" fmla="*/ 1001757 w 1518129"/>
                <a:gd name="connsiteY12" fmla="*/ 557324 h 2087673"/>
                <a:gd name="connsiteX13" fmla="*/ 806783 w 1518129"/>
                <a:gd name="connsiteY13" fmla="*/ 513030 h 2087673"/>
                <a:gd name="connsiteX14" fmla="*/ 810613 w 1518129"/>
                <a:gd name="connsiteY14" fmla="*/ 901237 h 2087673"/>
                <a:gd name="connsiteX15" fmla="*/ 778941 w 1518129"/>
                <a:gd name="connsiteY15" fmla="*/ 121917 h 2087673"/>
                <a:gd name="connsiteX16" fmla="*/ 582042 w 1518129"/>
                <a:gd name="connsiteY16" fmla="*/ 161731 h 2087673"/>
                <a:gd name="connsiteX17" fmla="*/ 554580 w 1518129"/>
                <a:gd name="connsiteY17" fmla="*/ 1197645 h 2087673"/>
                <a:gd name="connsiteX18" fmla="*/ 419736 w 1518129"/>
                <a:gd name="connsiteY18" fmla="*/ 1153389 h 2087673"/>
                <a:gd name="connsiteX19" fmla="*/ 0 w 1518129"/>
                <a:gd name="connsiteY19" fmla="*/ 891306 h 208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8129" h="2087673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45749" y="2041189"/>
                    <a:pt x="685760" y="2083377"/>
                  </a:cubicBezTo>
                  <a:cubicBezTo>
                    <a:pt x="889200" y="2089319"/>
                    <a:pt x="1008846" y="2083505"/>
                    <a:pt x="1304616" y="2087673"/>
                  </a:cubicBezTo>
                  <a:cubicBezTo>
                    <a:pt x="1468370" y="1792044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rgbClr val="FCC698"/>
            </a:solidFill>
            <a:ln w="33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6E4059A9-4483-438A-9D94-562717E1B53F}"/>
              </a:ext>
            </a:extLst>
          </p:cNvPr>
          <p:cNvGrpSpPr/>
          <p:nvPr/>
        </p:nvGrpSpPr>
        <p:grpSpPr>
          <a:xfrm>
            <a:off x="2408199" y="8683365"/>
            <a:ext cx="8000695" cy="5320246"/>
            <a:chOff x="2408199" y="8683365"/>
            <a:chExt cx="8000695" cy="5320246"/>
          </a:xfrm>
        </p:grpSpPr>
        <p:pic>
          <p:nvPicPr>
            <p:cNvPr id="200" name="Picture 199">
              <a:extLst>
                <a:ext uri="{FF2B5EF4-FFF2-40B4-BE49-F238E27FC236}">
                  <a16:creationId xmlns:a16="http://schemas.microsoft.com/office/drawing/2014/main" id="{D7F69572-A81F-41C8-BA53-FB4B23868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8199" y="9404730"/>
              <a:ext cx="4052356" cy="4598881"/>
            </a:xfrm>
            <a:prstGeom prst="rect">
              <a:avLst/>
            </a:prstGeom>
          </p:spPr>
        </p:pic>
        <p:pic>
          <p:nvPicPr>
            <p:cNvPr id="201" name="Picture 200">
              <a:extLst>
                <a:ext uri="{FF2B5EF4-FFF2-40B4-BE49-F238E27FC236}">
                  <a16:creationId xmlns:a16="http://schemas.microsoft.com/office/drawing/2014/main" id="{E284D370-2298-46B9-BC17-1062D870B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23910" y="9404730"/>
              <a:ext cx="4052356" cy="4598881"/>
            </a:xfrm>
            <a:prstGeom prst="rect">
              <a:avLst/>
            </a:prstGeom>
          </p:spPr>
        </p:pic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EFA0B4B6-2C32-4EE9-9E37-C4F530B70FC1}"/>
                </a:ext>
              </a:extLst>
            </p:cNvPr>
            <p:cNvSpPr txBox="1"/>
            <p:nvPr/>
          </p:nvSpPr>
          <p:spPr>
            <a:xfrm>
              <a:off x="2784973" y="8683365"/>
              <a:ext cx="331102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400" dirty="0">
                  <a:latin typeface="Bahnschrift SemiBold SemiConden" panose="020B0502040204020203" pitchFamily="34" charset="0"/>
                </a:rPr>
                <a:t>Book Issue</a:t>
              </a:r>
              <a:endParaRPr lang="en-IN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551A3F67-E284-4561-B601-BA27A99CF767}"/>
                </a:ext>
              </a:extLst>
            </p:cNvPr>
            <p:cNvSpPr txBox="1"/>
            <p:nvPr/>
          </p:nvSpPr>
          <p:spPr>
            <a:xfrm>
              <a:off x="6528463" y="8683365"/>
              <a:ext cx="388043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400" dirty="0">
                  <a:latin typeface="Bahnschrift SemiBold SemiConden" panose="020B0502040204020203" pitchFamily="34" charset="0"/>
                </a:rPr>
                <a:t>Book Return</a:t>
              </a:r>
              <a:endParaRPr lang="en-IN" dirty="0">
                <a:latin typeface="Bahnschrift SemiBold SemiConden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71624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/>
      <p:bldP spid="146" grpId="0"/>
      <p:bldP spid="147" grpId="0"/>
      <p:bldP spid="148" grpId="0"/>
      <p:bldP spid="149" grpId="0"/>
      <p:bldP spid="150" grpId="0"/>
      <p:bldP spid="1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33"/>
            <a:ext cx="12192000" cy="683416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53D5B9D-AC85-45D9-94B9-BDD5F5DE25E8}"/>
              </a:ext>
            </a:extLst>
          </p:cNvPr>
          <p:cNvGrpSpPr/>
          <p:nvPr/>
        </p:nvGrpSpPr>
        <p:grpSpPr>
          <a:xfrm>
            <a:off x="-3679983" y="3162572"/>
            <a:ext cx="7356307" cy="7390855"/>
            <a:chOff x="532492" y="7117344"/>
            <a:chExt cx="11209565" cy="108669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0" name="Oval 19"/>
            <p:cNvSpPr/>
            <p:nvPr/>
          </p:nvSpPr>
          <p:spPr>
            <a:xfrm>
              <a:off x="532492" y="7117344"/>
              <a:ext cx="11209565" cy="10866957"/>
            </a:xfrm>
            <a:prstGeom prst="ellipse">
              <a:avLst/>
            </a:prstGeom>
            <a:solidFill>
              <a:srgbClr val="A5A7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1134855" y="7404843"/>
              <a:ext cx="10039350" cy="10406257"/>
            </a:xfrm>
            <a:prstGeom prst="ellipse">
              <a:avLst/>
            </a:prstGeom>
            <a:solidFill>
              <a:srgbClr val="909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630403" y="7807439"/>
              <a:ext cx="8979439" cy="9150309"/>
            </a:xfrm>
            <a:prstGeom prst="ellipse">
              <a:avLst/>
            </a:prstGeom>
            <a:solidFill>
              <a:srgbClr val="8688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2231611" y="8277011"/>
              <a:ext cx="7845839" cy="8046507"/>
            </a:xfrm>
            <a:prstGeom prst="ellipse">
              <a:avLst/>
            </a:prstGeom>
            <a:solidFill>
              <a:srgbClr val="CDC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6432" y="7329467"/>
              <a:ext cx="7531333" cy="5280970"/>
            </a:xfrm>
            <a:prstGeom prst="rect">
              <a:avLst/>
            </a:prstGeom>
            <a:ln>
              <a:noFill/>
            </a:ln>
            <a:effectLst/>
          </p:spPr>
        </p:pic>
      </p:grpSp>
      <p:sp>
        <p:nvSpPr>
          <p:cNvPr id="73" name="Oval 72">
            <a:extLst>
              <a:ext uri="{FF2B5EF4-FFF2-40B4-BE49-F238E27FC236}">
                <a16:creationId xmlns:a16="http://schemas.microsoft.com/office/drawing/2014/main" id="{FADD8485-D30C-40E6-9489-C2752A3D2D0E}"/>
              </a:ext>
            </a:extLst>
          </p:cNvPr>
          <p:cNvSpPr/>
          <p:nvPr/>
        </p:nvSpPr>
        <p:spPr>
          <a:xfrm flipH="1">
            <a:off x="3643074" y="4606256"/>
            <a:ext cx="322635" cy="322635"/>
          </a:xfrm>
          <a:prstGeom prst="ellipse">
            <a:avLst/>
          </a:prstGeom>
          <a:solidFill>
            <a:srgbClr val="868856"/>
          </a:solidFill>
          <a:ln>
            <a:solidFill>
              <a:srgbClr val="868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EB31D88-E44D-4686-BCD2-59CAFAE80B78}"/>
              </a:ext>
            </a:extLst>
          </p:cNvPr>
          <p:cNvSpPr/>
          <p:nvPr/>
        </p:nvSpPr>
        <p:spPr>
          <a:xfrm flipH="1" flipV="1">
            <a:off x="1351049" y="2726458"/>
            <a:ext cx="174789" cy="174789"/>
          </a:xfrm>
          <a:prstGeom prst="ellipse">
            <a:avLst/>
          </a:prstGeom>
          <a:solidFill>
            <a:srgbClr val="868856"/>
          </a:solidFill>
          <a:ln>
            <a:solidFill>
              <a:srgbClr val="868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C0DEDEF-6DA3-4D5E-BC10-AB908670C975}"/>
              </a:ext>
            </a:extLst>
          </p:cNvPr>
          <p:cNvSpPr/>
          <p:nvPr/>
        </p:nvSpPr>
        <p:spPr>
          <a:xfrm flipH="1" flipV="1">
            <a:off x="2207827" y="3173341"/>
            <a:ext cx="174789" cy="174789"/>
          </a:xfrm>
          <a:prstGeom prst="ellipse">
            <a:avLst/>
          </a:prstGeom>
          <a:solidFill>
            <a:srgbClr val="868856"/>
          </a:solidFill>
          <a:ln>
            <a:solidFill>
              <a:srgbClr val="868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AABD5C3-5DAA-4668-A6CF-A4130FD9822D}"/>
              </a:ext>
            </a:extLst>
          </p:cNvPr>
          <p:cNvSpPr/>
          <p:nvPr/>
        </p:nvSpPr>
        <p:spPr>
          <a:xfrm flipH="1" flipV="1">
            <a:off x="3040642" y="3851960"/>
            <a:ext cx="174789" cy="174789"/>
          </a:xfrm>
          <a:prstGeom prst="ellipse">
            <a:avLst/>
          </a:prstGeom>
          <a:solidFill>
            <a:srgbClr val="868856"/>
          </a:solidFill>
          <a:ln>
            <a:solidFill>
              <a:srgbClr val="868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1672A7B8-6DE5-4B38-9844-D675E1713E9B}"/>
              </a:ext>
            </a:extLst>
          </p:cNvPr>
          <p:cNvSpPr/>
          <p:nvPr/>
        </p:nvSpPr>
        <p:spPr>
          <a:xfrm flipH="1" flipV="1">
            <a:off x="4109308" y="5751347"/>
            <a:ext cx="174789" cy="174789"/>
          </a:xfrm>
          <a:prstGeom prst="ellipse">
            <a:avLst/>
          </a:prstGeom>
          <a:solidFill>
            <a:srgbClr val="868856"/>
          </a:solidFill>
          <a:ln>
            <a:solidFill>
              <a:srgbClr val="868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2EBAA73-0248-41B5-8D8D-961AC3E622F8}"/>
              </a:ext>
            </a:extLst>
          </p:cNvPr>
          <p:cNvGrpSpPr/>
          <p:nvPr/>
        </p:nvGrpSpPr>
        <p:grpSpPr>
          <a:xfrm>
            <a:off x="10795819" y="4588231"/>
            <a:ext cx="1437874" cy="2290041"/>
            <a:chOff x="8317149" y="1752616"/>
            <a:chExt cx="3205576" cy="5105385"/>
          </a:xfrm>
        </p:grpSpPr>
        <p:sp>
          <p:nvSpPr>
            <p:cNvPr id="153" name="Freeform: Shape 7">
              <a:extLst>
                <a:ext uri="{FF2B5EF4-FFF2-40B4-BE49-F238E27FC236}">
                  <a16:creationId xmlns:a16="http://schemas.microsoft.com/office/drawing/2014/main" id="{12D20CB5-E5FD-4F1C-B79A-F20B1CCF9A8D}"/>
                </a:ext>
              </a:extLst>
            </p:cNvPr>
            <p:cNvSpPr/>
            <p:nvPr/>
          </p:nvSpPr>
          <p:spPr>
            <a:xfrm flipH="1">
              <a:off x="9800026" y="2211444"/>
              <a:ext cx="814526" cy="1423068"/>
            </a:xfrm>
            <a:custGeom>
              <a:avLst/>
              <a:gdLst>
                <a:gd name="connsiteX0" fmla="*/ 693217 w 725213"/>
                <a:gd name="connsiteY0" fmla="*/ 121584 h 1216487"/>
                <a:gd name="connsiteX1" fmla="*/ 697896 w 725213"/>
                <a:gd name="connsiteY1" fmla="*/ 166033 h 1216487"/>
                <a:gd name="connsiteX2" fmla="*/ 697896 w 725213"/>
                <a:gd name="connsiteY2" fmla="*/ 273645 h 1216487"/>
                <a:gd name="connsiteX3" fmla="*/ 655787 w 725213"/>
                <a:gd name="connsiteY3" fmla="*/ 456118 h 1216487"/>
                <a:gd name="connsiteX4" fmla="*/ 599641 w 725213"/>
                <a:gd name="connsiteY4" fmla="*/ 589464 h 1216487"/>
                <a:gd name="connsiteX5" fmla="*/ 543496 w 725213"/>
                <a:gd name="connsiteY5" fmla="*/ 666664 h 1216487"/>
                <a:gd name="connsiteX6" fmla="*/ 513084 w 725213"/>
                <a:gd name="connsiteY6" fmla="*/ 734507 h 1216487"/>
                <a:gd name="connsiteX7" fmla="*/ 452259 w 725213"/>
                <a:gd name="connsiteY7" fmla="*/ 750883 h 1216487"/>
                <a:gd name="connsiteX8" fmla="*/ 274465 w 725213"/>
                <a:gd name="connsiteY8" fmla="*/ 661986 h 1216487"/>
                <a:gd name="connsiteX9" fmla="*/ 501387 w 725213"/>
                <a:gd name="connsiteY9" fmla="*/ 764919 h 1216487"/>
                <a:gd name="connsiteX10" fmla="*/ 508405 w 725213"/>
                <a:gd name="connsiteY10" fmla="*/ 776616 h 1216487"/>
                <a:gd name="connsiteX11" fmla="*/ 475653 w 725213"/>
                <a:gd name="connsiteY11" fmla="*/ 1059684 h 1216487"/>
                <a:gd name="connsiteX12" fmla="*/ 456938 w 725213"/>
                <a:gd name="connsiteY12" fmla="*/ 1143902 h 1216487"/>
                <a:gd name="connsiteX13" fmla="*/ 438223 w 725213"/>
                <a:gd name="connsiteY13" fmla="*/ 1183672 h 1216487"/>
                <a:gd name="connsiteX14" fmla="*/ 253410 w 725213"/>
                <a:gd name="connsiteY14" fmla="*/ 926338 h 1216487"/>
                <a:gd name="connsiteX15" fmla="*/ 143459 w 725213"/>
                <a:gd name="connsiteY15" fmla="*/ 849138 h 1216487"/>
                <a:gd name="connsiteX16" fmla="*/ 59240 w 725213"/>
                <a:gd name="connsiteY16" fmla="*/ 605840 h 1216487"/>
                <a:gd name="connsiteX17" fmla="*/ 103689 w 725213"/>
                <a:gd name="connsiteY17" fmla="*/ 406991 h 1216487"/>
                <a:gd name="connsiteX18" fmla="*/ 192586 w 725213"/>
                <a:gd name="connsiteY18" fmla="*/ 411670 h 1216487"/>
                <a:gd name="connsiteX19" fmla="*/ 99010 w 725213"/>
                <a:gd name="connsiteY19" fmla="*/ 336809 h 1216487"/>
                <a:gd name="connsiteX20" fmla="*/ 66258 w 725213"/>
                <a:gd name="connsiteY20" fmla="*/ 261948 h 1216487"/>
                <a:gd name="connsiteX21" fmla="*/ 56901 w 725213"/>
                <a:gd name="connsiteY21" fmla="*/ 163694 h 1216487"/>
                <a:gd name="connsiteX22" fmla="*/ 204283 w 725213"/>
                <a:gd name="connsiteY22" fmla="*/ 297039 h 1216487"/>
                <a:gd name="connsiteX23" fmla="*/ 234695 w 725213"/>
                <a:gd name="connsiteY23" fmla="*/ 217500 h 1216487"/>
                <a:gd name="connsiteX24" fmla="*/ 279144 w 725213"/>
                <a:gd name="connsiteY24" fmla="*/ 170712 h 1216487"/>
                <a:gd name="connsiteX25" fmla="*/ 363362 w 725213"/>
                <a:gd name="connsiteY25" fmla="*/ 109887 h 1216487"/>
                <a:gd name="connsiteX26" fmla="*/ 506066 w 725213"/>
                <a:gd name="connsiteY26" fmla="*/ 63099 h 1216487"/>
                <a:gd name="connsiteX27" fmla="*/ 693217 w 725213"/>
                <a:gd name="connsiteY27" fmla="*/ 121584 h 1216487"/>
                <a:gd name="connsiteX0" fmla="*/ 650223 w 654902"/>
                <a:gd name="connsiteY0" fmla="*/ 78590 h 1140678"/>
                <a:gd name="connsiteX1" fmla="*/ 654902 w 654902"/>
                <a:gd name="connsiteY1" fmla="*/ 123039 h 1140678"/>
                <a:gd name="connsiteX2" fmla="*/ 654902 w 654902"/>
                <a:gd name="connsiteY2" fmla="*/ 230651 h 1140678"/>
                <a:gd name="connsiteX3" fmla="*/ 612793 w 654902"/>
                <a:gd name="connsiteY3" fmla="*/ 413124 h 1140678"/>
                <a:gd name="connsiteX4" fmla="*/ 556647 w 654902"/>
                <a:gd name="connsiteY4" fmla="*/ 546470 h 1140678"/>
                <a:gd name="connsiteX5" fmla="*/ 500502 w 654902"/>
                <a:gd name="connsiteY5" fmla="*/ 623670 h 1140678"/>
                <a:gd name="connsiteX6" fmla="*/ 470090 w 654902"/>
                <a:gd name="connsiteY6" fmla="*/ 691513 h 1140678"/>
                <a:gd name="connsiteX7" fmla="*/ 409265 w 654902"/>
                <a:gd name="connsiteY7" fmla="*/ 707889 h 1140678"/>
                <a:gd name="connsiteX8" fmla="*/ 231471 w 654902"/>
                <a:gd name="connsiteY8" fmla="*/ 618992 h 1140678"/>
                <a:gd name="connsiteX9" fmla="*/ 458393 w 654902"/>
                <a:gd name="connsiteY9" fmla="*/ 721925 h 1140678"/>
                <a:gd name="connsiteX10" fmla="*/ 465411 w 654902"/>
                <a:gd name="connsiteY10" fmla="*/ 733622 h 1140678"/>
                <a:gd name="connsiteX11" fmla="*/ 432659 w 654902"/>
                <a:gd name="connsiteY11" fmla="*/ 1016690 h 1140678"/>
                <a:gd name="connsiteX12" fmla="*/ 413944 w 654902"/>
                <a:gd name="connsiteY12" fmla="*/ 1100908 h 1140678"/>
                <a:gd name="connsiteX13" fmla="*/ 395229 w 654902"/>
                <a:gd name="connsiteY13" fmla="*/ 1140678 h 1140678"/>
                <a:gd name="connsiteX14" fmla="*/ 210416 w 654902"/>
                <a:gd name="connsiteY14" fmla="*/ 883344 h 1140678"/>
                <a:gd name="connsiteX15" fmla="*/ 100465 w 654902"/>
                <a:gd name="connsiteY15" fmla="*/ 806144 h 1140678"/>
                <a:gd name="connsiteX16" fmla="*/ 16246 w 654902"/>
                <a:gd name="connsiteY16" fmla="*/ 562846 h 1140678"/>
                <a:gd name="connsiteX17" fmla="*/ 57735 w 654902"/>
                <a:gd name="connsiteY17" fmla="*/ 346242 h 1140678"/>
                <a:gd name="connsiteX18" fmla="*/ 149592 w 654902"/>
                <a:gd name="connsiteY18" fmla="*/ 368676 h 1140678"/>
                <a:gd name="connsiteX19" fmla="*/ 56016 w 654902"/>
                <a:gd name="connsiteY19" fmla="*/ 293815 h 1140678"/>
                <a:gd name="connsiteX20" fmla="*/ 23264 w 654902"/>
                <a:gd name="connsiteY20" fmla="*/ 218954 h 1140678"/>
                <a:gd name="connsiteX21" fmla="*/ 13907 w 654902"/>
                <a:gd name="connsiteY21" fmla="*/ 120700 h 1140678"/>
                <a:gd name="connsiteX22" fmla="*/ 161289 w 654902"/>
                <a:gd name="connsiteY22" fmla="*/ 254045 h 1140678"/>
                <a:gd name="connsiteX23" fmla="*/ 191701 w 654902"/>
                <a:gd name="connsiteY23" fmla="*/ 174506 h 1140678"/>
                <a:gd name="connsiteX24" fmla="*/ 236150 w 654902"/>
                <a:gd name="connsiteY24" fmla="*/ 127718 h 1140678"/>
                <a:gd name="connsiteX25" fmla="*/ 320368 w 654902"/>
                <a:gd name="connsiteY25" fmla="*/ 66893 h 1140678"/>
                <a:gd name="connsiteX26" fmla="*/ 463072 w 654902"/>
                <a:gd name="connsiteY26" fmla="*/ 20105 h 1140678"/>
                <a:gd name="connsiteX27" fmla="*/ 650223 w 654902"/>
                <a:gd name="connsiteY27" fmla="*/ 78590 h 1140678"/>
                <a:gd name="connsiteX0" fmla="*/ 648214 w 652893"/>
                <a:gd name="connsiteY0" fmla="*/ 78590 h 1140678"/>
                <a:gd name="connsiteX1" fmla="*/ 652893 w 652893"/>
                <a:gd name="connsiteY1" fmla="*/ 123039 h 1140678"/>
                <a:gd name="connsiteX2" fmla="*/ 652893 w 652893"/>
                <a:gd name="connsiteY2" fmla="*/ 230651 h 1140678"/>
                <a:gd name="connsiteX3" fmla="*/ 610784 w 652893"/>
                <a:gd name="connsiteY3" fmla="*/ 413124 h 1140678"/>
                <a:gd name="connsiteX4" fmla="*/ 554638 w 652893"/>
                <a:gd name="connsiteY4" fmla="*/ 546470 h 1140678"/>
                <a:gd name="connsiteX5" fmla="*/ 498493 w 652893"/>
                <a:gd name="connsiteY5" fmla="*/ 623670 h 1140678"/>
                <a:gd name="connsiteX6" fmla="*/ 468081 w 652893"/>
                <a:gd name="connsiteY6" fmla="*/ 691513 h 1140678"/>
                <a:gd name="connsiteX7" fmla="*/ 407256 w 652893"/>
                <a:gd name="connsiteY7" fmla="*/ 707889 h 1140678"/>
                <a:gd name="connsiteX8" fmla="*/ 229462 w 652893"/>
                <a:gd name="connsiteY8" fmla="*/ 618992 h 1140678"/>
                <a:gd name="connsiteX9" fmla="*/ 456384 w 652893"/>
                <a:gd name="connsiteY9" fmla="*/ 721925 h 1140678"/>
                <a:gd name="connsiteX10" fmla="*/ 463402 w 652893"/>
                <a:gd name="connsiteY10" fmla="*/ 733622 h 1140678"/>
                <a:gd name="connsiteX11" fmla="*/ 430650 w 652893"/>
                <a:gd name="connsiteY11" fmla="*/ 1016690 h 1140678"/>
                <a:gd name="connsiteX12" fmla="*/ 411935 w 652893"/>
                <a:gd name="connsiteY12" fmla="*/ 1100908 h 1140678"/>
                <a:gd name="connsiteX13" fmla="*/ 393220 w 652893"/>
                <a:gd name="connsiteY13" fmla="*/ 1140678 h 1140678"/>
                <a:gd name="connsiteX14" fmla="*/ 208407 w 652893"/>
                <a:gd name="connsiteY14" fmla="*/ 883344 h 1140678"/>
                <a:gd name="connsiteX15" fmla="*/ 98456 w 652893"/>
                <a:gd name="connsiteY15" fmla="*/ 806144 h 1140678"/>
                <a:gd name="connsiteX16" fmla="*/ 14237 w 652893"/>
                <a:gd name="connsiteY16" fmla="*/ 562846 h 1140678"/>
                <a:gd name="connsiteX17" fmla="*/ 55726 w 652893"/>
                <a:gd name="connsiteY17" fmla="*/ 346242 h 1140678"/>
                <a:gd name="connsiteX18" fmla="*/ 147583 w 652893"/>
                <a:gd name="connsiteY18" fmla="*/ 368676 h 1140678"/>
                <a:gd name="connsiteX19" fmla="*/ 54007 w 652893"/>
                <a:gd name="connsiteY19" fmla="*/ 293815 h 1140678"/>
                <a:gd name="connsiteX20" fmla="*/ 21255 w 652893"/>
                <a:gd name="connsiteY20" fmla="*/ 218954 h 1140678"/>
                <a:gd name="connsiteX21" fmla="*/ 11898 w 652893"/>
                <a:gd name="connsiteY21" fmla="*/ 111822 h 1140678"/>
                <a:gd name="connsiteX22" fmla="*/ 159280 w 652893"/>
                <a:gd name="connsiteY22" fmla="*/ 254045 h 1140678"/>
                <a:gd name="connsiteX23" fmla="*/ 189692 w 652893"/>
                <a:gd name="connsiteY23" fmla="*/ 174506 h 1140678"/>
                <a:gd name="connsiteX24" fmla="*/ 234141 w 652893"/>
                <a:gd name="connsiteY24" fmla="*/ 127718 h 1140678"/>
                <a:gd name="connsiteX25" fmla="*/ 318359 w 652893"/>
                <a:gd name="connsiteY25" fmla="*/ 66893 h 1140678"/>
                <a:gd name="connsiteX26" fmla="*/ 461063 w 652893"/>
                <a:gd name="connsiteY26" fmla="*/ 20105 h 1140678"/>
                <a:gd name="connsiteX27" fmla="*/ 648214 w 652893"/>
                <a:gd name="connsiteY27" fmla="*/ 78590 h 114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52893" h="1140678">
                  <a:moveTo>
                    <a:pt x="648214" y="78590"/>
                  </a:moveTo>
                  <a:cubicBezTo>
                    <a:pt x="650554" y="99645"/>
                    <a:pt x="652893" y="109003"/>
                    <a:pt x="652893" y="123039"/>
                  </a:cubicBezTo>
                  <a:lnTo>
                    <a:pt x="652893" y="230651"/>
                  </a:lnTo>
                  <a:cubicBezTo>
                    <a:pt x="615463" y="289136"/>
                    <a:pt x="608445" y="340603"/>
                    <a:pt x="610784" y="413124"/>
                  </a:cubicBezTo>
                  <a:cubicBezTo>
                    <a:pt x="613123" y="462252"/>
                    <a:pt x="589729" y="509040"/>
                    <a:pt x="554638" y="546470"/>
                  </a:cubicBezTo>
                  <a:cubicBezTo>
                    <a:pt x="533584" y="569864"/>
                    <a:pt x="517208" y="586240"/>
                    <a:pt x="498493" y="623670"/>
                  </a:cubicBezTo>
                  <a:cubicBezTo>
                    <a:pt x="486796" y="649404"/>
                    <a:pt x="479778" y="670458"/>
                    <a:pt x="468081" y="691513"/>
                  </a:cubicBezTo>
                  <a:cubicBezTo>
                    <a:pt x="456384" y="721925"/>
                    <a:pt x="430650" y="719586"/>
                    <a:pt x="407256" y="707889"/>
                  </a:cubicBezTo>
                  <a:cubicBezTo>
                    <a:pt x="344093" y="672798"/>
                    <a:pt x="271571" y="656422"/>
                    <a:pt x="229462" y="618992"/>
                  </a:cubicBezTo>
                  <a:cubicBezTo>
                    <a:pt x="290286" y="656422"/>
                    <a:pt x="369826" y="698531"/>
                    <a:pt x="456384" y="721925"/>
                  </a:cubicBezTo>
                  <a:cubicBezTo>
                    <a:pt x="461063" y="724265"/>
                    <a:pt x="463402" y="728943"/>
                    <a:pt x="463402" y="733622"/>
                  </a:cubicBezTo>
                  <a:cubicBezTo>
                    <a:pt x="482117" y="831877"/>
                    <a:pt x="442347" y="920774"/>
                    <a:pt x="430650" y="1016690"/>
                  </a:cubicBezTo>
                  <a:cubicBezTo>
                    <a:pt x="428311" y="1044762"/>
                    <a:pt x="418953" y="1072835"/>
                    <a:pt x="411935" y="1100908"/>
                  </a:cubicBezTo>
                  <a:cubicBezTo>
                    <a:pt x="397899" y="1110266"/>
                    <a:pt x="418953" y="1135999"/>
                    <a:pt x="393220" y="1140678"/>
                  </a:cubicBezTo>
                  <a:cubicBezTo>
                    <a:pt x="346432" y="1044762"/>
                    <a:pt x="273911" y="965223"/>
                    <a:pt x="208407" y="883344"/>
                  </a:cubicBezTo>
                  <a:cubicBezTo>
                    <a:pt x="180335" y="850592"/>
                    <a:pt x="135886" y="829538"/>
                    <a:pt x="98456" y="806144"/>
                  </a:cubicBezTo>
                  <a:cubicBezTo>
                    <a:pt x="9558" y="749998"/>
                    <a:pt x="-20854" y="658761"/>
                    <a:pt x="14237" y="562846"/>
                  </a:cubicBezTo>
                  <a:cubicBezTo>
                    <a:pt x="39971" y="499682"/>
                    <a:pt x="44029" y="414085"/>
                    <a:pt x="55726" y="346242"/>
                  </a:cubicBezTo>
                  <a:cubicBezTo>
                    <a:pt x="83799" y="360278"/>
                    <a:pt x="114831" y="406106"/>
                    <a:pt x="147583" y="368676"/>
                  </a:cubicBezTo>
                  <a:cubicBezTo>
                    <a:pt x="82080" y="368676"/>
                    <a:pt x="70383" y="354639"/>
                    <a:pt x="54007" y="293815"/>
                  </a:cubicBezTo>
                  <a:cubicBezTo>
                    <a:pt x="46989" y="268082"/>
                    <a:pt x="28273" y="249286"/>
                    <a:pt x="21255" y="218954"/>
                  </a:cubicBezTo>
                  <a:cubicBezTo>
                    <a:pt x="14237" y="188622"/>
                    <a:pt x="-13836" y="144573"/>
                    <a:pt x="11898" y="111822"/>
                  </a:cubicBezTo>
                  <a:cubicBezTo>
                    <a:pt x="86759" y="109482"/>
                    <a:pt x="154601" y="151112"/>
                    <a:pt x="159280" y="254045"/>
                  </a:cubicBezTo>
                  <a:cubicBezTo>
                    <a:pt x="192032" y="235330"/>
                    <a:pt x="192032" y="204918"/>
                    <a:pt x="189692" y="174506"/>
                  </a:cubicBezTo>
                  <a:cubicBezTo>
                    <a:pt x="187353" y="141754"/>
                    <a:pt x="194371" y="120700"/>
                    <a:pt x="234141" y="127718"/>
                  </a:cubicBezTo>
                  <a:cubicBezTo>
                    <a:pt x="283268" y="137075"/>
                    <a:pt x="304323" y="106663"/>
                    <a:pt x="318359" y="66893"/>
                  </a:cubicBezTo>
                  <a:cubicBezTo>
                    <a:pt x="337074" y="6069"/>
                    <a:pt x="411935" y="-22004"/>
                    <a:pt x="461063" y="20105"/>
                  </a:cubicBezTo>
                  <a:cubicBezTo>
                    <a:pt x="514869" y="57536"/>
                    <a:pt x="587390" y="66893"/>
                    <a:pt x="648214" y="7859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8">
              <a:extLst>
                <a:ext uri="{FF2B5EF4-FFF2-40B4-BE49-F238E27FC236}">
                  <a16:creationId xmlns:a16="http://schemas.microsoft.com/office/drawing/2014/main" id="{E4E75EDB-2E95-4BD7-BA4C-C03D71010E53}"/>
                </a:ext>
              </a:extLst>
            </p:cNvPr>
            <p:cNvSpPr/>
            <p:nvPr/>
          </p:nvSpPr>
          <p:spPr>
            <a:xfrm flipH="1">
              <a:off x="9304630" y="2812242"/>
              <a:ext cx="2218095" cy="1955426"/>
            </a:xfrm>
            <a:custGeom>
              <a:avLst/>
              <a:gdLst>
                <a:gd name="connsiteX0" fmla="*/ 1731761 w 1777943"/>
                <a:gd name="connsiteY0" fmla="*/ 1163792 h 1567397"/>
                <a:gd name="connsiteX1" fmla="*/ 1729422 w 1777943"/>
                <a:gd name="connsiteY1" fmla="*/ 1009392 h 1567397"/>
                <a:gd name="connsiteX2" fmla="*/ 1717725 w 1777943"/>
                <a:gd name="connsiteY2" fmla="*/ 971961 h 1567397"/>
                <a:gd name="connsiteX3" fmla="*/ 1663918 w 1777943"/>
                <a:gd name="connsiteY3" fmla="*/ 567245 h 1567397"/>
                <a:gd name="connsiteX4" fmla="*/ 1633506 w 1777943"/>
                <a:gd name="connsiteY4" fmla="*/ 461972 h 1567397"/>
                <a:gd name="connsiteX5" fmla="*/ 1523554 w 1777943"/>
                <a:gd name="connsiteY5" fmla="*/ 314590 h 1567397"/>
                <a:gd name="connsiteX6" fmla="*/ 1296633 w 1777943"/>
                <a:gd name="connsiteY6" fmla="*/ 192941 h 1567397"/>
                <a:gd name="connsiteX7" fmla="*/ 1294293 w 1777943"/>
                <a:gd name="connsiteY7" fmla="*/ 249087 h 1567397"/>
                <a:gd name="connsiteX8" fmla="*/ 1298972 w 1777943"/>
                <a:gd name="connsiteY8" fmla="*/ 330966 h 1567397"/>
                <a:gd name="connsiteX9" fmla="*/ 1284936 w 1777943"/>
                <a:gd name="connsiteY9" fmla="*/ 354360 h 1567397"/>
                <a:gd name="connsiteX10" fmla="*/ 1270899 w 1777943"/>
                <a:gd name="connsiteY10" fmla="*/ 349681 h 1567397"/>
                <a:gd name="connsiteX11" fmla="*/ 1280257 w 1777943"/>
                <a:gd name="connsiteY11" fmla="*/ 328627 h 1567397"/>
                <a:gd name="connsiteX12" fmla="*/ 1277918 w 1777943"/>
                <a:gd name="connsiteY12" fmla="*/ 263123 h 1567397"/>
                <a:gd name="connsiteX13" fmla="*/ 1263881 w 1777943"/>
                <a:gd name="connsiteY13" fmla="*/ 148493 h 1567397"/>
                <a:gd name="connsiteX14" fmla="*/ 1247505 w 1777943"/>
                <a:gd name="connsiteY14" fmla="*/ 134456 h 1567397"/>
                <a:gd name="connsiteX15" fmla="*/ 1224111 w 1777943"/>
                <a:gd name="connsiteY15" fmla="*/ 132117 h 1567397"/>
                <a:gd name="connsiteX16" fmla="*/ 1196039 w 1777943"/>
                <a:gd name="connsiteY16" fmla="*/ 213996 h 1567397"/>
                <a:gd name="connsiteX17" fmla="*/ 1184342 w 1777943"/>
                <a:gd name="connsiteY17" fmla="*/ 253766 h 1567397"/>
                <a:gd name="connsiteX18" fmla="*/ 1172645 w 1777943"/>
                <a:gd name="connsiteY18" fmla="*/ 394130 h 1567397"/>
                <a:gd name="connsiteX19" fmla="*/ 1128196 w 1777943"/>
                <a:gd name="connsiteY19" fmla="*/ 635088 h 1567397"/>
                <a:gd name="connsiteX20" fmla="*/ 835771 w 1777943"/>
                <a:gd name="connsiteY20" fmla="*/ 307572 h 1567397"/>
                <a:gd name="connsiteX21" fmla="*/ 760910 w 1777943"/>
                <a:gd name="connsiteY21" fmla="*/ 221014 h 1567397"/>
                <a:gd name="connsiteX22" fmla="*/ 756232 w 1777943"/>
                <a:gd name="connsiteY22" fmla="*/ 68953 h 1567397"/>
                <a:gd name="connsiteX23" fmla="*/ 737516 w 1777943"/>
                <a:gd name="connsiteY23" fmla="*/ 43220 h 1567397"/>
                <a:gd name="connsiteX24" fmla="*/ 601831 w 1777943"/>
                <a:gd name="connsiteY24" fmla="*/ 192941 h 1567397"/>
                <a:gd name="connsiteX25" fmla="*/ 627565 w 1777943"/>
                <a:gd name="connsiteY25" fmla="*/ 359039 h 1567397"/>
                <a:gd name="connsiteX26" fmla="*/ 629904 w 1777943"/>
                <a:gd name="connsiteY26" fmla="*/ 361378 h 1567397"/>
                <a:gd name="connsiteX27" fmla="*/ 646280 w 1777943"/>
                <a:gd name="connsiteY27" fmla="*/ 267802 h 1567397"/>
                <a:gd name="connsiteX28" fmla="*/ 730498 w 1777943"/>
                <a:gd name="connsiteY28" fmla="*/ 230372 h 1567397"/>
                <a:gd name="connsiteX29" fmla="*/ 646280 w 1777943"/>
                <a:gd name="connsiteY29" fmla="*/ 370736 h 1567397"/>
                <a:gd name="connsiteX30" fmla="*/ 629904 w 1777943"/>
                <a:gd name="connsiteY30" fmla="*/ 394130 h 1567397"/>
                <a:gd name="connsiteX31" fmla="*/ 606510 w 1777943"/>
                <a:gd name="connsiteY31" fmla="*/ 373075 h 1567397"/>
                <a:gd name="connsiteX32" fmla="*/ 578437 w 1777943"/>
                <a:gd name="connsiteY32" fmla="*/ 204638 h 1567397"/>
                <a:gd name="connsiteX33" fmla="*/ 470825 w 1777943"/>
                <a:gd name="connsiteY33" fmla="*/ 242069 h 1567397"/>
                <a:gd name="connsiteX34" fmla="*/ 314085 w 1777943"/>
                <a:gd name="connsiteY34" fmla="*/ 326287 h 1567397"/>
                <a:gd name="connsiteX35" fmla="*/ 288352 w 1777943"/>
                <a:gd name="connsiteY35" fmla="*/ 340323 h 1567397"/>
                <a:gd name="connsiteX36" fmla="*/ 147988 w 1777943"/>
                <a:gd name="connsiteY36" fmla="*/ 585960 h 1567397"/>
                <a:gd name="connsiteX37" fmla="*/ 73127 w 1777943"/>
                <a:gd name="connsiteY37" fmla="*/ 810543 h 1567397"/>
                <a:gd name="connsiteX38" fmla="*/ 122254 w 1777943"/>
                <a:gd name="connsiteY38" fmla="*/ 918155 h 1567397"/>
                <a:gd name="connsiteX39" fmla="*/ 307067 w 1777943"/>
                <a:gd name="connsiteY39" fmla="*/ 1114665 h 1567397"/>
                <a:gd name="connsiteX40" fmla="*/ 311746 w 1777943"/>
                <a:gd name="connsiteY40" fmla="*/ 1124022 h 1567397"/>
                <a:gd name="connsiteX41" fmla="*/ 307067 w 1777943"/>
                <a:gd name="connsiteY41" fmla="*/ 1117004 h 1567397"/>
                <a:gd name="connsiteX42" fmla="*/ 318764 w 1777943"/>
                <a:gd name="connsiteY42" fmla="*/ 1147416 h 1567397"/>
                <a:gd name="connsiteX43" fmla="*/ 257940 w 1777943"/>
                <a:gd name="connsiteY43" fmla="*/ 1053840 h 1567397"/>
                <a:gd name="connsiteX44" fmla="*/ 157345 w 1777943"/>
                <a:gd name="connsiteY44" fmla="*/ 953246 h 1567397"/>
                <a:gd name="connsiteX45" fmla="*/ 119915 w 1777943"/>
                <a:gd name="connsiteY45" fmla="*/ 960264 h 1567397"/>
                <a:gd name="connsiteX46" fmla="*/ 56751 w 1777943"/>
                <a:gd name="connsiteY46" fmla="*/ 1283102 h 1567397"/>
                <a:gd name="connsiteX47" fmla="*/ 59091 w 1777943"/>
                <a:gd name="connsiteY47" fmla="*/ 1519381 h 1567397"/>
                <a:gd name="connsiteX48" fmla="*/ 110557 w 1777943"/>
                <a:gd name="connsiteY48" fmla="*/ 1517041 h 1567397"/>
                <a:gd name="connsiteX49" fmla="*/ 243903 w 1777943"/>
                <a:gd name="connsiteY49" fmla="*/ 1379017 h 1567397"/>
                <a:gd name="connsiteX50" fmla="*/ 501237 w 1777943"/>
                <a:gd name="connsiteY50" fmla="*/ 1290120 h 1567397"/>
                <a:gd name="connsiteX51" fmla="*/ 821735 w 1777943"/>
                <a:gd name="connsiteY51" fmla="*/ 1285441 h 1567397"/>
                <a:gd name="connsiteX52" fmla="*/ 1731761 w 1777943"/>
                <a:gd name="connsiteY52" fmla="*/ 1163792 h 1567397"/>
                <a:gd name="connsiteX53" fmla="*/ 59091 w 1777943"/>
                <a:gd name="connsiteY53" fmla="*/ 1404750 h 1567397"/>
                <a:gd name="connsiteX54" fmla="*/ 164364 w 1777943"/>
                <a:gd name="connsiteY54" fmla="*/ 1322871 h 1567397"/>
                <a:gd name="connsiteX55" fmla="*/ 59091 w 1777943"/>
                <a:gd name="connsiteY55" fmla="*/ 1404750 h 1567397"/>
                <a:gd name="connsiteX56" fmla="*/ 131612 w 1777943"/>
                <a:gd name="connsiteY56" fmla="*/ 1285441 h 1567397"/>
                <a:gd name="connsiteX57" fmla="*/ 316424 w 1777943"/>
                <a:gd name="connsiteY57" fmla="*/ 1264386 h 1567397"/>
                <a:gd name="connsiteX58" fmla="*/ 131612 w 1777943"/>
                <a:gd name="connsiteY58" fmla="*/ 1285441 h 156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777943" h="1567397">
                  <a:moveTo>
                    <a:pt x="1731761" y="1163792"/>
                  </a:moveTo>
                  <a:cubicBezTo>
                    <a:pt x="1755155" y="1124022"/>
                    <a:pt x="1759834" y="1049162"/>
                    <a:pt x="1729422" y="1009392"/>
                  </a:cubicBezTo>
                  <a:cubicBezTo>
                    <a:pt x="1722403" y="1000034"/>
                    <a:pt x="1717725" y="983658"/>
                    <a:pt x="1717725" y="971961"/>
                  </a:cubicBezTo>
                  <a:cubicBezTo>
                    <a:pt x="1724743" y="833937"/>
                    <a:pt x="1659240" y="705270"/>
                    <a:pt x="1663918" y="567245"/>
                  </a:cubicBezTo>
                  <a:cubicBezTo>
                    <a:pt x="1666258" y="529815"/>
                    <a:pt x="1654561" y="492384"/>
                    <a:pt x="1633506" y="461972"/>
                  </a:cubicBezTo>
                  <a:cubicBezTo>
                    <a:pt x="1598415" y="410505"/>
                    <a:pt x="1582039" y="342663"/>
                    <a:pt x="1523554" y="314590"/>
                  </a:cubicBezTo>
                  <a:cubicBezTo>
                    <a:pt x="1444015" y="279499"/>
                    <a:pt x="1378512" y="223354"/>
                    <a:pt x="1296633" y="192941"/>
                  </a:cubicBezTo>
                  <a:cubicBezTo>
                    <a:pt x="1275578" y="211657"/>
                    <a:pt x="1294293" y="230372"/>
                    <a:pt x="1294293" y="249087"/>
                  </a:cubicBezTo>
                  <a:cubicBezTo>
                    <a:pt x="1296633" y="277160"/>
                    <a:pt x="1296633" y="302893"/>
                    <a:pt x="1298972" y="330966"/>
                  </a:cubicBezTo>
                  <a:cubicBezTo>
                    <a:pt x="1298972" y="340323"/>
                    <a:pt x="1298972" y="352020"/>
                    <a:pt x="1284936" y="354360"/>
                  </a:cubicBezTo>
                  <a:cubicBezTo>
                    <a:pt x="1280257" y="354360"/>
                    <a:pt x="1275578" y="352020"/>
                    <a:pt x="1270899" y="349681"/>
                  </a:cubicBezTo>
                  <a:cubicBezTo>
                    <a:pt x="1259202" y="335645"/>
                    <a:pt x="1277918" y="335645"/>
                    <a:pt x="1280257" y="328627"/>
                  </a:cubicBezTo>
                  <a:cubicBezTo>
                    <a:pt x="1287275" y="307572"/>
                    <a:pt x="1280257" y="286517"/>
                    <a:pt x="1277918" y="263123"/>
                  </a:cubicBezTo>
                  <a:cubicBezTo>
                    <a:pt x="1273239" y="225693"/>
                    <a:pt x="1268560" y="185923"/>
                    <a:pt x="1263881" y="148493"/>
                  </a:cubicBezTo>
                  <a:cubicBezTo>
                    <a:pt x="1259202" y="143814"/>
                    <a:pt x="1252184" y="139135"/>
                    <a:pt x="1247505" y="134456"/>
                  </a:cubicBezTo>
                  <a:cubicBezTo>
                    <a:pt x="1240487" y="129778"/>
                    <a:pt x="1233469" y="129778"/>
                    <a:pt x="1224111" y="132117"/>
                  </a:cubicBezTo>
                  <a:cubicBezTo>
                    <a:pt x="1207736" y="155511"/>
                    <a:pt x="1212414" y="188263"/>
                    <a:pt x="1196039" y="213996"/>
                  </a:cubicBezTo>
                  <a:cubicBezTo>
                    <a:pt x="1191360" y="225693"/>
                    <a:pt x="1184342" y="239729"/>
                    <a:pt x="1184342" y="253766"/>
                  </a:cubicBezTo>
                  <a:cubicBezTo>
                    <a:pt x="1186681" y="300554"/>
                    <a:pt x="1179663" y="347342"/>
                    <a:pt x="1172645" y="394130"/>
                  </a:cubicBezTo>
                  <a:cubicBezTo>
                    <a:pt x="1160948" y="468990"/>
                    <a:pt x="1144572" y="602336"/>
                    <a:pt x="1128196" y="635088"/>
                  </a:cubicBezTo>
                  <a:cubicBezTo>
                    <a:pt x="1043978" y="511100"/>
                    <a:pt x="971456" y="382433"/>
                    <a:pt x="835771" y="307572"/>
                  </a:cubicBezTo>
                  <a:cubicBezTo>
                    <a:pt x="800680" y="288857"/>
                    <a:pt x="777286" y="258445"/>
                    <a:pt x="760910" y="221014"/>
                  </a:cubicBezTo>
                  <a:cubicBezTo>
                    <a:pt x="737516" y="169547"/>
                    <a:pt x="735177" y="120420"/>
                    <a:pt x="756232" y="68953"/>
                  </a:cubicBezTo>
                  <a:cubicBezTo>
                    <a:pt x="753892" y="57256"/>
                    <a:pt x="758571" y="40880"/>
                    <a:pt x="737516" y="43220"/>
                  </a:cubicBezTo>
                  <a:cubicBezTo>
                    <a:pt x="653298" y="57256"/>
                    <a:pt x="627565" y="125099"/>
                    <a:pt x="601831" y="192941"/>
                  </a:cubicBezTo>
                  <a:cubicBezTo>
                    <a:pt x="606510" y="244408"/>
                    <a:pt x="597152" y="300554"/>
                    <a:pt x="627565" y="359039"/>
                  </a:cubicBezTo>
                  <a:cubicBezTo>
                    <a:pt x="627565" y="359039"/>
                    <a:pt x="629904" y="361378"/>
                    <a:pt x="629904" y="361378"/>
                  </a:cubicBezTo>
                  <a:cubicBezTo>
                    <a:pt x="629904" y="321608"/>
                    <a:pt x="629904" y="291196"/>
                    <a:pt x="646280" y="267802"/>
                  </a:cubicBezTo>
                  <a:cubicBezTo>
                    <a:pt x="664995" y="239729"/>
                    <a:pt x="690728" y="223354"/>
                    <a:pt x="730498" y="230372"/>
                  </a:cubicBezTo>
                  <a:cubicBezTo>
                    <a:pt x="657977" y="251426"/>
                    <a:pt x="634583" y="300554"/>
                    <a:pt x="646280" y="370736"/>
                  </a:cubicBezTo>
                  <a:cubicBezTo>
                    <a:pt x="648619" y="380093"/>
                    <a:pt x="643940" y="391790"/>
                    <a:pt x="629904" y="394130"/>
                  </a:cubicBezTo>
                  <a:cubicBezTo>
                    <a:pt x="615868" y="396469"/>
                    <a:pt x="611189" y="384772"/>
                    <a:pt x="606510" y="373075"/>
                  </a:cubicBezTo>
                  <a:cubicBezTo>
                    <a:pt x="585455" y="319269"/>
                    <a:pt x="583116" y="260784"/>
                    <a:pt x="578437" y="204638"/>
                  </a:cubicBezTo>
                  <a:cubicBezTo>
                    <a:pt x="541007" y="211657"/>
                    <a:pt x="501237" y="218675"/>
                    <a:pt x="470825" y="242069"/>
                  </a:cubicBezTo>
                  <a:cubicBezTo>
                    <a:pt x="421697" y="277160"/>
                    <a:pt x="370231" y="305233"/>
                    <a:pt x="314085" y="326287"/>
                  </a:cubicBezTo>
                  <a:cubicBezTo>
                    <a:pt x="304727" y="330966"/>
                    <a:pt x="295370" y="333305"/>
                    <a:pt x="288352" y="340323"/>
                  </a:cubicBezTo>
                  <a:cubicBezTo>
                    <a:pt x="211152" y="405827"/>
                    <a:pt x="187758" y="504081"/>
                    <a:pt x="147988" y="585960"/>
                  </a:cubicBezTo>
                  <a:cubicBezTo>
                    <a:pt x="115236" y="653803"/>
                    <a:pt x="84824" y="731003"/>
                    <a:pt x="73127" y="810543"/>
                  </a:cubicBezTo>
                  <a:cubicBezTo>
                    <a:pt x="63769" y="876046"/>
                    <a:pt x="63769" y="892422"/>
                    <a:pt x="122254" y="918155"/>
                  </a:cubicBezTo>
                  <a:cubicBezTo>
                    <a:pt x="213491" y="955586"/>
                    <a:pt x="269637" y="1028107"/>
                    <a:pt x="307067" y="1114665"/>
                  </a:cubicBezTo>
                  <a:cubicBezTo>
                    <a:pt x="309406" y="1117004"/>
                    <a:pt x="309406" y="1121683"/>
                    <a:pt x="311746" y="1124022"/>
                  </a:cubicBezTo>
                  <a:cubicBezTo>
                    <a:pt x="309406" y="1121683"/>
                    <a:pt x="309406" y="1119344"/>
                    <a:pt x="307067" y="1117004"/>
                  </a:cubicBezTo>
                  <a:cubicBezTo>
                    <a:pt x="311746" y="1126362"/>
                    <a:pt x="316424" y="1138059"/>
                    <a:pt x="318764" y="1147416"/>
                  </a:cubicBezTo>
                  <a:cubicBezTo>
                    <a:pt x="297709" y="1117004"/>
                    <a:pt x="278994" y="1084253"/>
                    <a:pt x="257940" y="1053840"/>
                  </a:cubicBezTo>
                  <a:cubicBezTo>
                    <a:pt x="229867" y="1014071"/>
                    <a:pt x="197115" y="981319"/>
                    <a:pt x="157345" y="953246"/>
                  </a:cubicBezTo>
                  <a:cubicBezTo>
                    <a:pt x="138630" y="939210"/>
                    <a:pt x="129273" y="939210"/>
                    <a:pt x="119915" y="960264"/>
                  </a:cubicBezTo>
                  <a:cubicBezTo>
                    <a:pt x="87163" y="1065537"/>
                    <a:pt x="80145" y="1175489"/>
                    <a:pt x="56751" y="1283102"/>
                  </a:cubicBezTo>
                  <a:cubicBezTo>
                    <a:pt x="40375" y="1362641"/>
                    <a:pt x="35697" y="1439841"/>
                    <a:pt x="59091" y="1519381"/>
                  </a:cubicBezTo>
                  <a:cubicBezTo>
                    <a:pt x="75466" y="1528738"/>
                    <a:pt x="91842" y="1526399"/>
                    <a:pt x="110557" y="1517041"/>
                  </a:cubicBezTo>
                  <a:cubicBezTo>
                    <a:pt x="152667" y="1467914"/>
                    <a:pt x="187758" y="1407090"/>
                    <a:pt x="243903" y="1379017"/>
                  </a:cubicBezTo>
                  <a:cubicBezTo>
                    <a:pt x="342158" y="1329890"/>
                    <a:pt x="442752" y="1287780"/>
                    <a:pt x="501237" y="1290120"/>
                  </a:cubicBezTo>
                  <a:cubicBezTo>
                    <a:pt x="590134" y="1294799"/>
                    <a:pt x="737516" y="1313514"/>
                    <a:pt x="821735" y="1285441"/>
                  </a:cubicBezTo>
                  <a:lnTo>
                    <a:pt x="1731761" y="1163792"/>
                  </a:lnTo>
                  <a:close/>
                  <a:moveTo>
                    <a:pt x="59091" y="1404750"/>
                  </a:moveTo>
                  <a:cubicBezTo>
                    <a:pt x="80145" y="1360302"/>
                    <a:pt x="115236" y="1334568"/>
                    <a:pt x="164364" y="1322871"/>
                  </a:cubicBezTo>
                  <a:cubicBezTo>
                    <a:pt x="129273" y="1350944"/>
                    <a:pt x="94182" y="1376678"/>
                    <a:pt x="59091" y="1404750"/>
                  </a:cubicBezTo>
                  <a:close/>
                  <a:moveTo>
                    <a:pt x="131612" y="1285441"/>
                  </a:moveTo>
                  <a:cubicBezTo>
                    <a:pt x="187758" y="1243332"/>
                    <a:pt x="250921" y="1240992"/>
                    <a:pt x="316424" y="1264386"/>
                  </a:cubicBezTo>
                  <a:cubicBezTo>
                    <a:pt x="253261" y="1257368"/>
                    <a:pt x="192436" y="1266726"/>
                    <a:pt x="131612" y="1285441"/>
                  </a:cubicBezTo>
                  <a:close/>
                </a:path>
              </a:pathLst>
            </a:custGeom>
            <a:solidFill>
              <a:srgbClr val="6C6E46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9">
              <a:extLst>
                <a:ext uri="{FF2B5EF4-FFF2-40B4-BE49-F238E27FC236}">
                  <a16:creationId xmlns:a16="http://schemas.microsoft.com/office/drawing/2014/main" id="{063247C7-CB60-4E0B-BB6F-F67F727B0B11}"/>
                </a:ext>
              </a:extLst>
            </p:cNvPr>
            <p:cNvSpPr/>
            <p:nvPr/>
          </p:nvSpPr>
          <p:spPr>
            <a:xfrm flipH="1">
              <a:off x="8677693" y="4183862"/>
              <a:ext cx="817193" cy="700451"/>
            </a:xfrm>
            <a:custGeom>
              <a:avLst/>
              <a:gdLst>
                <a:gd name="connsiteX0" fmla="*/ 52515 w 655031"/>
                <a:gd name="connsiteY0" fmla="*/ 534570 h 561455"/>
                <a:gd name="connsiteX1" fmla="*/ 43157 w 655031"/>
                <a:gd name="connsiteY1" fmla="*/ 525213 h 561455"/>
                <a:gd name="connsiteX2" fmla="*/ 78248 w 655031"/>
                <a:gd name="connsiteY2" fmla="*/ 490122 h 561455"/>
                <a:gd name="connsiteX3" fmla="*/ 270079 w 655031"/>
                <a:gd name="connsiteY3" fmla="*/ 349758 h 561455"/>
                <a:gd name="connsiteX4" fmla="*/ 548468 w 655031"/>
                <a:gd name="connsiteY4" fmla="*/ 104121 h 561455"/>
                <a:gd name="connsiteX5" fmla="*/ 553146 w 655031"/>
                <a:gd name="connsiteY5" fmla="*/ 57333 h 561455"/>
                <a:gd name="connsiteX6" fmla="*/ 606953 w 655031"/>
                <a:gd name="connsiteY6" fmla="*/ 69030 h 561455"/>
                <a:gd name="connsiteX7" fmla="*/ 635025 w 655031"/>
                <a:gd name="connsiteY7" fmla="*/ 87745 h 561455"/>
                <a:gd name="connsiteX8" fmla="*/ 525074 w 655031"/>
                <a:gd name="connsiteY8" fmla="*/ 164945 h 561455"/>
                <a:gd name="connsiteX9" fmla="*/ 167146 w 655031"/>
                <a:gd name="connsiteY9" fmla="*/ 469067 h 561455"/>
                <a:gd name="connsiteX10" fmla="*/ 52515 w 655031"/>
                <a:gd name="connsiteY10" fmla="*/ 534570 h 56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5031" h="561455">
                  <a:moveTo>
                    <a:pt x="52515" y="534570"/>
                  </a:moveTo>
                  <a:cubicBezTo>
                    <a:pt x="50176" y="532231"/>
                    <a:pt x="45497" y="527552"/>
                    <a:pt x="43157" y="525213"/>
                  </a:cubicBezTo>
                  <a:cubicBezTo>
                    <a:pt x="40818" y="499479"/>
                    <a:pt x="64212" y="497140"/>
                    <a:pt x="78248" y="490122"/>
                  </a:cubicBezTo>
                  <a:cubicBezTo>
                    <a:pt x="148430" y="452691"/>
                    <a:pt x="209255" y="398885"/>
                    <a:pt x="270079" y="349758"/>
                  </a:cubicBezTo>
                  <a:cubicBezTo>
                    <a:pt x="365994" y="270218"/>
                    <a:pt x="459570" y="188339"/>
                    <a:pt x="548468" y="104121"/>
                  </a:cubicBezTo>
                  <a:cubicBezTo>
                    <a:pt x="567183" y="85406"/>
                    <a:pt x="574201" y="73709"/>
                    <a:pt x="553146" y="57333"/>
                  </a:cubicBezTo>
                  <a:cubicBezTo>
                    <a:pt x="576540" y="40957"/>
                    <a:pt x="599934" y="31599"/>
                    <a:pt x="606953" y="69030"/>
                  </a:cubicBezTo>
                  <a:cubicBezTo>
                    <a:pt x="611631" y="87745"/>
                    <a:pt x="625668" y="83066"/>
                    <a:pt x="635025" y="87745"/>
                  </a:cubicBezTo>
                  <a:cubicBezTo>
                    <a:pt x="588237" y="101781"/>
                    <a:pt x="555486" y="132194"/>
                    <a:pt x="525074" y="164945"/>
                  </a:cubicBezTo>
                  <a:cubicBezTo>
                    <a:pt x="417461" y="279576"/>
                    <a:pt x="286455" y="366133"/>
                    <a:pt x="167146" y="469067"/>
                  </a:cubicBezTo>
                  <a:cubicBezTo>
                    <a:pt x="132055" y="499479"/>
                    <a:pt x="92285" y="515855"/>
                    <a:pt x="52515" y="534570"/>
                  </a:cubicBezTo>
                  <a:close/>
                </a:path>
              </a:pathLst>
            </a:custGeom>
            <a:solidFill>
              <a:srgbClr val="6D6A6A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46">
              <a:extLst>
                <a:ext uri="{FF2B5EF4-FFF2-40B4-BE49-F238E27FC236}">
                  <a16:creationId xmlns:a16="http://schemas.microsoft.com/office/drawing/2014/main" id="{26D9C294-B5D2-482B-8D78-9A6A8E97B997}"/>
                </a:ext>
              </a:extLst>
            </p:cNvPr>
            <p:cNvSpPr/>
            <p:nvPr/>
          </p:nvSpPr>
          <p:spPr>
            <a:xfrm flipH="1">
              <a:off x="9315548" y="4337390"/>
              <a:ext cx="1685621" cy="2520611"/>
            </a:xfrm>
            <a:custGeom>
              <a:avLst/>
              <a:gdLst>
                <a:gd name="connsiteX0" fmla="*/ 1627980 w 1685621"/>
                <a:gd name="connsiteY0" fmla="*/ 84 h 2520611"/>
                <a:gd name="connsiteX1" fmla="*/ 1574717 w 1685621"/>
                <a:gd name="connsiteY1" fmla="*/ 37660 h 2520611"/>
                <a:gd name="connsiteX2" fmla="*/ 1542612 w 1685621"/>
                <a:gd name="connsiteY2" fmla="*/ 55172 h 2520611"/>
                <a:gd name="connsiteX3" fmla="*/ 786709 w 1685621"/>
                <a:gd name="connsiteY3" fmla="*/ 98950 h 2520611"/>
                <a:gd name="connsiteX4" fmla="*/ 742931 w 1685621"/>
                <a:gd name="connsiteY4" fmla="*/ 125217 h 2520611"/>
                <a:gd name="connsiteX5" fmla="*/ 83339 w 1685621"/>
                <a:gd name="connsiteY5" fmla="*/ 455012 h 2520611"/>
                <a:gd name="connsiteX6" fmla="*/ 59991 w 1685621"/>
                <a:gd name="connsiteY6" fmla="*/ 513383 h 2520611"/>
                <a:gd name="connsiteX7" fmla="*/ 59991 w 1685621"/>
                <a:gd name="connsiteY7" fmla="*/ 600939 h 2520611"/>
                <a:gd name="connsiteX8" fmla="*/ 39561 w 1685621"/>
                <a:gd name="connsiteY8" fmla="*/ 673903 h 2520611"/>
                <a:gd name="connsiteX9" fmla="*/ 16213 w 1685621"/>
                <a:gd name="connsiteY9" fmla="*/ 811075 h 2520611"/>
                <a:gd name="connsiteX10" fmla="*/ 65827 w 1685621"/>
                <a:gd name="connsiteY10" fmla="*/ 869446 h 2520611"/>
                <a:gd name="connsiteX11" fmla="*/ 100850 w 1685621"/>
                <a:gd name="connsiteY11" fmla="*/ 951165 h 2520611"/>
                <a:gd name="connsiteX12" fmla="*/ 92095 w 1685621"/>
                <a:gd name="connsiteY12" fmla="*/ 1301391 h 2520611"/>
                <a:gd name="connsiteX13" fmla="*/ 89177 w 1685621"/>
                <a:gd name="connsiteY13" fmla="*/ 1318901 h 2520611"/>
                <a:gd name="connsiteX14" fmla="*/ 89177 w 1685621"/>
                <a:gd name="connsiteY14" fmla="*/ 1642861 h 2520611"/>
                <a:gd name="connsiteX15" fmla="*/ 83339 w 1685621"/>
                <a:gd name="connsiteY15" fmla="*/ 1823811 h 2520611"/>
                <a:gd name="connsiteX16" fmla="*/ 112525 w 1685621"/>
                <a:gd name="connsiteY16" fmla="*/ 2083561 h 2520611"/>
                <a:gd name="connsiteX17" fmla="*/ 141710 w 1685621"/>
                <a:gd name="connsiteY17" fmla="*/ 2255756 h 2520611"/>
                <a:gd name="connsiteX18" fmla="*/ 179651 w 1685621"/>
                <a:gd name="connsiteY18" fmla="*/ 2468809 h 2520611"/>
                <a:gd name="connsiteX19" fmla="*/ 190396 w 1685621"/>
                <a:gd name="connsiteY19" fmla="*/ 2520611 h 2520611"/>
                <a:gd name="connsiteX20" fmla="*/ 810748 w 1685621"/>
                <a:gd name="connsiteY20" fmla="*/ 2520611 h 2520611"/>
                <a:gd name="connsiteX21" fmla="*/ 815894 w 1685621"/>
                <a:gd name="connsiteY21" fmla="*/ 2448379 h 2520611"/>
                <a:gd name="connsiteX22" fmla="*/ 938474 w 1685621"/>
                <a:gd name="connsiteY22" fmla="*/ 1864670 h 2520611"/>
                <a:gd name="connsiteX23" fmla="*/ 909288 w 1685621"/>
                <a:gd name="connsiteY23" fmla="*/ 2150687 h 2520611"/>
                <a:gd name="connsiteX24" fmla="*/ 877183 w 1685621"/>
                <a:gd name="connsiteY24" fmla="*/ 2413356 h 2520611"/>
                <a:gd name="connsiteX25" fmla="*/ 893646 w 1685621"/>
                <a:gd name="connsiteY25" fmla="*/ 2482307 h 2520611"/>
                <a:gd name="connsiteX26" fmla="*/ 897815 w 1685621"/>
                <a:gd name="connsiteY26" fmla="*/ 2520611 h 2520611"/>
                <a:gd name="connsiteX27" fmla="*/ 1572409 w 1685621"/>
                <a:gd name="connsiteY27" fmla="*/ 2520611 h 2520611"/>
                <a:gd name="connsiteX28" fmla="*/ 1572436 w 1685621"/>
                <a:gd name="connsiteY28" fmla="*/ 2513272 h 2520611"/>
                <a:gd name="connsiteX29" fmla="*/ 1586390 w 1685621"/>
                <a:gd name="connsiteY29" fmla="*/ 2004760 h 2520611"/>
                <a:gd name="connsiteX30" fmla="*/ 1420034 w 1685621"/>
                <a:gd name="connsiteY30" fmla="*/ 1067907 h 2520611"/>
                <a:gd name="connsiteX31" fmla="*/ 1446300 w 1685621"/>
                <a:gd name="connsiteY31" fmla="*/ 837342 h 2520611"/>
                <a:gd name="connsiteX32" fmla="*/ 1431707 w 1685621"/>
                <a:gd name="connsiteY32" fmla="*/ 539650 h 2520611"/>
                <a:gd name="connsiteX33" fmla="*/ 1571798 w 1685621"/>
                <a:gd name="connsiteY33" fmla="*/ 510465 h 2520611"/>
                <a:gd name="connsiteX34" fmla="*/ 1560124 w 1685621"/>
                <a:gd name="connsiteY34" fmla="*/ 490035 h 2520611"/>
                <a:gd name="connsiteX35" fmla="*/ 1533857 w 1685621"/>
                <a:gd name="connsiteY35" fmla="*/ 490035 h 2520611"/>
                <a:gd name="connsiteX36" fmla="*/ 1417115 w 1685621"/>
                <a:gd name="connsiteY36" fmla="*/ 405398 h 2520611"/>
                <a:gd name="connsiteX37" fmla="*/ 1405441 w 1685621"/>
                <a:gd name="connsiteY37" fmla="*/ 338270 h 2520611"/>
                <a:gd name="connsiteX38" fmla="*/ 1414197 w 1685621"/>
                <a:gd name="connsiteY38" fmla="*/ 241958 h 2520611"/>
                <a:gd name="connsiteX39" fmla="*/ 1586390 w 1685621"/>
                <a:gd name="connsiteY39" fmla="*/ 133973 h 2520611"/>
                <a:gd name="connsiteX40" fmla="*/ 1636006 w 1685621"/>
                <a:gd name="connsiteY40" fmla="*/ 43497 h 2520611"/>
                <a:gd name="connsiteX41" fmla="*/ 1671029 w 1685621"/>
                <a:gd name="connsiteY41" fmla="*/ 37660 h 2520611"/>
                <a:gd name="connsiteX42" fmla="*/ 1685621 w 1685621"/>
                <a:gd name="connsiteY42" fmla="*/ 25987 h 2520611"/>
                <a:gd name="connsiteX43" fmla="*/ 1627980 w 1685621"/>
                <a:gd name="connsiteY43" fmla="*/ 84 h 2520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685621" h="2520611">
                  <a:moveTo>
                    <a:pt x="1627980" y="84"/>
                  </a:moveTo>
                  <a:cubicBezTo>
                    <a:pt x="1609009" y="-1010"/>
                    <a:pt x="1590768" y="8475"/>
                    <a:pt x="1574717" y="37660"/>
                  </a:cubicBezTo>
                  <a:cubicBezTo>
                    <a:pt x="1568879" y="49335"/>
                    <a:pt x="1557205" y="52253"/>
                    <a:pt x="1542612" y="55172"/>
                  </a:cubicBezTo>
                  <a:cubicBezTo>
                    <a:pt x="1414197" y="66846"/>
                    <a:pt x="795464" y="136891"/>
                    <a:pt x="786709" y="98950"/>
                  </a:cubicBezTo>
                  <a:cubicBezTo>
                    <a:pt x="777954" y="104788"/>
                    <a:pt x="760441" y="116461"/>
                    <a:pt x="742931" y="125217"/>
                  </a:cubicBezTo>
                  <a:cubicBezTo>
                    <a:pt x="532795" y="253633"/>
                    <a:pt x="328497" y="393723"/>
                    <a:pt x="83339" y="455012"/>
                  </a:cubicBezTo>
                  <a:cubicBezTo>
                    <a:pt x="57072" y="466687"/>
                    <a:pt x="68747" y="495872"/>
                    <a:pt x="59991" y="513383"/>
                  </a:cubicBezTo>
                  <a:cubicBezTo>
                    <a:pt x="51235" y="542568"/>
                    <a:pt x="45399" y="574673"/>
                    <a:pt x="59991" y="600939"/>
                  </a:cubicBezTo>
                  <a:cubicBezTo>
                    <a:pt x="86257" y="638880"/>
                    <a:pt x="65827" y="653473"/>
                    <a:pt x="39561" y="673903"/>
                  </a:cubicBezTo>
                  <a:cubicBezTo>
                    <a:pt x="-1299" y="706008"/>
                    <a:pt x="-12972" y="767297"/>
                    <a:pt x="16213" y="811075"/>
                  </a:cubicBezTo>
                  <a:cubicBezTo>
                    <a:pt x="30806" y="831505"/>
                    <a:pt x="48317" y="854853"/>
                    <a:pt x="65827" y="869446"/>
                  </a:cubicBezTo>
                  <a:cubicBezTo>
                    <a:pt x="95013" y="892794"/>
                    <a:pt x="97932" y="916142"/>
                    <a:pt x="100850" y="951165"/>
                  </a:cubicBezTo>
                  <a:cubicBezTo>
                    <a:pt x="103769" y="1067907"/>
                    <a:pt x="51235" y="1184649"/>
                    <a:pt x="92095" y="1301391"/>
                  </a:cubicBezTo>
                  <a:cubicBezTo>
                    <a:pt x="95013" y="1307228"/>
                    <a:pt x="92095" y="1313065"/>
                    <a:pt x="89177" y="1318901"/>
                  </a:cubicBezTo>
                  <a:cubicBezTo>
                    <a:pt x="59991" y="1426889"/>
                    <a:pt x="57072" y="1534874"/>
                    <a:pt x="89177" y="1642861"/>
                  </a:cubicBezTo>
                  <a:cubicBezTo>
                    <a:pt x="106688" y="1704150"/>
                    <a:pt x="95013" y="1765440"/>
                    <a:pt x="83339" y="1823811"/>
                  </a:cubicBezTo>
                  <a:cubicBezTo>
                    <a:pt x="62909" y="1914286"/>
                    <a:pt x="71665" y="1998924"/>
                    <a:pt x="112525" y="2083561"/>
                  </a:cubicBezTo>
                  <a:cubicBezTo>
                    <a:pt x="138791" y="2136095"/>
                    <a:pt x="150466" y="2191547"/>
                    <a:pt x="141710" y="2255756"/>
                  </a:cubicBezTo>
                  <a:cubicBezTo>
                    <a:pt x="132954" y="2328719"/>
                    <a:pt x="159221" y="2398764"/>
                    <a:pt x="179651" y="2468809"/>
                  </a:cubicBezTo>
                  <a:lnTo>
                    <a:pt x="190396" y="2520611"/>
                  </a:lnTo>
                  <a:lnTo>
                    <a:pt x="810748" y="2520611"/>
                  </a:lnTo>
                  <a:lnTo>
                    <a:pt x="815894" y="2448379"/>
                  </a:lnTo>
                  <a:cubicBezTo>
                    <a:pt x="824650" y="2302452"/>
                    <a:pt x="883021" y="1996005"/>
                    <a:pt x="938474" y="1864670"/>
                  </a:cubicBezTo>
                  <a:cubicBezTo>
                    <a:pt x="932636" y="1867589"/>
                    <a:pt x="923881" y="2066050"/>
                    <a:pt x="909288" y="2150687"/>
                  </a:cubicBezTo>
                  <a:cubicBezTo>
                    <a:pt x="894695" y="2249918"/>
                    <a:pt x="883021" y="2317045"/>
                    <a:pt x="877183" y="2413356"/>
                  </a:cubicBezTo>
                  <a:cubicBezTo>
                    <a:pt x="884479" y="2435246"/>
                    <a:pt x="889769" y="2458412"/>
                    <a:pt x="893646" y="2482307"/>
                  </a:cubicBezTo>
                  <a:lnTo>
                    <a:pt x="897815" y="2520611"/>
                  </a:lnTo>
                  <a:lnTo>
                    <a:pt x="1572409" y="2520611"/>
                  </a:lnTo>
                  <a:lnTo>
                    <a:pt x="1572436" y="2513272"/>
                  </a:lnTo>
                  <a:cubicBezTo>
                    <a:pt x="1577088" y="2344589"/>
                    <a:pt x="1590768" y="2175496"/>
                    <a:pt x="1586390" y="2004760"/>
                  </a:cubicBezTo>
                  <a:cubicBezTo>
                    <a:pt x="1577635" y="1683720"/>
                    <a:pt x="1516346" y="1371436"/>
                    <a:pt x="1420034" y="1067907"/>
                  </a:cubicBezTo>
                  <a:cubicBezTo>
                    <a:pt x="1402522" y="1059151"/>
                    <a:pt x="1431707" y="907387"/>
                    <a:pt x="1446300" y="837342"/>
                  </a:cubicBezTo>
                  <a:cubicBezTo>
                    <a:pt x="1463812" y="743949"/>
                    <a:pt x="1463812" y="638880"/>
                    <a:pt x="1431707" y="539650"/>
                  </a:cubicBezTo>
                  <a:cubicBezTo>
                    <a:pt x="1481323" y="533813"/>
                    <a:pt x="1533857" y="554243"/>
                    <a:pt x="1571798" y="510465"/>
                  </a:cubicBezTo>
                  <a:cubicBezTo>
                    <a:pt x="1574717" y="498790"/>
                    <a:pt x="1568879" y="492954"/>
                    <a:pt x="1560124" y="490035"/>
                  </a:cubicBezTo>
                  <a:cubicBezTo>
                    <a:pt x="1551369" y="487117"/>
                    <a:pt x="1542612" y="487117"/>
                    <a:pt x="1533857" y="490035"/>
                  </a:cubicBezTo>
                  <a:cubicBezTo>
                    <a:pt x="1449220" y="498790"/>
                    <a:pt x="1437545" y="490035"/>
                    <a:pt x="1417115" y="405398"/>
                  </a:cubicBezTo>
                  <a:cubicBezTo>
                    <a:pt x="1411277" y="382048"/>
                    <a:pt x="1408359" y="361620"/>
                    <a:pt x="1405441" y="338270"/>
                  </a:cubicBezTo>
                  <a:cubicBezTo>
                    <a:pt x="1402522" y="306167"/>
                    <a:pt x="1390849" y="271144"/>
                    <a:pt x="1414197" y="241958"/>
                  </a:cubicBezTo>
                  <a:cubicBezTo>
                    <a:pt x="1460893" y="186507"/>
                    <a:pt x="1513427" y="145647"/>
                    <a:pt x="1586390" y="133973"/>
                  </a:cubicBezTo>
                  <a:cubicBezTo>
                    <a:pt x="1668111" y="122298"/>
                    <a:pt x="1673947" y="116461"/>
                    <a:pt x="1636006" y="43497"/>
                  </a:cubicBezTo>
                  <a:cubicBezTo>
                    <a:pt x="1647681" y="34742"/>
                    <a:pt x="1659354" y="40579"/>
                    <a:pt x="1671029" y="37660"/>
                  </a:cubicBezTo>
                  <a:cubicBezTo>
                    <a:pt x="1676866" y="34742"/>
                    <a:pt x="1682703" y="31824"/>
                    <a:pt x="1685621" y="25987"/>
                  </a:cubicBezTo>
                  <a:cubicBezTo>
                    <a:pt x="1666651" y="12853"/>
                    <a:pt x="1646951" y="1179"/>
                    <a:pt x="1627980" y="84"/>
                  </a:cubicBezTo>
                  <a:close/>
                </a:path>
              </a:pathLst>
            </a:custGeom>
            <a:solidFill>
              <a:srgbClr val="6C6E46"/>
            </a:solidFill>
            <a:ln w="2334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57" name="Freeform: Shape 12">
              <a:extLst>
                <a:ext uri="{FF2B5EF4-FFF2-40B4-BE49-F238E27FC236}">
                  <a16:creationId xmlns:a16="http://schemas.microsoft.com/office/drawing/2014/main" id="{1264ABE3-D09D-4687-BFDB-A47E49563290}"/>
                </a:ext>
              </a:extLst>
            </p:cNvPr>
            <p:cNvSpPr/>
            <p:nvPr/>
          </p:nvSpPr>
          <p:spPr>
            <a:xfrm flipH="1">
              <a:off x="9700710" y="1752616"/>
              <a:ext cx="963121" cy="817193"/>
            </a:xfrm>
            <a:custGeom>
              <a:avLst/>
              <a:gdLst>
                <a:gd name="connsiteX0" fmla="*/ 49058 w 772001"/>
                <a:gd name="connsiteY0" fmla="*/ 434054 h 655031"/>
                <a:gd name="connsiteX1" fmla="*/ 105204 w 772001"/>
                <a:gd name="connsiteY1" fmla="*/ 160344 h 655031"/>
                <a:gd name="connsiteX2" fmla="*/ 233871 w 772001"/>
                <a:gd name="connsiteY2" fmla="*/ 85484 h 655031"/>
                <a:gd name="connsiteX3" fmla="*/ 285338 w 772001"/>
                <a:gd name="connsiteY3" fmla="*/ 69108 h 655031"/>
                <a:gd name="connsiteX4" fmla="*/ 399968 w 772001"/>
                <a:gd name="connsiteY4" fmla="*/ 57411 h 655031"/>
                <a:gd name="connsiteX5" fmla="*/ 552029 w 772001"/>
                <a:gd name="connsiteY5" fmla="*/ 104199 h 655031"/>
                <a:gd name="connsiteX6" fmla="*/ 736842 w 772001"/>
                <a:gd name="connsiteY6" fmla="*/ 314745 h 655031"/>
                <a:gd name="connsiteX7" fmla="*/ 701751 w 772001"/>
                <a:gd name="connsiteY7" fmla="*/ 424697 h 655031"/>
                <a:gd name="connsiteX8" fmla="*/ 666660 w 772001"/>
                <a:gd name="connsiteY8" fmla="*/ 452769 h 655031"/>
                <a:gd name="connsiteX9" fmla="*/ 495883 w 772001"/>
                <a:gd name="connsiteY9" fmla="*/ 396624 h 655031"/>
                <a:gd name="connsiteX10" fmla="*/ 360198 w 772001"/>
                <a:gd name="connsiteY10" fmla="*/ 431715 h 655031"/>
                <a:gd name="connsiteX11" fmla="*/ 275980 w 772001"/>
                <a:gd name="connsiteY11" fmla="*/ 499557 h 655031"/>
                <a:gd name="connsiteX12" fmla="*/ 236210 w 772001"/>
                <a:gd name="connsiteY12" fmla="*/ 541667 h 655031"/>
                <a:gd name="connsiteX13" fmla="*/ 231531 w 772001"/>
                <a:gd name="connsiteY13" fmla="*/ 576758 h 655031"/>
                <a:gd name="connsiteX14" fmla="*/ 198780 w 772001"/>
                <a:gd name="connsiteY14" fmla="*/ 616527 h 655031"/>
                <a:gd name="connsiteX15" fmla="*/ 175386 w 772001"/>
                <a:gd name="connsiteY15" fmla="*/ 576758 h 655031"/>
                <a:gd name="connsiteX16" fmla="*/ 53737 w 772001"/>
                <a:gd name="connsiteY16" fmla="*/ 478503 h 655031"/>
                <a:gd name="connsiteX17" fmla="*/ 49058 w 772001"/>
                <a:gd name="connsiteY17" fmla="*/ 434054 h 65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72001" h="655031">
                  <a:moveTo>
                    <a:pt x="49058" y="434054"/>
                  </a:moveTo>
                  <a:cubicBezTo>
                    <a:pt x="28004" y="335799"/>
                    <a:pt x="65434" y="244563"/>
                    <a:pt x="105204" y="160344"/>
                  </a:cubicBezTo>
                  <a:cubicBezTo>
                    <a:pt x="123919" y="118235"/>
                    <a:pt x="173046" y="80805"/>
                    <a:pt x="233871" y="85484"/>
                  </a:cubicBezTo>
                  <a:cubicBezTo>
                    <a:pt x="254925" y="87823"/>
                    <a:pt x="268962" y="83144"/>
                    <a:pt x="285338" y="69108"/>
                  </a:cubicBezTo>
                  <a:cubicBezTo>
                    <a:pt x="318089" y="43375"/>
                    <a:pt x="353180" y="31678"/>
                    <a:pt x="399968" y="57411"/>
                  </a:cubicBezTo>
                  <a:cubicBezTo>
                    <a:pt x="446756" y="80805"/>
                    <a:pt x="502902" y="83144"/>
                    <a:pt x="552029" y="104199"/>
                  </a:cubicBezTo>
                  <a:cubicBezTo>
                    <a:pt x="650284" y="143969"/>
                    <a:pt x="708769" y="216490"/>
                    <a:pt x="736842" y="314745"/>
                  </a:cubicBezTo>
                  <a:cubicBezTo>
                    <a:pt x="748539" y="356854"/>
                    <a:pt x="736842" y="396624"/>
                    <a:pt x="701751" y="424697"/>
                  </a:cubicBezTo>
                  <a:cubicBezTo>
                    <a:pt x="692393" y="438733"/>
                    <a:pt x="683035" y="450430"/>
                    <a:pt x="666660" y="452769"/>
                  </a:cubicBezTo>
                  <a:cubicBezTo>
                    <a:pt x="605835" y="448091"/>
                    <a:pt x="547350" y="434054"/>
                    <a:pt x="495883" y="396624"/>
                  </a:cubicBezTo>
                  <a:cubicBezTo>
                    <a:pt x="442077" y="356854"/>
                    <a:pt x="385932" y="373230"/>
                    <a:pt x="360198" y="431715"/>
                  </a:cubicBezTo>
                  <a:cubicBezTo>
                    <a:pt x="343823" y="469145"/>
                    <a:pt x="322768" y="499557"/>
                    <a:pt x="275980" y="499557"/>
                  </a:cubicBezTo>
                  <a:cubicBezTo>
                    <a:pt x="247907" y="499557"/>
                    <a:pt x="236210" y="515933"/>
                    <a:pt x="236210" y="541667"/>
                  </a:cubicBezTo>
                  <a:cubicBezTo>
                    <a:pt x="236210" y="553364"/>
                    <a:pt x="236210" y="565061"/>
                    <a:pt x="231531" y="576758"/>
                  </a:cubicBezTo>
                  <a:cubicBezTo>
                    <a:pt x="226853" y="595473"/>
                    <a:pt x="217495" y="616527"/>
                    <a:pt x="198780" y="616527"/>
                  </a:cubicBezTo>
                  <a:cubicBezTo>
                    <a:pt x="177725" y="616527"/>
                    <a:pt x="177725" y="593133"/>
                    <a:pt x="175386" y="576758"/>
                  </a:cubicBezTo>
                  <a:cubicBezTo>
                    <a:pt x="161349" y="511254"/>
                    <a:pt x="109883" y="492539"/>
                    <a:pt x="53737" y="478503"/>
                  </a:cubicBezTo>
                  <a:cubicBezTo>
                    <a:pt x="39701" y="466806"/>
                    <a:pt x="46719" y="450430"/>
                    <a:pt x="49058" y="434054"/>
                  </a:cubicBezTo>
                  <a:close/>
                </a:path>
              </a:pathLst>
            </a:custGeom>
            <a:solidFill>
              <a:srgbClr val="0D0402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3">
              <a:extLst>
                <a:ext uri="{FF2B5EF4-FFF2-40B4-BE49-F238E27FC236}">
                  <a16:creationId xmlns:a16="http://schemas.microsoft.com/office/drawing/2014/main" id="{F8392AA4-260D-4321-A00E-8765FDD4572F}"/>
                </a:ext>
              </a:extLst>
            </p:cNvPr>
            <p:cNvSpPr/>
            <p:nvPr/>
          </p:nvSpPr>
          <p:spPr>
            <a:xfrm flipH="1">
              <a:off x="10385635" y="2284266"/>
              <a:ext cx="291855" cy="642080"/>
            </a:xfrm>
            <a:custGeom>
              <a:avLst/>
              <a:gdLst>
                <a:gd name="connsiteX0" fmla="*/ 57668 w 233939"/>
                <a:gd name="connsiteY0" fmla="*/ 42994 h 514667"/>
                <a:gd name="connsiteX1" fmla="*/ 67026 w 233939"/>
                <a:gd name="connsiteY1" fmla="*/ 54691 h 514667"/>
                <a:gd name="connsiteX2" fmla="*/ 116153 w 233939"/>
                <a:gd name="connsiteY2" fmla="*/ 255880 h 514667"/>
                <a:gd name="connsiteX3" fmla="*/ 155923 w 233939"/>
                <a:gd name="connsiteY3" fmla="*/ 297989 h 514667"/>
                <a:gd name="connsiteX4" fmla="*/ 191014 w 233939"/>
                <a:gd name="connsiteY4" fmla="*/ 302668 h 514667"/>
                <a:gd name="connsiteX5" fmla="*/ 160601 w 233939"/>
                <a:gd name="connsiteY5" fmla="*/ 321383 h 514667"/>
                <a:gd name="connsiteX6" fmla="*/ 116153 w 233939"/>
                <a:gd name="connsiteY6" fmla="*/ 300328 h 514667"/>
                <a:gd name="connsiteX7" fmla="*/ 102117 w 233939"/>
                <a:gd name="connsiteY7" fmla="*/ 384547 h 514667"/>
                <a:gd name="connsiteX8" fmla="*/ 76383 w 233939"/>
                <a:gd name="connsiteY8" fmla="*/ 473444 h 514667"/>
                <a:gd name="connsiteX9" fmla="*/ 67026 w 233939"/>
                <a:gd name="connsiteY9" fmla="*/ 466426 h 514667"/>
                <a:gd name="connsiteX10" fmla="*/ 99777 w 233939"/>
                <a:gd name="connsiteY10" fmla="*/ 272255 h 514667"/>
                <a:gd name="connsiteX11" fmla="*/ 81062 w 233939"/>
                <a:gd name="connsiteY11" fmla="*/ 183358 h 514667"/>
                <a:gd name="connsiteX12" fmla="*/ 57668 w 233939"/>
                <a:gd name="connsiteY12" fmla="*/ 42994 h 51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939" h="514667">
                  <a:moveTo>
                    <a:pt x="57668" y="42994"/>
                  </a:moveTo>
                  <a:cubicBezTo>
                    <a:pt x="64686" y="50013"/>
                    <a:pt x="64686" y="50013"/>
                    <a:pt x="67026" y="54691"/>
                  </a:cubicBezTo>
                  <a:cubicBezTo>
                    <a:pt x="24916" y="131892"/>
                    <a:pt x="97438" y="136570"/>
                    <a:pt x="116153" y="255880"/>
                  </a:cubicBezTo>
                  <a:cubicBezTo>
                    <a:pt x="118492" y="274595"/>
                    <a:pt x="137207" y="295649"/>
                    <a:pt x="155923" y="297989"/>
                  </a:cubicBezTo>
                  <a:cubicBezTo>
                    <a:pt x="167620" y="300328"/>
                    <a:pt x="179317" y="302668"/>
                    <a:pt x="191014" y="302668"/>
                  </a:cubicBezTo>
                  <a:cubicBezTo>
                    <a:pt x="214408" y="302668"/>
                    <a:pt x="172298" y="326062"/>
                    <a:pt x="160601" y="321383"/>
                  </a:cubicBezTo>
                  <a:cubicBezTo>
                    <a:pt x="139547" y="314365"/>
                    <a:pt x="123171" y="305007"/>
                    <a:pt x="116153" y="300328"/>
                  </a:cubicBezTo>
                  <a:cubicBezTo>
                    <a:pt x="106795" y="295649"/>
                    <a:pt x="106795" y="358813"/>
                    <a:pt x="102117" y="384547"/>
                  </a:cubicBezTo>
                  <a:cubicBezTo>
                    <a:pt x="95098" y="421977"/>
                    <a:pt x="88080" y="440692"/>
                    <a:pt x="76383" y="473444"/>
                  </a:cubicBezTo>
                  <a:cubicBezTo>
                    <a:pt x="71704" y="464086"/>
                    <a:pt x="78723" y="473444"/>
                    <a:pt x="67026" y="466426"/>
                  </a:cubicBezTo>
                  <a:cubicBezTo>
                    <a:pt x="90420" y="398583"/>
                    <a:pt x="99777" y="340098"/>
                    <a:pt x="99777" y="272255"/>
                  </a:cubicBezTo>
                  <a:cubicBezTo>
                    <a:pt x="99777" y="244183"/>
                    <a:pt x="95098" y="204413"/>
                    <a:pt x="81062" y="183358"/>
                  </a:cubicBezTo>
                  <a:cubicBezTo>
                    <a:pt x="36613" y="122534"/>
                    <a:pt x="34274" y="96801"/>
                    <a:pt x="57668" y="42994"/>
                  </a:cubicBezTo>
                  <a:close/>
                </a:path>
              </a:pathLst>
            </a:custGeom>
            <a:solidFill>
              <a:srgbClr val="9F9E9E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4">
              <a:extLst>
                <a:ext uri="{FF2B5EF4-FFF2-40B4-BE49-F238E27FC236}">
                  <a16:creationId xmlns:a16="http://schemas.microsoft.com/office/drawing/2014/main" id="{4F70D698-295D-42B6-B99F-3FB3C9312392}"/>
                </a:ext>
              </a:extLst>
            </p:cNvPr>
            <p:cNvSpPr/>
            <p:nvPr/>
          </p:nvSpPr>
          <p:spPr>
            <a:xfrm flipH="1">
              <a:off x="10889749" y="4657044"/>
              <a:ext cx="583710" cy="262669"/>
            </a:xfrm>
            <a:custGeom>
              <a:avLst/>
              <a:gdLst>
                <a:gd name="connsiteX0" fmla="*/ 42994 w 467879"/>
                <a:gd name="connsiteY0" fmla="*/ 45334 h 210545"/>
                <a:gd name="connsiteX1" fmla="*/ 61710 w 467879"/>
                <a:gd name="connsiteY1" fmla="*/ 42994 h 210545"/>
                <a:gd name="connsiteX2" fmla="*/ 108498 w 467879"/>
                <a:gd name="connsiteY2" fmla="*/ 134231 h 210545"/>
                <a:gd name="connsiteX3" fmla="*/ 234825 w 467879"/>
                <a:gd name="connsiteY3" fmla="*/ 162304 h 210545"/>
                <a:gd name="connsiteX4" fmla="*/ 400922 w 467879"/>
                <a:gd name="connsiteY4" fmla="*/ 117855 h 210545"/>
                <a:gd name="connsiteX5" fmla="*/ 440692 w 467879"/>
                <a:gd name="connsiteY5" fmla="*/ 110837 h 210545"/>
                <a:gd name="connsiteX6" fmla="*/ 426656 w 467879"/>
                <a:gd name="connsiteY6" fmla="*/ 155286 h 210545"/>
                <a:gd name="connsiteX7" fmla="*/ 405601 w 467879"/>
                <a:gd name="connsiteY7" fmla="*/ 127213 h 210545"/>
                <a:gd name="connsiteX8" fmla="*/ 239504 w 467879"/>
                <a:gd name="connsiteY8" fmla="*/ 178680 h 210545"/>
                <a:gd name="connsiteX9" fmla="*/ 99140 w 467879"/>
                <a:gd name="connsiteY9" fmla="*/ 145928 h 210545"/>
                <a:gd name="connsiteX10" fmla="*/ 57031 w 467879"/>
                <a:gd name="connsiteY10" fmla="*/ 75746 h 210545"/>
                <a:gd name="connsiteX11" fmla="*/ 42994 w 467879"/>
                <a:gd name="connsiteY11" fmla="*/ 45334 h 210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67879" h="210545">
                  <a:moveTo>
                    <a:pt x="42994" y="45334"/>
                  </a:moveTo>
                  <a:cubicBezTo>
                    <a:pt x="57031" y="45334"/>
                    <a:pt x="57031" y="45334"/>
                    <a:pt x="61710" y="42994"/>
                  </a:cubicBezTo>
                  <a:cubicBezTo>
                    <a:pt x="78085" y="85104"/>
                    <a:pt x="87443" y="108498"/>
                    <a:pt x="108498" y="134231"/>
                  </a:cubicBezTo>
                  <a:cubicBezTo>
                    <a:pt x="150607" y="188037"/>
                    <a:pt x="190377" y="181019"/>
                    <a:pt x="234825" y="162304"/>
                  </a:cubicBezTo>
                  <a:cubicBezTo>
                    <a:pt x="290971" y="141249"/>
                    <a:pt x="342437" y="124873"/>
                    <a:pt x="400922" y="117855"/>
                  </a:cubicBezTo>
                  <a:cubicBezTo>
                    <a:pt x="417298" y="115516"/>
                    <a:pt x="431335" y="113176"/>
                    <a:pt x="440692" y="110837"/>
                  </a:cubicBezTo>
                  <a:cubicBezTo>
                    <a:pt x="424316" y="129552"/>
                    <a:pt x="431335" y="141249"/>
                    <a:pt x="426656" y="155286"/>
                  </a:cubicBezTo>
                  <a:cubicBezTo>
                    <a:pt x="428995" y="131892"/>
                    <a:pt x="426656" y="122534"/>
                    <a:pt x="405601" y="127213"/>
                  </a:cubicBezTo>
                  <a:cubicBezTo>
                    <a:pt x="342437" y="141249"/>
                    <a:pt x="295649" y="155286"/>
                    <a:pt x="239504" y="178680"/>
                  </a:cubicBezTo>
                  <a:cubicBezTo>
                    <a:pt x="204413" y="190377"/>
                    <a:pt x="145928" y="209092"/>
                    <a:pt x="99140" y="145928"/>
                  </a:cubicBezTo>
                  <a:cubicBezTo>
                    <a:pt x="78085" y="115516"/>
                    <a:pt x="73407" y="103819"/>
                    <a:pt x="57031" y="75746"/>
                  </a:cubicBezTo>
                  <a:cubicBezTo>
                    <a:pt x="52352" y="64049"/>
                    <a:pt x="54691" y="57031"/>
                    <a:pt x="42994" y="45334"/>
                  </a:cubicBezTo>
                  <a:close/>
                </a:path>
              </a:pathLst>
            </a:custGeom>
            <a:solidFill>
              <a:srgbClr val="706E6E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6">
              <a:extLst>
                <a:ext uri="{FF2B5EF4-FFF2-40B4-BE49-F238E27FC236}">
                  <a16:creationId xmlns:a16="http://schemas.microsoft.com/office/drawing/2014/main" id="{BA60D444-5671-4AC4-9D39-F3D35F3EF3F2}"/>
                </a:ext>
              </a:extLst>
            </p:cNvPr>
            <p:cNvSpPr/>
            <p:nvPr/>
          </p:nvSpPr>
          <p:spPr>
            <a:xfrm flipH="1">
              <a:off x="9402652" y="4138455"/>
              <a:ext cx="1993821" cy="738342"/>
            </a:xfrm>
            <a:custGeom>
              <a:avLst/>
              <a:gdLst>
                <a:gd name="connsiteX0" fmla="*/ 421977 w 1660973"/>
                <a:gd name="connsiteY0" fmla="*/ 569515 h 655031"/>
                <a:gd name="connsiteX1" fmla="*/ 216110 w 1660973"/>
                <a:gd name="connsiteY1" fmla="*/ 620982 h 655031"/>
                <a:gd name="connsiteX2" fmla="*/ 106158 w 1660973"/>
                <a:gd name="connsiteY2" fmla="*/ 611624 h 655031"/>
                <a:gd name="connsiteX3" fmla="*/ 42994 w 1660973"/>
                <a:gd name="connsiteY3" fmla="*/ 501672 h 655031"/>
                <a:gd name="connsiteX4" fmla="*/ 166983 w 1660973"/>
                <a:gd name="connsiteY4" fmla="*/ 370666 h 655031"/>
                <a:gd name="connsiteX5" fmla="*/ 503856 w 1660973"/>
                <a:gd name="connsiteY5" fmla="*/ 267732 h 655031"/>
                <a:gd name="connsiteX6" fmla="*/ 716741 w 1660973"/>
                <a:gd name="connsiteY6" fmla="*/ 232641 h 655031"/>
                <a:gd name="connsiteX7" fmla="*/ 969396 w 1660973"/>
                <a:gd name="connsiteY7" fmla="*/ 171817 h 655031"/>
                <a:gd name="connsiteX8" fmla="*/ 1203336 w 1660973"/>
                <a:gd name="connsiteY8" fmla="*/ 61865 h 655031"/>
                <a:gd name="connsiteX9" fmla="*/ 1626768 w 1660973"/>
                <a:gd name="connsiteY9" fmla="*/ 82920 h 655031"/>
                <a:gd name="connsiteX10" fmla="*/ 1640804 w 1660973"/>
                <a:gd name="connsiteY10" fmla="*/ 94617 h 655031"/>
                <a:gd name="connsiteX11" fmla="*/ 1624428 w 1660973"/>
                <a:gd name="connsiteY11" fmla="*/ 110993 h 655031"/>
                <a:gd name="connsiteX12" fmla="*/ 1551907 w 1660973"/>
                <a:gd name="connsiteY12" fmla="*/ 118011 h 655031"/>
                <a:gd name="connsiteX13" fmla="*/ 1467688 w 1660973"/>
                <a:gd name="connsiteY13" fmla="*/ 103975 h 655031"/>
                <a:gd name="connsiteX14" fmla="*/ 1369434 w 1660973"/>
                <a:gd name="connsiteY14" fmla="*/ 99296 h 655031"/>
                <a:gd name="connsiteX15" fmla="*/ 1467688 w 1660973"/>
                <a:gd name="connsiteY15" fmla="*/ 122690 h 655031"/>
                <a:gd name="connsiteX16" fmla="*/ 1416222 w 1660973"/>
                <a:gd name="connsiteY16" fmla="*/ 155441 h 655031"/>
                <a:gd name="connsiteX17" fmla="*/ 1313288 w 1660973"/>
                <a:gd name="connsiteY17" fmla="*/ 143744 h 655031"/>
                <a:gd name="connsiteX18" fmla="*/ 1271179 w 1660973"/>
                <a:gd name="connsiteY18" fmla="*/ 153102 h 655031"/>
                <a:gd name="connsiteX19" fmla="*/ 1313288 w 1660973"/>
                <a:gd name="connsiteY19" fmla="*/ 155441 h 655031"/>
                <a:gd name="connsiteX20" fmla="*/ 1383470 w 1660973"/>
                <a:gd name="connsiteY20" fmla="*/ 174157 h 655031"/>
                <a:gd name="connsiteX21" fmla="*/ 1231409 w 1660973"/>
                <a:gd name="connsiteY21" fmla="*/ 216266 h 655031"/>
                <a:gd name="connsiteX22" fmla="*/ 1037239 w 1660973"/>
                <a:gd name="connsiteY22" fmla="*/ 249017 h 655031"/>
                <a:gd name="connsiteX23" fmla="*/ 997469 w 1660973"/>
                <a:gd name="connsiteY23" fmla="*/ 277090 h 655031"/>
                <a:gd name="connsiteX24" fmla="*/ 943663 w 1660973"/>
                <a:gd name="connsiteY24" fmla="*/ 312181 h 655031"/>
                <a:gd name="connsiteX25" fmla="*/ 793941 w 1660973"/>
                <a:gd name="connsiteY25" fmla="*/ 403418 h 655031"/>
                <a:gd name="connsiteX26" fmla="*/ 421977 w 1660973"/>
                <a:gd name="connsiteY26" fmla="*/ 569515 h 655031"/>
                <a:gd name="connsiteX0" fmla="*/ 378983 w 1598173"/>
                <a:gd name="connsiteY0" fmla="*/ 526521 h 591825"/>
                <a:gd name="connsiteX1" fmla="*/ 173116 w 1598173"/>
                <a:gd name="connsiteY1" fmla="*/ 577988 h 591825"/>
                <a:gd name="connsiteX2" fmla="*/ 63164 w 1598173"/>
                <a:gd name="connsiteY2" fmla="*/ 568630 h 591825"/>
                <a:gd name="connsiteX3" fmla="*/ 0 w 1598173"/>
                <a:gd name="connsiteY3" fmla="*/ 458678 h 591825"/>
                <a:gd name="connsiteX4" fmla="*/ 123989 w 1598173"/>
                <a:gd name="connsiteY4" fmla="*/ 327672 h 591825"/>
                <a:gd name="connsiteX5" fmla="*/ 460862 w 1598173"/>
                <a:gd name="connsiteY5" fmla="*/ 224738 h 591825"/>
                <a:gd name="connsiteX6" fmla="*/ 673747 w 1598173"/>
                <a:gd name="connsiteY6" fmla="*/ 189647 h 591825"/>
                <a:gd name="connsiteX7" fmla="*/ 926402 w 1598173"/>
                <a:gd name="connsiteY7" fmla="*/ 128823 h 591825"/>
                <a:gd name="connsiteX8" fmla="*/ 1160342 w 1598173"/>
                <a:gd name="connsiteY8" fmla="*/ 18871 h 591825"/>
                <a:gd name="connsiteX9" fmla="*/ 1583774 w 1598173"/>
                <a:gd name="connsiteY9" fmla="*/ 39926 h 591825"/>
                <a:gd name="connsiteX10" fmla="*/ 1597810 w 1598173"/>
                <a:gd name="connsiteY10" fmla="*/ 51623 h 591825"/>
                <a:gd name="connsiteX11" fmla="*/ 1581434 w 1598173"/>
                <a:gd name="connsiteY11" fmla="*/ 67999 h 591825"/>
                <a:gd name="connsiteX12" fmla="*/ 1508913 w 1598173"/>
                <a:gd name="connsiteY12" fmla="*/ 75017 h 591825"/>
                <a:gd name="connsiteX13" fmla="*/ 1424694 w 1598173"/>
                <a:gd name="connsiteY13" fmla="*/ 60981 h 591825"/>
                <a:gd name="connsiteX14" fmla="*/ 1326440 w 1598173"/>
                <a:gd name="connsiteY14" fmla="*/ 56302 h 591825"/>
                <a:gd name="connsiteX15" fmla="*/ 1424694 w 1598173"/>
                <a:gd name="connsiteY15" fmla="*/ 79696 h 591825"/>
                <a:gd name="connsiteX16" fmla="*/ 1373228 w 1598173"/>
                <a:gd name="connsiteY16" fmla="*/ 112447 h 591825"/>
                <a:gd name="connsiteX17" fmla="*/ 1270294 w 1598173"/>
                <a:gd name="connsiteY17" fmla="*/ 100750 h 591825"/>
                <a:gd name="connsiteX18" fmla="*/ 1228185 w 1598173"/>
                <a:gd name="connsiteY18" fmla="*/ 110108 h 591825"/>
                <a:gd name="connsiteX19" fmla="*/ 1270294 w 1598173"/>
                <a:gd name="connsiteY19" fmla="*/ 112447 h 591825"/>
                <a:gd name="connsiteX20" fmla="*/ 1340476 w 1598173"/>
                <a:gd name="connsiteY20" fmla="*/ 131163 h 591825"/>
                <a:gd name="connsiteX21" fmla="*/ 1188415 w 1598173"/>
                <a:gd name="connsiteY21" fmla="*/ 173272 h 591825"/>
                <a:gd name="connsiteX22" fmla="*/ 994245 w 1598173"/>
                <a:gd name="connsiteY22" fmla="*/ 206023 h 591825"/>
                <a:gd name="connsiteX23" fmla="*/ 986231 w 1598173"/>
                <a:gd name="connsiteY23" fmla="*/ 243623 h 591825"/>
                <a:gd name="connsiteX24" fmla="*/ 900669 w 1598173"/>
                <a:gd name="connsiteY24" fmla="*/ 269187 h 591825"/>
                <a:gd name="connsiteX25" fmla="*/ 750947 w 1598173"/>
                <a:gd name="connsiteY25" fmla="*/ 360424 h 591825"/>
                <a:gd name="connsiteX26" fmla="*/ 378983 w 1598173"/>
                <a:gd name="connsiteY26" fmla="*/ 526521 h 591825"/>
                <a:gd name="connsiteX0" fmla="*/ 378983 w 1598173"/>
                <a:gd name="connsiteY0" fmla="*/ 526521 h 591826"/>
                <a:gd name="connsiteX1" fmla="*/ 173116 w 1598173"/>
                <a:gd name="connsiteY1" fmla="*/ 577988 h 591826"/>
                <a:gd name="connsiteX2" fmla="*/ 63164 w 1598173"/>
                <a:gd name="connsiteY2" fmla="*/ 568630 h 591826"/>
                <a:gd name="connsiteX3" fmla="*/ 0 w 1598173"/>
                <a:gd name="connsiteY3" fmla="*/ 458678 h 591826"/>
                <a:gd name="connsiteX4" fmla="*/ 123989 w 1598173"/>
                <a:gd name="connsiteY4" fmla="*/ 327672 h 591826"/>
                <a:gd name="connsiteX5" fmla="*/ 460862 w 1598173"/>
                <a:gd name="connsiteY5" fmla="*/ 224738 h 591826"/>
                <a:gd name="connsiteX6" fmla="*/ 673747 w 1598173"/>
                <a:gd name="connsiteY6" fmla="*/ 189647 h 591826"/>
                <a:gd name="connsiteX7" fmla="*/ 926402 w 1598173"/>
                <a:gd name="connsiteY7" fmla="*/ 128823 h 591826"/>
                <a:gd name="connsiteX8" fmla="*/ 1160342 w 1598173"/>
                <a:gd name="connsiteY8" fmla="*/ 18871 h 591826"/>
                <a:gd name="connsiteX9" fmla="*/ 1583774 w 1598173"/>
                <a:gd name="connsiteY9" fmla="*/ 39926 h 591826"/>
                <a:gd name="connsiteX10" fmla="*/ 1597810 w 1598173"/>
                <a:gd name="connsiteY10" fmla="*/ 51623 h 591826"/>
                <a:gd name="connsiteX11" fmla="*/ 1581434 w 1598173"/>
                <a:gd name="connsiteY11" fmla="*/ 67999 h 591826"/>
                <a:gd name="connsiteX12" fmla="*/ 1508913 w 1598173"/>
                <a:gd name="connsiteY12" fmla="*/ 75017 h 591826"/>
                <a:gd name="connsiteX13" fmla="*/ 1424694 w 1598173"/>
                <a:gd name="connsiteY13" fmla="*/ 60981 h 591826"/>
                <a:gd name="connsiteX14" fmla="*/ 1326440 w 1598173"/>
                <a:gd name="connsiteY14" fmla="*/ 56302 h 591826"/>
                <a:gd name="connsiteX15" fmla="*/ 1424694 w 1598173"/>
                <a:gd name="connsiteY15" fmla="*/ 79696 h 591826"/>
                <a:gd name="connsiteX16" fmla="*/ 1373228 w 1598173"/>
                <a:gd name="connsiteY16" fmla="*/ 112447 h 591826"/>
                <a:gd name="connsiteX17" fmla="*/ 1270294 w 1598173"/>
                <a:gd name="connsiteY17" fmla="*/ 100750 h 591826"/>
                <a:gd name="connsiteX18" fmla="*/ 1228185 w 1598173"/>
                <a:gd name="connsiteY18" fmla="*/ 110108 h 591826"/>
                <a:gd name="connsiteX19" fmla="*/ 1270294 w 1598173"/>
                <a:gd name="connsiteY19" fmla="*/ 112447 h 591826"/>
                <a:gd name="connsiteX20" fmla="*/ 1340476 w 1598173"/>
                <a:gd name="connsiteY20" fmla="*/ 131163 h 591826"/>
                <a:gd name="connsiteX21" fmla="*/ 1188415 w 1598173"/>
                <a:gd name="connsiteY21" fmla="*/ 173272 h 591826"/>
                <a:gd name="connsiteX22" fmla="*/ 991070 w 1598173"/>
                <a:gd name="connsiteY22" fmla="*/ 193321 h 591826"/>
                <a:gd name="connsiteX23" fmla="*/ 986231 w 1598173"/>
                <a:gd name="connsiteY23" fmla="*/ 243623 h 591826"/>
                <a:gd name="connsiteX24" fmla="*/ 900669 w 1598173"/>
                <a:gd name="connsiteY24" fmla="*/ 269187 h 591826"/>
                <a:gd name="connsiteX25" fmla="*/ 750947 w 1598173"/>
                <a:gd name="connsiteY25" fmla="*/ 360424 h 591826"/>
                <a:gd name="connsiteX26" fmla="*/ 378983 w 1598173"/>
                <a:gd name="connsiteY26" fmla="*/ 526521 h 591826"/>
                <a:gd name="connsiteX0" fmla="*/ 378983 w 1598173"/>
                <a:gd name="connsiteY0" fmla="*/ 526521 h 591826"/>
                <a:gd name="connsiteX1" fmla="*/ 173116 w 1598173"/>
                <a:gd name="connsiteY1" fmla="*/ 577988 h 591826"/>
                <a:gd name="connsiteX2" fmla="*/ 63164 w 1598173"/>
                <a:gd name="connsiteY2" fmla="*/ 568630 h 591826"/>
                <a:gd name="connsiteX3" fmla="*/ 0 w 1598173"/>
                <a:gd name="connsiteY3" fmla="*/ 458678 h 591826"/>
                <a:gd name="connsiteX4" fmla="*/ 123989 w 1598173"/>
                <a:gd name="connsiteY4" fmla="*/ 327672 h 591826"/>
                <a:gd name="connsiteX5" fmla="*/ 460862 w 1598173"/>
                <a:gd name="connsiteY5" fmla="*/ 224738 h 591826"/>
                <a:gd name="connsiteX6" fmla="*/ 673747 w 1598173"/>
                <a:gd name="connsiteY6" fmla="*/ 189647 h 591826"/>
                <a:gd name="connsiteX7" fmla="*/ 926402 w 1598173"/>
                <a:gd name="connsiteY7" fmla="*/ 128823 h 591826"/>
                <a:gd name="connsiteX8" fmla="*/ 1160342 w 1598173"/>
                <a:gd name="connsiteY8" fmla="*/ 18871 h 591826"/>
                <a:gd name="connsiteX9" fmla="*/ 1583774 w 1598173"/>
                <a:gd name="connsiteY9" fmla="*/ 39926 h 591826"/>
                <a:gd name="connsiteX10" fmla="*/ 1597810 w 1598173"/>
                <a:gd name="connsiteY10" fmla="*/ 51623 h 591826"/>
                <a:gd name="connsiteX11" fmla="*/ 1581434 w 1598173"/>
                <a:gd name="connsiteY11" fmla="*/ 67999 h 591826"/>
                <a:gd name="connsiteX12" fmla="*/ 1508913 w 1598173"/>
                <a:gd name="connsiteY12" fmla="*/ 75017 h 591826"/>
                <a:gd name="connsiteX13" fmla="*/ 1424694 w 1598173"/>
                <a:gd name="connsiteY13" fmla="*/ 60981 h 591826"/>
                <a:gd name="connsiteX14" fmla="*/ 1326440 w 1598173"/>
                <a:gd name="connsiteY14" fmla="*/ 56302 h 591826"/>
                <a:gd name="connsiteX15" fmla="*/ 1424694 w 1598173"/>
                <a:gd name="connsiteY15" fmla="*/ 79696 h 591826"/>
                <a:gd name="connsiteX16" fmla="*/ 1373228 w 1598173"/>
                <a:gd name="connsiteY16" fmla="*/ 112447 h 591826"/>
                <a:gd name="connsiteX17" fmla="*/ 1270294 w 1598173"/>
                <a:gd name="connsiteY17" fmla="*/ 100750 h 591826"/>
                <a:gd name="connsiteX18" fmla="*/ 1228185 w 1598173"/>
                <a:gd name="connsiteY18" fmla="*/ 110108 h 591826"/>
                <a:gd name="connsiteX19" fmla="*/ 1270294 w 1598173"/>
                <a:gd name="connsiteY19" fmla="*/ 112447 h 591826"/>
                <a:gd name="connsiteX20" fmla="*/ 1340476 w 1598173"/>
                <a:gd name="connsiteY20" fmla="*/ 131163 h 591826"/>
                <a:gd name="connsiteX21" fmla="*/ 1188415 w 1598173"/>
                <a:gd name="connsiteY21" fmla="*/ 173272 h 591826"/>
                <a:gd name="connsiteX22" fmla="*/ 991070 w 1598173"/>
                <a:gd name="connsiteY22" fmla="*/ 193321 h 591826"/>
                <a:gd name="connsiteX23" fmla="*/ 1002108 w 1598173"/>
                <a:gd name="connsiteY23" fmla="*/ 237271 h 591826"/>
                <a:gd name="connsiteX24" fmla="*/ 900669 w 1598173"/>
                <a:gd name="connsiteY24" fmla="*/ 269187 h 591826"/>
                <a:gd name="connsiteX25" fmla="*/ 750947 w 1598173"/>
                <a:gd name="connsiteY25" fmla="*/ 360424 h 591826"/>
                <a:gd name="connsiteX26" fmla="*/ 378983 w 1598173"/>
                <a:gd name="connsiteY26" fmla="*/ 526521 h 591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8173" h="591826">
                  <a:moveTo>
                    <a:pt x="378983" y="526521"/>
                  </a:moveTo>
                  <a:cubicBezTo>
                    <a:pt x="369625" y="528860"/>
                    <a:pt x="252655" y="545236"/>
                    <a:pt x="173116" y="577988"/>
                  </a:cubicBezTo>
                  <a:cubicBezTo>
                    <a:pt x="131007" y="596703"/>
                    <a:pt x="93576" y="599042"/>
                    <a:pt x="63164" y="568630"/>
                  </a:cubicBezTo>
                  <a:cubicBezTo>
                    <a:pt x="32752" y="535879"/>
                    <a:pt x="16376" y="505466"/>
                    <a:pt x="0" y="458678"/>
                  </a:cubicBezTo>
                  <a:cubicBezTo>
                    <a:pt x="77201" y="393175"/>
                    <a:pt x="63164" y="372121"/>
                    <a:pt x="123989" y="327672"/>
                  </a:cubicBezTo>
                  <a:cubicBezTo>
                    <a:pt x="325177" y="203684"/>
                    <a:pt x="409395" y="227078"/>
                    <a:pt x="460862" y="224738"/>
                  </a:cubicBezTo>
                  <a:cubicBezTo>
                    <a:pt x="519347" y="217720"/>
                    <a:pt x="587190" y="217720"/>
                    <a:pt x="673747" y="189647"/>
                  </a:cubicBezTo>
                  <a:cubicBezTo>
                    <a:pt x="788378" y="154556"/>
                    <a:pt x="844523" y="152217"/>
                    <a:pt x="926402" y="128823"/>
                  </a:cubicBezTo>
                  <a:cubicBezTo>
                    <a:pt x="1034015" y="100750"/>
                    <a:pt x="1087821" y="49284"/>
                    <a:pt x="1160342" y="18871"/>
                  </a:cubicBezTo>
                  <a:cubicBezTo>
                    <a:pt x="1324100" y="-13880"/>
                    <a:pt x="1434052" y="-2183"/>
                    <a:pt x="1583774" y="39926"/>
                  </a:cubicBezTo>
                  <a:cubicBezTo>
                    <a:pt x="1590792" y="42265"/>
                    <a:pt x="1597810" y="42265"/>
                    <a:pt x="1597810" y="51623"/>
                  </a:cubicBezTo>
                  <a:cubicBezTo>
                    <a:pt x="1600149" y="63320"/>
                    <a:pt x="1590792" y="65659"/>
                    <a:pt x="1581434" y="67999"/>
                  </a:cubicBezTo>
                  <a:cubicBezTo>
                    <a:pt x="1558040" y="77356"/>
                    <a:pt x="1536986" y="86714"/>
                    <a:pt x="1508913" y="75017"/>
                  </a:cubicBezTo>
                  <a:cubicBezTo>
                    <a:pt x="1483179" y="63320"/>
                    <a:pt x="1452767" y="65659"/>
                    <a:pt x="1424694" y="60981"/>
                  </a:cubicBezTo>
                  <a:cubicBezTo>
                    <a:pt x="1396622" y="49284"/>
                    <a:pt x="1359191" y="46944"/>
                    <a:pt x="1326440" y="56302"/>
                  </a:cubicBezTo>
                  <a:cubicBezTo>
                    <a:pt x="1359191" y="60981"/>
                    <a:pt x="1403640" y="65659"/>
                    <a:pt x="1424694" y="79696"/>
                  </a:cubicBezTo>
                  <a:cubicBezTo>
                    <a:pt x="1427034" y="126484"/>
                    <a:pt x="1391943" y="107769"/>
                    <a:pt x="1373228" y="112447"/>
                  </a:cubicBezTo>
                  <a:cubicBezTo>
                    <a:pt x="1342815" y="105429"/>
                    <a:pt x="1296027" y="96072"/>
                    <a:pt x="1270294" y="100750"/>
                  </a:cubicBezTo>
                  <a:cubicBezTo>
                    <a:pt x="1256258" y="105429"/>
                    <a:pt x="1235203" y="107769"/>
                    <a:pt x="1228185" y="110108"/>
                  </a:cubicBezTo>
                  <a:cubicBezTo>
                    <a:pt x="1235203" y="112447"/>
                    <a:pt x="1253918" y="114787"/>
                    <a:pt x="1270294" y="112447"/>
                  </a:cubicBezTo>
                  <a:cubicBezTo>
                    <a:pt x="1307724" y="107769"/>
                    <a:pt x="1331118" y="110108"/>
                    <a:pt x="1340476" y="131163"/>
                  </a:cubicBezTo>
                  <a:cubicBezTo>
                    <a:pt x="1291349" y="149878"/>
                    <a:pt x="1235203" y="142860"/>
                    <a:pt x="1188415" y="173272"/>
                  </a:cubicBezTo>
                  <a:cubicBezTo>
                    <a:pt x="1122912" y="184969"/>
                    <a:pt x="1056573" y="183964"/>
                    <a:pt x="991070" y="193321"/>
                  </a:cubicBezTo>
                  <a:cubicBezTo>
                    <a:pt x="972355" y="195661"/>
                    <a:pt x="1011466" y="220895"/>
                    <a:pt x="1002108" y="237271"/>
                  </a:cubicBezTo>
                  <a:cubicBezTo>
                    <a:pt x="997429" y="244289"/>
                    <a:pt x="921724" y="255151"/>
                    <a:pt x="900669" y="269187"/>
                  </a:cubicBezTo>
                  <a:lnTo>
                    <a:pt x="750947" y="360424"/>
                  </a:lnTo>
                  <a:cubicBezTo>
                    <a:pt x="633978" y="435284"/>
                    <a:pt x="517008" y="491430"/>
                    <a:pt x="378983" y="52652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7">
              <a:extLst>
                <a:ext uri="{FF2B5EF4-FFF2-40B4-BE49-F238E27FC236}">
                  <a16:creationId xmlns:a16="http://schemas.microsoft.com/office/drawing/2014/main" id="{5DDA8F0C-09E7-4659-8F2A-FC030F625486}"/>
                </a:ext>
              </a:extLst>
            </p:cNvPr>
            <p:cNvSpPr/>
            <p:nvPr/>
          </p:nvSpPr>
          <p:spPr>
            <a:xfrm flipH="1">
              <a:off x="8703117" y="4196716"/>
              <a:ext cx="963121" cy="700451"/>
            </a:xfrm>
            <a:custGeom>
              <a:avLst/>
              <a:gdLst>
                <a:gd name="connsiteX0" fmla="*/ 688156 w 772001"/>
                <a:gd name="connsiteY0" fmla="*/ 44691 h 561455"/>
                <a:gd name="connsiteX1" fmla="*/ 730265 w 772001"/>
                <a:gd name="connsiteY1" fmla="*/ 54048 h 561455"/>
                <a:gd name="connsiteX2" fmla="*/ 709211 w 772001"/>
                <a:gd name="connsiteY2" fmla="*/ 89139 h 561455"/>
                <a:gd name="connsiteX3" fmla="*/ 381695 w 772001"/>
                <a:gd name="connsiteY3" fmla="*/ 376885 h 561455"/>
                <a:gd name="connsiteX4" fmla="*/ 180506 w 772001"/>
                <a:gd name="connsiteY4" fmla="*/ 514910 h 561455"/>
                <a:gd name="connsiteX5" fmla="*/ 51839 w 772001"/>
                <a:gd name="connsiteY5" fmla="*/ 437710 h 561455"/>
                <a:gd name="connsiteX6" fmla="*/ 222615 w 772001"/>
                <a:gd name="connsiteY6" fmla="*/ 210788 h 561455"/>
                <a:gd name="connsiteX7" fmla="*/ 253028 w 772001"/>
                <a:gd name="connsiteY7" fmla="*/ 199091 h 561455"/>
                <a:gd name="connsiteX8" fmla="*/ 243670 w 772001"/>
                <a:gd name="connsiteY8" fmla="*/ 178036 h 561455"/>
                <a:gd name="connsiteX9" fmla="*/ 208579 w 772001"/>
                <a:gd name="connsiteY9" fmla="*/ 140606 h 561455"/>
                <a:gd name="connsiteX10" fmla="*/ 269403 w 772001"/>
                <a:gd name="connsiteY10" fmla="*/ 135927 h 561455"/>
                <a:gd name="connsiteX11" fmla="*/ 332567 w 772001"/>
                <a:gd name="connsiteY11" fmla="*/ 161661 h 561455"/>
                <a:gd name="connsiteX12" fmla="*/ 332567 w 772001"/>
                <a:gd name="connsiteY12" fmla="*/ 114873 h 561455"/>
                <a:gd name="connsiteX13" fmla="*/ 391052 w 772001"/>
                <a:gd name="connsiteY13" fmla="*/ 114873 h 561455"/>
                <a:gd name="connsiteX14" fmla="*/ 503343 w 772001"/>
                <a:gd name="connsiteY14" fmla="*/ 112533 h 561455"/>
                <a:gd name="connsiteX15" fmla="*/ 622653 w 772001"/>
                <a:gd name="connsiteY15" fmla="*/ 86800 h 561455"/>
                <a:gd name="connsiteX16" fmla="*/ 688156 w 772001"/>
                <a:gd name="connsiteY16" fmla="*/ 44691 h 56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2001" h="561455">
                  <a:moveTo>
                    <a:pt x="688156" y="44691"/>
                  </a:moveTo>
                  <a:cubicBezTo>
                    <a:pt x="702192" y="49369"/>
                    <a:pt x="720908" y="32994"/>
                    <a:pt x="730265" y="54048"/>
                  </a:cubicBezTo>
                  <a:cubicBezTo>
                    <a:pt x="739623" y="72763"/>
                    <a:pt x="718568" y="77442"/>
                    <a:pt x="709211" y="89139"/>
                  </a:cubicBezTo>
                  <a:cubicBezTo>
                    <a:pt x="608616" y="194412"/>
                    <a:pt x="491646" y="280970"/>
                    <a:pt x="381695" y="376885"/>
                  </a:cubicBezTo>
                  <a:cubicBezTo>
                    <a:pt x="320870" y="430692"/>
                    <a:pt x="250688" y="472801"/>
                    <a:pt x="180506" y="514910"/>
                  </a:cubicBezTo>
                  <a:cubicBezTo>
                    <a:pt x="91609" y="535965"/>
                    <a:pt x="72894" y="524268"/>
                    <a:pt x="51839" y="437710"/>
                  </a:cubicBezTo>
                  <a:cubicBezTo>
                    <a:pt x="19088" y="302025"/>
                    <a:pt x="77573" y="222485"/>
                    <a:pt x="222615" y="210788"/>
                  </a:cubicBezTo>
                  <a:cubicBezTo>
                    <a:pt x="234312" y="210788"/>
                    <a:pt x="246009" y="210788"/>
                    <a:pt x="253028" y="199091"/>
                  </a:cubicBezTo>
                  <a:cubicBezTo>
                    <a:pt x="257706" y="189733"/>
                    <a:pt x="250688" y="185055"/>
                    <a:pt x="243670" y="178036"/>
                  </a:cubicBezTo>
                  <a:cubicBezTo>
                    <a:pt x="231973" y="164000"/>
                    <a:pt x="199221" y="161661"/>
                    <a:pt x="208579" y="140606"/>
                  </a:cubicBezTo>
                  <a:cubicBezTo>
                    <a:pt x="220276" y="117212"/>
                    <a:pt x="248349" y="131248"/>
                    <a:pt x="269403" y="135927"/>
                  </a:cubicBezTo>
                  <a:cubicBezTo>
                    <a:pt x="290458" y="145285"/>
                    <a:pt x="313852" y="147624"/>
                    <a:pt x="332567" y="161661"/>
                  </a:cubicBezTo>
                  <a:cubicBezTo>
                    <a:pt x="344264" y="142945"/>
                    <a:pt x="313852" y="131248"/>
                    <a:pt x="332567" y="114873"/>
                  </a:cubicBezTo>
                  <a:cubicBezTo>
                    <a:pt x="353622" y="91479"/>
                    <a:pt x="372337" y="98497"/>
                    <a:pt x="391052" y="114873"/>
                  </a:cubicBezTo>
                  <a:cubicBezTo>
                    <a:pt x="430822" y="168679"/>
                    <a:pt x="465913" y="121891"/>
                    <a:pt x="503343" y="112533"/>
                  </a:cubicBezTo>
                  <a:cubicBezTo>
                    <a:pt x="540774" y="100836"/>
                    <a:pt x="566507" y="42351"/>
                    <a:pt x="622653" y="86800"/>
                  </a:cubicBezTo>
                  <a:cubicBezTo>
                    <a:pt x="632010" y="100836"/>
                    <a:pt x="667101" y="63406"/>
                    <a:pt x="688156" y="4469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8">
              <a:extLst>
                <a:ext uri="{FF2B5EF4-FFF2-40B4-BE49-F238E27FC236}">
                  <a16:creationId xmlns:a16="http://schemas.microsoft.com/office/drawing/2014/main" id="{C8EA6EAD-77C7-49E2-A0AE-AF8E7C2A23F0}"/>
                </a:ext>
              </a:extLst>
            </p:cNvPr>
            <p:cNvSpPr/>
            <p:nvPr/>
          </p:nvSpPr>
          <p:spPr>
            <a:xfrm flipH="1">
              <a:off x="9176562" y="4295144"/>
              <a:ext cx="204298" cy="175113"/>
            </a:xfrm>
            <a:custGeom>
              <a:avLst/>
              <a:gdLst>
                <a:gd name="connsiteX0" fmla="*/ 106158 w 163757"/>
                <a:gd name="connsiteY0" fmla="*/ 42994 h 140363"/>
                <a:gd name="connsiteX1" fmla="*/ 122534 w 163757"/>
                <a:gd name="connsiteY1" fmla="*/ 96801 h 140363"/>
                <a:gd name="connsiteX2" fmla="*/ 61710 w 163757"/>
                <a:gd name="connsiteY2" fmla="*/ 71067 h 140363"/>
                <a:gd name="connsiteX3" fmla="*/ 42994 w 163757"/>
                <a:gd name="connsiteY3" fmla="*/ 57031 h 140363"/>
                <a:gd name="connsiteX4" fmla="*/ 61710 w 163757"/>
                <a:gd name="connsiteY4" fmla="*/ 59370 h 140363"/>
                <a:gd name="connsiteX5" fmla="*/ 115516 w 163757"/>
                <a:gd name="connsiteY5" fmla="*/ 89782 h 140363"/>
                <a:gd name="connsiteX6" fmla="*/ 106158 w 163757"/>
                <a:gd name="connsiteY6" fmla="*/ 42994 h 14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57" h="140363">
                  <a:moveTo>
                    <a:pt x="106158" y="42994"/>
                  </a:moveTo>
                  <a:cubicBezTo>
                    <a:pt x="110837" y="66388"/>
                    <a:pt x="143589" y="87443"/>
                    <a:pt x="122534" y="96801"/>
                  </a:cubicBezTo>
                  <a:cubicBezTo>
                    <a:pt x="96801" y="110837"/>
                    <a:pt x="92122" y="85104"/>
                    <a:pt x="61710" y="71067"/>
                  </a:cubicBezTo>
                  <a:cubicBezTo>
                    <a:pt x="54691" y="68728"/>
                    <a:pt x="47673" y="61710"/>
                    <a:pt x="42994" y="57031"/>
                  </a:cubicBezTo>
                  <a:cubicBezTo>
                    <a:pt x="47673" y="57031"/>
                    <a:pt x="59370" y="59370"/>
                    <a:pt x="61710" y="59370"/>
                  </a:cubicBezTo>
                  <a:cubicBezTo>
                    <a:pt x="71067" y="61710"/>
                    <a:pt x="94461" y="94461"/>
                    <a:pt x="115516" y="89782"/>
                  </a:cubicBezTo>
                  <a:cubicBezTo>
                    <a:pt x="129552" y="87443"/>
                    <a:pt x="89782" y="50013"/>
                    <a:pt x="106158" y="42994"/>
                  </a:cubicBezTo>
                  <a:close/>
                </a:path>
              </a:pathLst>
            </a:custGeom>
            <a:solidFill>
              <a:srgbClr val="737171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9">
              <a:extLst>
                <a:ext uri="{FF2B5EF4-FFF2-40B4-BE49-F238E27FC236}">
                  <a16:creationId xmlns:a16="http://schemas.microsoft.com/office/drawing/2014/main" id="{CC4AF800-471C-47EB-A411-20E2EEACC162}"/>
                </a:ext>
              </a:extLst>
            </p:cNvPr>
            <p:cNvSpPr/>
            <p:nvPr/>
          </p:nvSpPr>
          <p:spPr>
            <a:xfrm flipH="1">
              <a:off x="9024798" y="4287699"/>
              <a:ext cx="204298" cy="175113"/>
            </a:xfrm>
            <a:custGeom>
              <a:avLst/>
              <a:gdLst>
                <a:gd name="connsiteX0" fmla="*/ 110837 w 163757"/>
                <a:gd name="connsiteY0" fmla="*/ 46623 h 140363"/>
                <a:gd name="connsiteX1" fmla="*/ 89782 w 163757"/>
                <a:gd name="connsiteY1" fmla="*/ 72356 h 140363"/>
                <a:gd name="connsiteX2" fmla="*/ 64049 w 163757"/>
                <a:gd name="connsiteY2" fmla="*/ 72356 h 140363"/>
                <a:gd name="connsiteX3" fmla="*/ 66388 w 163757"/>
                <a:gd name="connsiteY3" fmla="*/ 48962 h 140363"/>
                <a:gd name="connsiteX4" fmla="*/ 42994 w 163757"/>
                <a:gd name="connsiteY4" fmla="*/ 51302 h 140363"/>
                <a:gd name="connsiteX5" fmla="*/ 106158 w 163757"/>
                <a:gd name="connsiteY5" fmla="*/ 74696 h 140363"/>
                <a:gd name="connsiteX6" fmla="*/ 136570 w 163757"/>
                <a:gd name="connsiteY6" fmla="*/ 48962 h 140363"/>
                <a:gd name="connsiteX7" fmla="*/ 110837 w 163757"/>
                <a:gd name="connsiteY7" fmla="*/ 46623 h 14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757" h="140363">
                  <a:moveTo>
                    <a:pt x="110837" y="46623"/>
                  </a:moveTo>
                  <a:cubicBezTo>
                    <a:pt x="108497" y="58320"/>
                    <a:pt x="96800" y="65338"/>
                    <a:pt x="89782" y="72356"/>
                  </a:cubicBezTo>
                  <a:cubicBezTo>
                    <a:pt x="80425" y="79374"/>
                    <a:pt x="68728" y="81714"/>
                    <a:pt x="64049" y="72356"/>
                  </a:cubicBezTo>
                  <a:cubicBezTo>
                    <a:pt x="54691" y="55980"/>
                    <a:pt x="61709" y="58320"/>
                    <a:pt x="66388" y="48962"/>
                  </a:cubicBezTo>
                  <a:cubicBezTo>
                    <a:pt x="52352" y="48962"/>
                    <a:pt x="59370" y="51302"/>
                    <a:pt x="42994" y="51302"/>
                  </a:cubicBezTo>
                  <a:cubicBezTo>
                    <a:pt x="64049" y="109787"/>
                    <a:pt x="59370" y="107447"/>
                    <a:pt x="106158" y="74696"/>
                  </a:cubicBezTo>
                  <a:cubicBezTo>
                    <a:pt x="120194" y="65338"/>
                    <a:pt x="124873" y="58320"/>
                    <a:pt x="136570" y="48962"/>
                  </a:cubicBezTo>
                  <a:cubicBezTo>
                    <a:pt x="122534" y="48962"/>
                    <a:pt x="122534" y="37265"/>
                    <a:pt x="110837" y="46623"/>
                  </a:cubicBezTo>
                  <a:close/>
                </a:path>
              </a:pathLst>
            </a:custGeom>
            <a:solidFill>
              <a:srgbClr val="6C6969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20">
              <a:extLst>
                <a:ext uri="{FF2B5EF4-FFF2-40B4-BE49-F238E27FC236}">
                  <a16:creationId xmlns:a16="http://schemas.microsoft.com/office/drawing/2014/main" id="{13FA49BF-D8C3-48D1-A07E-EA199EECEFE6}"/>
                </a:ext>
              </a:extLst>
            </p:cNvPr>
            <p:cNvSpPr/>
            <p:nvPr/>
          </p:nvSpPr>
          <p:spPr>
            <a:xfrm flipH="1">
              <a:off x="8887626" y="4255524"/>
              <a:ext cx="175113" cy="145927"/>
            </a:xfrm>
            <a:custGeom>
              <a:avLst/>
              <a:gdLst>
                <a:gd name="connsiteX0" fmla="*/ 94461 w 140363"/>
                <a:gd name="connsiteY0" fmla="*/ 46680 h 116969"/>
                <a:gd name="connsiteX1" fmla="*/ 78085 w 140363"/>
                <a:gd name="connsiteY1" fmla="*/ 72413 h 116969"/>
                <a:gd name="connsiteX2" fmla="*/ 59370 w 140363"/>
                <a:gd name="connsiteY2" fmla="*/ 72413 h 116969"/>
                <a:gd name="connsiteX3" fmla="*/ 61710 w 140363"/>
                <a:gd name="connsiteY3" fmla="*/ 49019 h 116969"/>
                <a:gd name="connsiteX4" fmla="*/ 42994 w 140363"/>
                <a:gd name="connsiteY4" fmla="*/ 49019 h 116969"/>
                <a:gd name="connsiteX5" fmla="*/ 89782 w 140363"/>
                <a:gd name="connsiteY5" fmla="*/ 72413 h 116969"/>
                <a:gd name="connsiteX6" fmla="*/ 113176 w 140363"/>
                <a:gd name="connsiteY6" fmla="*/ 46680 h 116969"/>
                <a:gd name="connsiteX7" fmla="*/ 94461 w 140363"/>
                <a:gd name="connsiteY7" fmla="*/ 46680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0363" h="116969">
                  <a:moveTo>
                    <a:pt x="94461" y="46680"/>
                  </a:moveTo>
                  <a:cubicBezTo>
                    <a:pt x="92122" y="58377"/>
                    <a:pt x="85104" y="65395"/>
                    <a:pt x="78085" y="72413"/>
                  </a:cubicBezTo>
                  <a:cubicBezTo>
                    <a:pt x="71067" y="79432"/>
                    <a:pt x="64049" y="81771"/>
                    <a:pt x="59370" y="72413"/>
                  </a:cubicBezTo>
                  <a:cubicBezTo>
                    <a:pt x="52352" y="56038"/>
                    <a:pt x="57031" y="58377"/>
                    <a:pt x="61710" y="49019"/>
                  </a:cubicBezTo>
                  <a:cubicBezTo>
                    <a:pt x="50013" y="49019"/>
                    <a:pt x="54691" y="49019"/>
                    <a:pt x="42994" y="49019"/>
                  </a:cubicBezTo>
                  <a:cubicBezTo>
                    <a:pt x="59370" y="107504"/>
                    <a:pt x="54691" y="105165"/>
                    <a:pt x="89782" y="72413"/>
                  </a:cubicBezTo>
                  <a:cubicBezTo>
                    <a:pt x="99140" y="63056"/>
                    <a:pt x="103819" y="56038"/>
                    <a:pt x="113176" y="46680"/>
                  </a:cubicBezTo>
                  <a:cubicBezTo>
                    <a:pt x="103819" y="49019"/>
                    <a:pt x="103819" y="37322"/>
                    <a:pt x="94461" y="46680"/>
                  </a:cubicBezTo>
                  <a:close/>
                </a:path>
              </a:pathLst>
            </a:custGeom>
            <a:solidFill>
              <a:srgbClr val="6C6969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7345D380-B1DA-481B-A7A4-2849CC7839DE}"/>
                </a:ext>
              </a:extLst>
            </p:cNvPr>
            <p:cNvGrpSpPr/>
            <p:nvPr/>
          </p:nvGrpSpPr>
          <p:grpSpPr>
            <a:xfrm flipH="1">
              <a:off x="9546893" y="5193607"/>
              <a:ext cx="1399559" cy="393724"/>
              <a:chOff x="8963351" y="2835327"/>
              <a:chExt cx="1121835" cy="315595"/>
            </a:xfrm>
          </p:grpSpPr>
          <p:sp>
            <p:nvSpPr>
              <p:cNvPr id="177" name="Freeform: Shape 33">
                <a:extLst>
                  <a:ext uri="{FF2B5EF4-FFF2-40B4-BE49-F238E27FC236}">
                    <a16:creationId xmlns:a16="http://schemas.microsoft.com/office/drawing/2014/main" id="{8641CBF8-61BA-4E17-850B-11E53B3A8CBF}"/>
                  </a:ext>
                </a:extLst>
              </p:cNvPr>
              <p:cNvSpPr/>
              <p:nvPr/>
            </p:nvSpPr>
            <p:spPr>
              <a:xfrm>
                <a:off x="9991610" y="2901191"/>
                <a:ext cx="93576" cy="163758"/>
              </a:xfrm>
              <a:custGeom>
                <a:avLst/>
                <a:gdLst>
                  <a:gd name="connsiteX0" fmla="*/ 66128 w 93575"/>
                  <a:gd name="connsiteY0" fmla="*/ 106158 h 163757"/>
                  <a:gd name="connsiteX1" fmla="*/ 45074 w 93575"/>
                  <a:gd name="connsiteY1" fmla="*/ 108498 h 163757"/>
                  <a:gd name="connsiteX2" fmla="*/ 45074 w 93575"/>
                  <a:gd name="connsiteY2" fmla="*/ 42994 h 163757"/>
                  <a:gd name="connsiteX3" fmla="*/ 66128 w 93575"/>
                  <a:gd name="connsiteY3" fmla="*/ 87443 h 163757"/>
                  <a:gd name="connsiteX4" fmla="*/ 66128 w 93575"/>
                  <a:gd name="connsiteY4" fmla="*/ 106158 h 163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575" h="163757">
                    <a:moveTo>
                      <a:pt x="66128" y="106158"/>
                    </a:moveTo>
                    <a:cubicBezTo>
                      <a:pt x="59110" y="110837"/>
                      <a:pt x="52092" y="141249"/>
                      <a:pt x="45074" y="108498"/>
                    </a:cubicBezTo>
                    <a:cubicBezTo>
                      <a:pt x="40395" y="89782"/>
                      <a:pt x="45074" y="68728"/>
                      <a:pt x="45074" y="42994"/>
                    </a:cubicBezTo>
                    <a:cubicBezTo>
                      <a:pt x="63789" y="57031"/>
                      <a:pt x="49753" y="80425"/>
                      <a:pt x="66128" y="87443"/>
                    </a:cubicBezTo>
                    <a:cubicBezTo>
                      <a:pt x="66128" y="94461"/>
                      <a:pt x="66128" y="101479"/>
                      <a:pt x="66128" y="106158"/>
                    </a:cubicBezTo>
                    <a:close/>
                  </a:path>
                </a:pathLst>
              </a:custGeom>
              <a:solidFill>
                <a:srgbClr val="050505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34">
                <a:extLst>
                  <a:ext uri="{FF2B5EF4-FFF2-40B4-BE49-F238E27FC236}">
                    <a16:creationId xmlns:a16="http://schemas.microsoft.com/office/drawing/2014/main" id="{EC01C1B7-8235-4863-A5DF-472C1CB33721}"/>
                  </a:ext>
                </a:extLst>
              </p:cNvPr>
              <p:cNvSpPr/>
              <p:nvPr/>
            </p:nvSpPr>
            <p:spPr>
              <a:xfrm>
                <a:off x="9071658" y="2854204"/>
                <a:ext cx="444486" cy="257334"/>
              </a:xfrm>
              <a:custGeom>
                <a:avLst/>
                <a:gdLst>
                  <a:gd name="connsiteX0" fmla="*/ 422284 w 444485"/>
                  <a:gd name="connsiteY0" fmla="*/ 183557 h 257333"/>
                  <a:gd name="connsiteX1" fmla="*/ 375496 w 444485"/>
                  <a:gd name="connsiteY1" fmla="*/ 223327 h 257333"/>
                  <a:gd name="connsiteX2" fmla="*/ 66696 w 444485"/>
                  <a:gd name="connsiteY2" fmla="*/ 150805 h 257333"/>
                  <a:gd name="connsiteX3" fmla="*/ 45641 w 444485"/>
                  <a:gd name="connsiteY3" fmla="*/ 94660 h 257333"/>
                  <a:gd name="connsiteX4" fmla="*/ 104126 w 444485"/>
                  <a:gd name="connsiteY4" fmla="*/ 47872 h 257333"/>
                  <a:gd name="connsiteX5" fmla="*/ 377836 w 444485"/>
                  <a:gd name="connsiteY5" fmla="*/ 120393 h 257333"/>
                  <a:gd name="connsiteX6" fmla="*/ 422284 w 444485"/>
                  <a:gd name="connsiteY6" fmla="*/ 183557 h 257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4485" h="257333">
                    <a:moveTo>
                      <a:pt x="422284" y="183557"/>
                    </a:moveTo>
                    <a:cubicBezTo>
                      <a:pt x="429303" y="223327"/>
                      <a:pt x="408248" y="232684"/>
                      <a:pt x="375496" y="223327"/>
                    </a:cubicBezTo>
                    <a:cubicBezTo>
                      <a:pt x="272563" y="199933"/>
                      <a:pt x="169629" y="174199"/>
                      <a:pt x="66696" y="150805"/>
                    </a:cubicBezTo>
                    <a:cubicBezTo>
                      <a:pt x="29265" y="141448"/>
                      <a:pt x="47981" y="115714"/>
                      <a:pt x="45641" y="94660"/>
                    </a:cubicBezTo>
                    <a:cubicBezTo>
                      <a:pt x="38623" y="43193"/>
                      <a:pt x="54999" y="36175"/>
                      <a:pt x="104126" y="47872"/>
                    </a:cubicBezTo>
                    <a:cubicBezTo>
                      <a:pt x="197702" y="66587"/>
                      <a:pt x="286599" y="94660"/>
                      <a:pt x="377836" y="120393"/>
                    </a:cubicBezTo>
                    <a:cubicBezTo>
                      <a:pt x="415266" y="132090"/>
                      <a:pt x="431642" y="146127"/>
                      <a:pt x="422284" y="183557"/>
                    </a:cubicBezTo>
                    <a:close/>
                  </a:path>
                </a:pathLst>
              </a:custGeom>
              <a:solidFill>
                <a:srgbClr val="000000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35">
                <a:extLst>
                  <a:ext uri="{FF2B5EF4-FFF2-40B4-BE49-F238E27FC236}">
                    <a16:creationId xmlns:a16="http://schemas.microsoft.com/office/drawing/2014/main" id="{E52D8CC8-190F-45B4-831E-CD5EBFC27936}"/>
                  </a:ext>
                </a:extLst>
              </p:cNvPr>
              <p:cNvSpPr/>
              <p:nvPr/>
            </p:nvSpPr>
            <p:spPr>
              <a:xfrm>
                <a:off x="9480134" y="2950191"/>
                <a:ext cx="257334" cy="187152"/>
              </a:xfrm>
              <a:custGeom>
                <a:avLst/>
                <a:gdLst>
                  <a:gd name="connsiteX0" fmla="*/ 229034 w 257333"/>
                  <a:gd name="connsiteY0" fmla="*/ 80552 h 187151"/>
                  <a:gd name="connsiteX1" fmla="*/ 219676 w 257333"/>
                  <a:gd name="connsiteY1" fmla="*/ 122661 h 187151"/>
                  <a:gd name="connsiteX2" fmla="*/ 189264 w 257333"/>
                  <a:gd name="connsiteY2" fmla="*/ 153074 h 187151"/>
                  <a:gd name="connsiteX3" fmla="*/ 67615 w 257333"/>
                  <a:gd name="connsiteY3" fmla="*/ 141377 h 187151"/>
                  <a:gd name="connsiteX4" fmla="*/ 46561 w 257333"/>
                  <a:gd name="connsiteY4" fmla="*/ 89910 h 187151"/>
                  <a:gd name="connsiteX5" fmla="*/ 69955 w 257333"/>
                  <a:gd name="connsiteY5" fmla="*/ 43122 h 187151"/>
                  <a:gd name="connsiteX6" fmla="*/ 224355 w 257333"/>
                  <a:gd name="connsiteY6" fmla="*/ 66516 h 187151"/>
                  <a:gd name="connsiteX7" fmla="*/ 229034 w 257333"/>
                  <a:gd name="connsiteY7" fmla="*/ 80552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7333" h="187151">
                    <a:moveTo>
                      <a:pt x="229034" y="80552"/>
                    </a:moveTo>
                    <a:cubicBezTo>
                      <a:pt x="214997" y="92249"/>
                      <a:pt x="219676" y="108625"/>
                      <a:pt x="219676" y="122661"/>
                    </a:cubicBezTo>
                    <a:cubicBezTo>
                      <a:pt x="222016" y="143716"/>
                      <a:pt x="212658" y="155413"/>
                      <a:pt x="189264" y="153074"/>
                    </a:cubicBezTo>
                    <a:cubicBezTo>
                      <a:pt x="149494" y="148395"/>
                      <a:pt x="107385" y="146055"/>
                      <a:pt x="67615" y="141377"/>
                    </a:cubicBezTo>
                    <a:cubicBezTo>
                      <a:pt x="30185" y="136698"/>
                      <a:pt x="46561" y="108625"/>
                      <a:pt x="46561" y="89910"/>
                    </a:cubicBezTo>
                    <a:cubicBezTo>
                      <a:pt x="44221" y="71195"/>
                      <a:pt x="41882" y="40782"/>
                      <a:pt x="69955" y="43122"/>
                    </a:cubicBezTo>
                    <a:cubicBezTo>
                      <a:pt x="121421" y="47801"/>
                      <a:pt x="172888" y="57158"/>
                      <a:pt x="224355" y="66516"/>
                    </a:cubicBezTo>
                    <a:cubicBezTo>
                      <a:pt x="229034" y="66516"/>
                      <a:pt x="229034" y="75873"/>
                      <a:pt x="229034" y="80552"/>
                    </a:cubicBezTo>
                    <a:close/>
                  </a:path>
                </a:pathLst>
              </a:custGeom>
              <a:solidFill>
                <a:srgbClr val="020202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36">
                <a:extLst>
                  <a:ext uri="{FF2B5EF4-FFF2-40B4-BE49-F238E27FC236}">
                    <a16:creationId xmlns:a16="http://schemas.microsoft.com/office/drawing/2014/main" id="{16AEDC32-AE4D-4F13-9CAC-95EA6F2AD9F3}"/>
                  </a:ext>
                </a:extLst>
              </p:cNvPr>
              <p:cNvSpPr/>
              <p:nvPr/>
            </p:nvSpPr>
            <p:spPr>
              <a:xfrm>
                <a:off x="9682317" y="2963770"/>
                <a:ext cx="280728" cy="187152"/>
              </a:xfrm>
              <a:custGeom>
                <a:avLst/>
                <a:gdLst>
                  <a:gd name="connsiteX0" fmla="*/ 239736 w 280727"/>
                  <a:gd name="connsiteY0" fmla="*/ 57616 h 187151"/>
                  <a:gd name="connsiteX1" fmla="*/ 237397 w 280727"/>
                  <a:gd name="connsiteY1" fmla="*/ 104404 h 187151"/>
                  <a:gd name="connsiteX2" fmla="*/ 211663 w 280727"/>
                  <a:gd name="connsiteY2" fmla="*/ 141834 h 187151"/>
                  <a:gd name="connsiteX3" fmla="*/ 80657 w 280727"/>
                  <a:gd name="connsiteY3" fmla="*/ 151192 h 187151"/>
                  <a:gd name="connsiteX4" fmla="*/ 47906 w 280727"/>
                  <a:gd name="connsiteY4" fmla="*/ 99725 h 187151"/>
                  <a:gd name="connsiteX5" fmla="*/ 66621 w 280727"/>
                  <a:gd name="connsiteY5" fmla="*/ 45919 h 187151"/>
                  <a:gd name="connsiteX6" fmla="*/ 235057 w 280727"/>
                  <a:gd name="connsiteY6" fmla="*/ 43579 h 187151"/>
                  <a:gd name="connsiteX7" fmla="*/ 239736 w 280727"/>
                  <a:gd name="connsiteY7" fmla="*/ 57616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0727" h="187151">
                    <a:moveTo>
                      <a:pt x="239736" y="57616"/>
                    </a:moveTo>
                    <a:cubicBezTo>
                      <a:pt x="225700" y="71652"/>
                      <a:pt x="235057" y="88028"/>
                      <a:pt x="237397" y="104404"/>
                    </a:cubicBezTo>
                    <a:cubicBezTo>
                      <a:pt x="244415" y="127798"/>
                      <a:pt x="235057" y="139495"/>
                      <a:pt x="211663" y="141834"/>
                    </a:cubicBezTo>
                    <a:cubicBezTo>
                      <a:pt x="167215" y="144173"/>
                      <a:pt x="125106" y="148852"/>
                      <a:pt x="80657" y="151192"/>
                    </a:cubicBezTo>
                    <a:cubicBezTo>
                      <a:pt x="40887" y="153531"/>
                      <a:pt x="52584" y="120779"/>
                      <a:pt x="47906" y="99725"/>
                    </a:cubicBezTo>
                    <a:cubicBezTo>
                      <a:pt x="43227" y="78670"/>
                      <a:pt x="33869" y="48258"/>
                      <a:pt x="66621" y="45919"/>
                    </a:cubicBezTo>
                    <a:cubicBezTo>
                      <a:pt x="122766" y="41240"/>
                      <a:pt x="178912" y="43579"/>
                      <a:pt x="235057" y="43579"/>
                    </a:cubicBezTo>
                    <a:cubicBezTo>
                      <a:pt x="235057" y="43579"/>
                      <a:pt x="237397" y="52937"/>
                      <a:pt x="239736" y="57616"/>
                    </a:cubicBezTo>
                    <a:close/>
                  </a:path>
                </a:pathLst>
              </a:custGeom>
              <a:solidFill>
                <a:srgbClr val="020202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37">
                <a:extLst>
                  <a:ext uri="{FF2B5EF4-FFF2-40B4-BE49-F238E27FC236}">
                    <a16:creationId xmlns:a16="http://schemas.microsoft.com/office/drawing/2014/main" id="{16874BE8-B26F-4A1E-9308-794CC1197CC0}"/>
                  </a:ext>
                </a:extLst>
              </p:cNvPr>
              <p:cNvSpPr/>
              <p:nvPr/>
            </p:nvSpPr>
            <p:spPr>
              <a:xfrm>
                <a:off x="8963351" y="2835327"/>
                <a:ext cx="140364" cy="187152"/>
              </a:xfrm>
              <a:custGeom>
                <a:avLst/>
                <a:gdLst>
                  <a:gd name="connsiteX0" fmla="*/ 43997 w 140363"/>
                  <a:gd name="connsiteY0" fmla="*/ 99500 h 187151"/>
                  <a:gd name="connsiteX1" fmla="*/ 76749 w 140363"/>
                  <a:gd name="connsiteY1" fmla="*/ 43355 h 187151"/>
                  <a:gd name="connsiteX2" fmla="*/ 104821 w 140363"/>
                  <a:gd name="connsiteY2" fmla="*/ 113537 h 187151"/>
                  <a:gd name="connsiteX3" fmla="*/ 72070 w 140363"/>
                  <a:gd name="connsiteY3" fmla="*/ 155646 h 187151"/>
                  <a:gd name="connsiteX4" fmla="*/ 43997 w 140363"/>
                  <a:gd name="connsiteY4" fmla="*/ 99500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363" h="187151">
                    <a:moveTo>
                      <a:pt x="43997" y="99500"/>
                    </a:moveTo>
                    <a:cubicBezTo>
                      <a:pt x="53355" y="80785"/>
                      <a:pt x="27621" y="38676"/>
                      <a:pt x="76749" y="43355"/>
                    </a:cubicBezTo>
                    <a:cubicBezTo>
                      <a:pt x="130555" y="48033"/>
                      <a:pt x="100143" y="90143"/>
                      <a:pt x="104821" y="113537"/>
                    </a:cubicBezTo>
                    <a:cubicBezTo>
                      <a:pt x="109500" y="134591"/>
                      <a:pt x="107161" y="157985"/>
                      <a:pt x="72070" y="155646"/>
                    </a:cubicBezTo>
                    <a:cubicBezTo>
                      <a:pt x="27621" y="153306"/>
                      <a:pt x="48676" y="120555"/>
                      <a:pt x="43997" y="995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38">
                <a:extLst>
                  <a:ext uri="{FF2B5EF4-FFF2-40B4-BE49-F238E27FC236}">
                    <a16:creationId xmlns:a16="http://schemas.microsoft.com/office/drawing/2014/main" id="{2FCC1DD9-1532-4967-ABB6-5A686690BD37}"/>
                  </a:ext>
                </a:extLst>
              </p:cNvPr>
              <p:cNvSpPr/>
              <p:nvPr/>
            </p:nvSpPr>
            <p:spPr>
              <a:xfrm>
                <a:off x="9892135" y="2926594"/>
                <a:ext cx="163758" cy="187152"/>
              </a:xfrm>
              <a:custGeom>
                <a:avLst/>
                <a:gdLst>
                  <a:gd name="connsiteX0" fmla="*/ 46294 w 163757"/>
                  <a:gd name="connsiteY0" fmla="*/ 155616 h 187151"/>
                  <a:gd name="connsiteX1" fmla="*/ 43954 w 163757"/>
                  <a:gd name="connsiteY1" fmla="*/ 111167 h 187151"/>
                  <a:gd name="connsiteX2" fmla="*/ 100100 w 163757"/>
                  <a:gd name="connsiteY2" fmla="*/ 45664 h 187151"/>
                  <a:gd name="connsiteX3" fmla="*/ 123494 w 163757"/>
                  <a:gd name="connsiteY3" fmla="*/ 64379 h 187151"/>
                  <a:gd name="connsiteX4" fmla="*/ 46294 w 163757"/>
                  <a:gd name="connsiteY4" fmla="*/ 155616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3757" h="187151">
                    <a:moveTo>
                      <a:pt x="46294" y="155616"/>
                    </a:moveTo>
                    <a:cubicBezTo>
                      <a:pt x="46294" y="141579"/>
                      <a:pt x="46294" y="125204"/>
                      <a:pt x="43954" y="111167"/>
                    </a:cubicBezTo>
                    <a:cubicBezTo>
                      <a:pt x="36936" y="66719"/>
                      <a:pt x="69688" y="57361"/>
                      <a:pt x="100100" y="45664"/>
                    </a:cubicBezTo>
                    <a:cubicBezTo>
                      <a:pt x="116476" y="38646"/>
                      <a:pt x="123494" y="45664"/>
                      <a:pt x="123494" y="64379"/>
                    </a:cubicBezTo>
                    <a:cubicBezTo>
                      <a:pt x="121155" y="115846"/>
                      <a:pt x="102439" y="153276"/>
                      <a:pt x="46294" y="155616"/>
                    </a:cubicBezTo>
                    <a:close/>
                  </a:path>
                </a:pathLst>
              </a:custGeom>
              <a:solidFill>
                <a:srgbClr val="020202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6" name="Freeform: Shape 22">
              <a:extLst>
                <a:ext uri="{FF2B5EF4-FFF2-40B4-BE49-F238E27FC236}">
                  <a16:creationId xmlns:a16="http://schemas.microsoft.com/office/drawing/2014/main" id="{2565B2A7-9ACF-4665-B981-F386B8655358}"/>
                </a:ext>
              </a:extLst>
            </p:cNvPr>
            <p:cNvSpPr/>
            <p:nvPr/>
          </p:nvSpPr>
          <p:spPr>
            <a:xfrm flipH="1">
              <a:off x="9801847" y="4826319"/>
              <a:ext cx="145927" cy="145927"/>
            </a:xfrm>
            <a:custGeom>
              <a:avLst/>
              <a:gdLst>
                <a:gd name="connsiteX0" fmla="*/ 66963 w 116969"/>
                <a:gd name="connsiteY0" fmla="*/ 42994 h 116969"/>
                <a:gd name="connsiteX1" fmla="*/ 85678 w 116969"/>
                <a:gd name="connsiteY1" fmla="*/ 66388 h 116969"/>
                <a:gd name="connsiteX2" fmla="*/ 59945 w 116969"/>
                <a:gd name="connsiteY2" fmla="*/ 87443 h 116969"/>
                <a:gd name="connsiteX3" fmla="*/ 43569 w 116969"/>
                <a:gd name="connsiteY3" fmla="*/ 61709 h 116969"/>
                <a:gd name="connsiteX4" fmla="*/ 66963 w 116969"/>
                <a:gd name="connsiteY4" fmla="*/ 42994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69" h="116969">
                  <a:moveTo>
                    <a:pt x="66963" y="42994"/>
                  </a:moveTo>
                  <a:cubicBezTo>
                    <a:pt x="78660" y="45334"/>
                    <a:pt x="88017" y="54691"/>
                    <a:pt x="85678" y="66388"/>
                  </a:cubicBezTo>
                  <a:cubicBezTo>
                    <a:pt x="85678" y="80425"/>
                    <a:pt x="76320" y="92122"/>
                    <a:pt x="59945" y="87443"/>
                  </a:cubicBezTo>
                  <a:cubicBezTo>
                    <a:pt x="45908" y="85103"/>
                    <a:pt x="41229" y="73406"/>
                    <a:pt x="43569" y="61709"/>
                  </a:cubicBezTo>
                  <a:cubicBezTo>
                    <a:pt x="45908" y="50012"/>
                    <a:pt x="52926" y="42994"/>
                    <a:pt x="66963" y="42994"/>
                  </a:cubicBezTo>
                  <a:close/>
                </a:path>
              </a:pathLst>
            </a:custGeom>
            <a:solidFill>
              <a:srgbClr val="D6D6D6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23">
              <a:extLst>
                <a:ext uri="{FF2B5EF4-FFF2-40B4-BE49-F238E27FC236}">
                  <a16:creationId xmlns:a16="http://schemas.microsoft.com/office/drawing/2014/main" id="{70D0530B-4524-4066-9B4A-D0EB24A03724}"/>
                </a:ext>
              </a:extLst>
            </p:cNvPr>
            <p:cNvSpPr/>
            <p:nvPr/>
          </p:nvSpPr>
          <p:spPr>
            <a:xfrm flipH="1">
              <a:off x="9777783" y="5222682"/>
              <a:ext cx="145927" cy="145927"/>
            </a:xfrm>
            <a:custGeom>
              <a:avLst/>
              <a:gdLst>
                <a:gd name="connsiteX0" fmla="*/ 80425 w 116969"/>
                <a:gd name="connsiteY0" fmla="*/ 59818 h 116969"/>
                <a:gd name="connsiteX1" fmla="*/ 64049 w 116969"/>
                <a:gd name="connsiteY1" fmla="*/ 80873 h 116969"/>
                <a:gd name="connsiteX2" fmla="*/ 42994 w 116969"/>
                <a:gd name="connsiteY2" fmla="*/ 64497 h 116969"/>
                <a:gd name="connsiteX3" fmla="*/ 61710 w 116969"/>
                <a:gd name="connsiteY3" fmla="*/ 43443 h 116969"/>
                <a:gd name="connsiteX4" fmla="*/ 80425 w 116969"/>
                <a:gd name="connsiteY4" fmla="*/ 59818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69" h="116969">
                  <a:moveTo>
                    <a:pt x="80425" y="59818"/>
                  </a:moveTo>
                  <a:cubicBezTo>
                    <a:pt x="80425" y="71515"/>
                    <a:pt x="75746" y="78534"/>
                    <a:pt x="64049" y="80873"/>
                  </a:cubicBezTo>
                  <a:cubicBezTo>
                    <a:pt x="52352" y="80873"/>
                    <a:pt x="45334" y="73855"/>
                    <a:pt x="42994" y="64497"/>
                  </a:cubicBezTo>
                  <a:cubicBezTo>
                    <a:pt x="42994" y="52800"/>
                    <a:pt x="50013" y="45782"/>
                    <a:pt x="61710" y="43443"/>
                  </a:cubicBezTo>
                  <a:cubicBezTo>
                    <a:pt x="71067" y="41103"/>
                    <a:pt x="78085" y="48121"/>
                    <a:pt x="80425" y="59818"/>
                  </a:cubicBezTo>
                  <a:close/>
                </a:path>
              </a:pathLst>
            </a:custGeom>
            <a:solidFill>
              <a:srgbClr val="CFCFCF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24">
              <a:extLst>
                <a:ext uri="{FF2B5EF4-FFF2-40B4-BE49-F238E27FC236}">
                  <a16:creationId xmlns:a16="http://schemas.microsoft.com/office/drawing/2014/main" id="{310B5967-AB3D-4A84-B18B-C929252CFE65}"/>
                </a:ext>
              </a:extLst>
            </p:cNvPr>
            <p:cNvSpPr/>
            <p:nvPr/>
          </p:nvSpPr>
          <p:spPr>
            <a:xfrm flipH="1">
              <a:off x="9880491" y="4449267"/>
              <a:ext cx="145927" cy="145927"/>
            </a:xfrm>
            <a:custGeom>
              <a:avLst/>
              <a:gdLst>
                <a:gd name="connsiteX0" fmla="*/ 59818 w 116969"/>
                <a:gd name="connsiteY0" fmla="*/ 80873 h 116969"/>
                <a:gd name="connsiteX1" fmla="*/ 43443 w 116969"/>
                <a:gd name="connsiteY1" fmla="*/ 59818 h 116969"/>
                <a:gd name="connsiteX2" fmla="*/ 64497 w 116969"/>
                <a:gd name="connsiteY2" fmla="*/ 43443 h 116969"/>
                <a:gd name="connsiteX3" fmla="*/ 78534 w 116969"/>
                <a:gd name="connsiteY3" fmla="*/ 62158 h 116969"/>
                <a:gd name="connsiteX4" fmla="*/ 59818 w 116969"/>
                <a:gd name="connsiteY4" fmla="*/ 80873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69" h="116969">
                  <a:moveTo>
                    <a:pt x="59818" y="80873"/>
                  </a:moveTo>
                  <a:cubicBezTo>
                    <a:pt x="48121" y="78534"/>
                    <a:pt x="41103" y="73855"/>
                    <a:pt x="43443" y="59818"/>
                  </a:cubicBezTo>
                  <a:cubicBezTo>
                    <a:pt x="45782" y="48121"/>
                    <a:pt x="52800" y="41103"/>
                    <a:pt x="64497" y="43443"/>
                  </a:cubicBezTo>
                  <a:cubicBezTo>
                    <a:pt x="73855" y="45782"/>
                    <a:pt x="80873" y="52800"/>
                    <a:pt x="78534" y="62158"/>
                  </a:cubicBezTo>
                  <a:cubicBezTo>
                    <a:pt x="78534" y="73855"/>
                    <a:pt x="71515" y="80873"/>
                    <a:pt x="59818" y="80873"/>
                  </a:cubicBezTo>
                  <a:close/>
                </a:path>
              </a:pathLst>
            </a:custGeom>
            <a:solidFill>
              <a:srgbClr val="D6D5D5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25">
              <a:extLst>
                <a:ext uri="{FF2B5EF4-FFF2-40B4-BE49-F238E27FC236}">
                  <a16:creationId xmlns:a16="http://schemas.microsoft.com/office/drawing/2014/main" id="{132A4253-53E5-4379-B761-A3BC0E2E3279}"/>
                </a:ext>
              </a:extLst>
            </p:cNvPr>
            <p:cNvSpPr/>
            <p:nvPr/>
          </p:nvSpPr>
          <p:spPr>
            <a:xfrm flipH="1">
              <a:off x="9736923" y="2240488"/>
              <a:ext cx="700452" cy="904749"/>
            </a:xfrm>
            <a:custGeom>
              <a:avLst/>
              <a:gdLst>
                <a:gd name="connsiteX0" fmla="*/ 515553 w 561455"/>
                <a:gd name="connsiteY0" fmla="*/ 42994 h 725213"/>
                <a:gd name="connsiteX1" fmla="*/ 501517 w 561455"/>
                <a:gd name="connsiteY1" fmla="*/ 57031 h 725213"/>
                <a:gd name="connsiteX2" fmla="*/ 506195 w 561455"/>
                <a:gd name="connsiteY2" fmla="*/ 204413 h 725213"/>
                <a:gd name="connsiteX3" fmla="*/ 396244 w 561455"/>
                <a:gd name="connsiteY3" fmla="*/ 534268 h 725213"/>
                <a:gd name="connsiteX4" fmla="*/ 351795 w 561455"/>
                <a:gd name="connsiteY4" fmla="*/ 597432 h 725213"/>
                <a:gd name="connsiteX5" fmla="*/ 293310 w 561455"/>
                <a:gd name="connsiteY5" fmla="*/ 691008 h 725213"/>
                <a:gd name="connsiteX6" fmla="*/ 42994 w 561455"/>
                <a:gd name="connsiteY6" fmla="*/ 564680 h 725213"/>
                <a:gd name="connsiteX7" fmla="*/ 283952 w 561455"/>
                <a:gd name="connsiteY7" fmla="*/ 700366 h 725213"/>
                <a:gd name="connsiteX8" fmla="*/ 326062 w 561455"/>
                <a:gd name="connsiteY8" fmla="*/ 681650 h 725213"/>
                <a:gd name="connsiteX9" fmla="*/ 363492 w 561455"/>
                <a:gd name="connsiteY9" fmla="*/ 595093 h 725213"/>
                <a:gd name="connsiteX10" fmla="*/ 398583 w 561455"/>
                <a:gd name="connsiteY10" fmla="*/ 543626 h 725213"/>
                <a:gd name="connsiteX11" fmla="*/ 468765 w 561455"/>
                <a:gd name="connsiteY11" fmla="*/ 412619 h 725213"/>
                <a:gd name="connsiteX12" fmla="*/ 515553 w 561455"/>
                <a:gd name="connsiteY12" fmla="*/ 206752 h 725213"/>
                <a:gd name="connsiteX13" fmla="*/ 515553 w 561455"/>
                <a:gd name="connsiteY13" fmla="*/ 42994 h 725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1455" h="725213">
                  <a:moveTo>
                    <a:pt x="515553" y="42994"/>
                  </a:moveTo>
                  <a:cubicBezTo>
                    <a:pt x="503856" y="50013"/>
                    <a:pt x="513214" y="50013"/>
                    <a:pt x="501517" y="57031"/>
                  </a:cubicBezTo>
                  <a:cubicBezTo>
                    <a:pt x="506195" y="106158"/>
                    <a:pt x="510874" y="143589"/>
                    <a:pt x="506195" y="204413"/>
                  </a:cubicBezTo>
                  <a:cubicBezTo>
                    <a:pt x="424316" y="354134"/>
                    <a:pt x="517892" y="396244"/>
                    <a:pt x="396244" y="534268"/>
                  </a:cubicBezTo>
                  <a:cubicBezTo>
                    <a:pt x="384547" y="548305"/>
                    <a:pt x="351795" y="597432"/>
                    <a:pt x="351795" y="597432"/>
                  </a:cubicBezTo>
                  <a:cubicBezTo>
                    <a:pt x="330740" y="632523"/>
                    <a:pt x="309686" y="695687"/>
                    <a:pt x="293310" y="691008"/>
                  </a:cubicBezTo>
                  <a:cubicBezTo>
                    <a:pt x="220789" y="665275"/>
                    <a:pt x="106158" y="613808"/>
                    <a:pt x="42994" y="564680"/>
                  </a:cubicBezTo>
                  <a:cubicBezTo>
                    <a:pt x="110837" y="632523"/>
                    <a:pt x="197395" y="669953"/>
                    <a:pt x="283952" y="700366"/>
                  </a:cubicBezTo>
                  <a:cubicBezTo>
                    <a:pt x="300328" y="705044"/>
                    <a:pt x="319043" y="698026"/>
                    <a:pt x="326062" y="681650"/>
                  </a:cubicBezTo>
                  <a:cubicBezTo>
                    <a:pt x="337759" y="653578"/>
                    <a:pt x="356474" y="611468"/>
                    <a:pt x="363492" y="595093"/>
                  </a:cubicBezTo>
                  <a:cubicBezTo>
                    <a:pt x="363492" y="595093"/>
                    <a:pt x="386886" y="560002"/>
                    <a:pt x="398583" y="543626"/>
                  </a:cubicBezTo>
                  <a:cubicBezTo>
                    <a:pt x="431335" y="503856"/>
                    <a:pt x="461747" y="464086"/>
                    <a:pt x="468765" y="412619"/>
                  </a:cubicBezTo>
                  <a:cubicBezTo>
                    <a:pt x="475783" y="342437"/>
                    <a:pt x="473444" y="269916"/>
                    <a:pt x="515553" y="206752"/>
                  </a:cubicBezTo>
                  <a:cubicBezTo>
                    <a:pt x="527250" y="148267"/>
                    <a:pt x="515553" y="101479"/>
                    <a:pt x="515553" y="42994"/>
                  </a:cubicBezTo>
                  <a:close/>
                </a:path>
              </a:pathLst>
            </a:custGeom>
            <a:solidFill>
              <a:srgbClr val="949393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26">
              <a:extLst>
                <a:ext uri="{FF2B5EF4-FFF2-40B4-BE49-F238E27FC236}">
                  <a16:creationId xmlns:a16="http://schemas.microsoft.com/office/drawing/2014/main" id="{B9D05F82-C0CE-43E3-A720-2AF5C8B52EB6}"/>
                </a:ext>
              </a:extLst>
            </p:cNvPr>
            <p:cNvSpPr/>
            <p:nvPr/>
          </p:nvSpPr>
          <p:spPr>
            <a:xfrm flipH="1">
              <a:off x="9661041" y="4212695"/>
              <a:ext cx="262669" cy="145927"/>
            </a:xfrm>
            <a:custGeom>
              <a:avLst/>
              <a:gdLst>
                <a:gd name="connsiteX0" fmla="*/ 159964 w 210545"/>
                <a:gd name="connsiteY0" fmla="*/ 73991 h 116969"/>
                <a:gd name="connsiteX1" fmla="*/ 42994 w 210545"/>
                <a:gd name="connsiteY1" fmla="*/ 55276 h 116969"/>
                <a:gd name="connsiteX2" fmla="*/ 190376 w 210545"/>
                <a:gd name="connsiteY2" fmla="*/ 55276 h 116969"/>
                <a:gd name="connsiteX3" fmla="*/ 159964 w 210545"/>
                <a:gd name="connsiteY3" fmla="*/ 73991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545" h="116969">
                  <a:moveTo>
                    <a:pt x="159964" y="73991"/>
                  </a:moveTo>
                  <a:cubicBezTo>
                    <a:pt x="127213" y="34222"/>
                    <a:pt x="82764" y="69313"/>
                    <a:pt x="42994" y="55276"/>
                  </a:cubicBezTo>
                  <a:cubicBezTo>
                    <a:pt x="92122" y="38900"/>
                    <a:pt x="136570" y="38900"/>
                    <a:pt x="190376" y="55276"/>
                  </a:cubicBezTo>
                  <a:cubicBezTo>
                    <a:pt x="181019" y="59955"/>
                    <a:pt x="171661" y="66973"/>
                    <a:pt x="159964" y="73991"/>
                  </a:cubicBezTo>
                  <a:close/>
                </a:path>
              </a:pathLst>
            </a:custGeom>
            <a:solidFill>
              <a:srgbClr val="AFAEAE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27">
              <a:extLst>
                <a:ext uri="{FF2B5EF4-FFF2-40B4-BE49-F238E27FC236}">
                  <a16:creationId xmlns:a16="http://schemas.microsoft.com/office/drawing/2014/main" id="{4835BE5D-C7EB-41C8-A919-F35372A0BEE1}"/>
                </a:ext>
              </a:extLst>
            </p:cNvPr>
            <p:cNvSpPr/>
            <p:nvPr/>
          </p:nvSpPr>
          <p:spPr>
            <a:xfrm flipH="1">
              <a:off x="9845265" y="4434879"/>
              <a:ext cx="204298" cy="963120"/>
            </a:xfrm>
            <a:custGeom>
              <a:avLst/>
              <a:gdLst>
                <a:gd name="connsiteX0" fmla="*/ 122818 w 163757"/>
                <a:gd name="connsiteY0" fmla="*/ 412904 h 772001"/>
                <a:gd name="connsiteX1" fmla="*/ 73691 w 163757"/>
                <a:gd name="connsiteY1" fmla="*/ 244467 h 772001"/>
                <a:gd name="connsiteX2" fmla="*/ 38600 w 163757"/>
                <a:gd name="connsiteY2" fmla="*/ 45618 h 772001"/>
                <a:gd name="connsiteX3" fmla="*/ 17545 w 163757"/>
                <a:gd name="connsiteY3" fmla="*/ 17545 h 772001"/>
                <a:gd name="connsiteX4" fmla="*/ 17545 w 163757"/>
                <a:gd name="connsiteY4" fmla="*/ 17545 h 772001"/>
                <a:gd name="connsiteX5" fmla="*/ 57315 w 163757"/>
                <a:gd name="connsiteY5" fmla="*/ 214055 h 772001"/>
                <a:gd name="connsiteX6" fmla="*/ 106443 w 163757"/>
                <a:gd name="connsiteY6" fmla="*/ 412904 h 772001"/>
                <a:gd name="connsiteX7" fmla="*/ 115800 w 163757"/>
                <a:gd name="connsiteY7" fmla="*/ 674917 h 772001"/>
                <a:gd name="connsiteX8" fmla="*/ 92406 w 163757"/>
                <a:gd name="connsiteY8" fmla="*/ 754456 h 772001"/>
                <a:gd name="connsiteX9" fmla="*/ 104103 w 163757"/>
                <a:gd name="connsiteY9" fmla="*/ 756796 h 772001"/>
                <a:gd name="connsiteX10" fmla="*/ 132176 w 163757"/>
                <a:gd name="connsiteY10" fmla="*/ 677256 h 772001"/>
                <a:gd name="connsiteX11" fmla="*/ 122818 w 163757"/>
                <a:gd name="connsiteY11" fmla="*/ 412904 h 77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3757" h="772001">
                  <a:moveTo>
                    <a:pt x="122818" y="412904"/>
                  </a:moveTo>
                  <a:cubicBezTo>
                    <a:pt x="94746" y="359098"/>
                    <a:pt x="71352" y="300613"/>
                    <a:pt x="73691" y="244467"/>
                  </a:cubicBezTo>
                  <a:cubicBezTo>
                    <a:pt x="76030" y="174285"/>
                    <a:pt x="54976" y="111121"/>
                    <a:pt x="38600" y="45618"/>
                  </a:cubicBezTo>
                  <a:cubicBezTo>
                    <a:pt x="36261" y="31582"/>
                    <a:pt x="36261" y="17545"/>
                    <a:pt x="17545" y="17545"/>
                  </a:cubicBezTo>
                  <a:lnTo>
                    <a:pt x="17545" y="17545"/>
                  </a:lnTo>
                  <a:cubicBezTo>
                    <a:pt x="22224" y="85388"/>
                    <a:pt x="61994" y="146212"/>
                    <a:pt x="57315" y="214055"/>
                  </a:cubicBezTo>
                  <a:cubicBezTo>
                    <a:pt x="52636" y="284237"/>
                    <a:pt x="76030" y="349740"/>
                    <a:pt x="106443" y="412904"/>
                  </a:cubicBezTo>
                  <a:cubicBezTo>
                    <a:pt x="148552" y="497122"/>
                    <a:pt x="169606" y="583680"/>
                    <a:pt x="115800" y="674917"/>
                  </a:cubicBezTo>
                  <a:cubicBezTo>
                    <a:pt x="101764" y="698311"/>
                    <a:pt x="99424" y="728723"/>
                    <a:pt x="92406" y="754456"/>
                  </a:cubicBezTo>
                  <a:cubicBezTo>
                    <a:pt x="97085" y="754456"/>
                    <a:pt x="99424" y="756796"/>
                    <a:pt x="104103" y="756796"/>
                  </a:cubicBezTo>
                  <a:cubicBezTo>
                    <a:pt x="113461" y="731062"/>
                    <a:pt x="118140" y="700650"/>
                    <a:pt x="132176" y="677256"/>
                  </a:cubicBezTo>
                  <a:cubicBezTo>
                    <a:pt x="188322" y="586019"/>
                    <a:pt x="167267" y="499462"/>
                    <a:pt x="122818" y="412904"/>
                  </a:cubicBezTo>
                  <a:close/>
                </a:path>
              </a:pathLst>
            </a:custGeom>
            <a:solidFill>
              <a:srgbClr val="AE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28">
              <a:extLst>
                <a:ext uri="{FF2B5EF4-FFF2-40B4-BE49-F238E27FC236}">
                  <a16:creationId xmlns:a16="http://schemas.microsoft.com/office/drawing/2014/main" id="{06A2E1C0-07B0-463E-A34F-503E1A9BD941}"/>
                </a:ext>
              </a:extLst>
            </p:cNvPr>
            <p:cNvSpPr/>
            <p:nvPr/>
          </p:nvSpPr>
          <p:spPr>
            <a:xfrm flipH="1">
              <a:off x="10058319" y="3573908"/>
              <a:ext cx="87556" cy="671266"/>
            </a:xfrm>
            <a:custGeom>
              <a:avLst/>
              <a:gdLst>
                <a:gd name="connsiteX0" fmla="*/ 43279 w 70181"/>
                <a:gd name="connsiteY0" fmla="*/ 267861 h 538061"/>
                <a:gd name="connsiteX1" fmla="*/ 29242 w 70181"/>
                <a:gd name="connsiteY1" fmla="*/ 127497 h 538061"/>
                <a:gd name="connsiteX2" fmla="*/ 26903 w 70181"/>
                <a:gd name="connsiteY2" fmla="*/ 17545 h 538061"/>
                <a:gd name="connsiteX3" fmla="*/ 17545 w 70181"/>
                <a:gd name="connsiteY3" fmla="*/ 50297 h 538061"/>
                <a:gd name="connsiteX4" fmla="*/ 19885 w 70181"/>
                <a:gd name="connsiteY4" fmla="*/ 139194 h 538061"/>
                <a:gd name="connsiteX5" fmla="*/ 19885 w 70181"/>
                <a:gd name="connsiteY5" fmla="*/ 139194 h 538061"/>
                <a:gd name="connsiteX6" fmla="*/ 19885 w 70181"/>
                <a:gd name="connsiteY6" fmla="*/ 139194 h 538061"/>
                <a:gd name="connsiteX7" fmla="*/ 45618 w 70181"/>
                <a:gd name="connsiteY7" fmla="*/ 536892 h 538061"/>
                <a:gd name="connsiteX8" fmla="*/ 64333 w 70181"/>
                <a:gd name="connsiteY8" fmla="*/ 527535 h 538061"/>
                <a:gd name="connsiteX9" fmla="*/ 43279 w 70181"/>
                <a:gd name="connsiteY9" fmla="*/ 267861 h 538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181" h="538061">
                  <a:moveTo>
                    <a:pt x="43279" y="267861"/>
                  </a:moveTo>
                  <a:cubicBezTo>
                    <a:pt x="40939" y="228092"/>
                    <a:pt x="31582" y="171946"/>
                    <a:pt x="29242" y="127497"/>
                  </a:cubicBezTo>
                  <a:cubicBezTo>
                    <a:pt x="29242" y="87728"/>
                    <a:pt x="26903" y="57315"/>
                    <a:pt x="26903" y="17545"/>
                  </a:cubicBezTo>
                  <a:cubicBezTo>
                    <a:pt x="22224" y="33921"/>
                    <a:pt x="22224" y="29242"/>
                    <a:pt x="17545" y="50297"/>
                  </a:cubicBezTo>
                  <a:cubicBezTo>
                    <a:pt x="19885" y="78370"/>
                    <a:pt x="15206" y="106443"/>
                    <a:pt x="19885" y="139194"/>
                  </a:cubicBezTo>
                  <a:cubicBezTo>
                    <a:pt x="19885" y="139194"/>
                    <a:pt x="19885" y="139194"/>
                    <a:pt x="19885" y="139194"/>
                  </a:cubicBezTo>
                  <a:lnTo>
                    <a:pt x="19885" y="139194"/>
                  </a:lnTo>
                  <a:cubicBezTo>
                    <a:pt x="29242" y="263183"/>
                    <a:pt x="24564" y="405886"/>
                    <a:pt x="45618" y="536892"/>
                  </a:cubicBezTo>
                  <a:cubicBezTo>
                    <a:pt x="54976" y="532213"/>
                    <a:pt x="54976" y="529874"/>
                    <a:pt x="64333" y="527535"/>
                  </a:cubicBezTo>
                  <a:cubicBezTo>
                    <a:pt x="64333" y="525195"/>
                    <a:pt x="47958" y="340383"/>
                    <a:pt x="43279" y="267861"/>
                  </a:cubicBezTo>
                  <a:close/>
                </a:path>
              </a:pathLst>
            </a:custGeom>
            <a:solidFill>
              <a:srgbClr val="AE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29">
              <a:extLst>
                <a:ext uri="{FF2B5EF4-FFF2-40B4-BE49-F238E27FC236}">
                  <a16:creationId xmlns:a16="http://schemas.microsoft.com/office/drawing/2014/main" id="{CAD64A63-9042-439D-BDA5-988D91A604B4}"/>
                </a:ext>
              </a:extLst>
            </p:cNvPr>
            <p:cNvSpPr/>
            <p:nvPr/>
          </p:nvSpPr>
          <p:spPr>
            <a:xfrm flipH="1">
              <a:off x="9984999" y="3708516"/>
              <a:ext cx="145927" cy="145927"/>
            </a:xfrm>
            <a:custGeom>
              <a:avLst/>
              <a:gdLst>
                <a:gd name="connsiteX0" fmla="*/ 61710 w 116969"/>
                <a:gd name="connsiteY0" fmla="*/ 42994 h 116969"/>
                <a:gd name="connsiteX1" fmla="*/ 80425 w 116969"/>
                <a:gd name="connsiteY1" fmla="*/ 61710 h 116969"/>
                <a:gd name="connsiteX2" fmla="*/ 64049 w 116969"/>
                <a:gd name="connsiteY2" fmla="*/ 80425 h 116969"/>
                <a:gd name="connsiteX3" fmla="*/ 42994 w 116969"/>
                <a:gd name="connsiteY3" fmla="*/ 64049 h 116969"/>
                <a:gd name="connsiteX4" fmla="*/ 61710 w 116969"/>
                <a:gd name="connsiteY4" fmla="*/ 42994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69" h="116969">
                  <a:moveTo>
                    <a:pt x="61710" y="42994"/>
                  </a:moveTo>
                  <a:cubicBezTo>
                    <a:pt x="73407" y="42994"/>
                    <a:pt x="80425" y="50013"/>
                    <a:pt x="80425" y="61710"/>
                  </a:cubicBezTo>
                  <a:cubicBezTo>
                    <a:pt x="80425" y="73407"/>
                    <a:pt x="75746" y="80425"/>
                    <a:pt x="64049" y="80425"/>
                  </a:cubicBezTo>
                  <a:cubicBezTo>
                    <a:pt x="52352" y="80425"/>
                    <a:pt x="45334" y="75746"/>
                    <a:pt x="42994" y="64049"/>
                  </a:cubicBezTo>
                  <a:cubicBezTo>
                    <a:pt x="42994" y="52352"/>
                    <a:pt x="50013" y="47673"/>
                    <a:pt x="61710" y="42994"/>
                  </a:cubicBezTo>
                  <a:close/>
                </a:path>
              </a:pathLst>
            </a:custGeom>
            <a:solidFill>
              <a:srgbClr val="CAC9C9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30">
              <a:extLst>
                <a:ext uri="{FF2B5EF4-FFF2-40B4-BE49-F238E27FC236}">
                  <a16:creationId xmlns:a16="http://schemas.microsoft.com/office/drawing/2014/main" id="{F4CC1168-79CA-475F-8218-BCFB267AB5AF}"/>
                </a:ext>
              </a:extLst>
            </p:cNvPr>
            <p:cNvSpPr/>
            <p:nvPr/>
          </p:nvSpPr>
          <p:spPr>
            <a:xfrm flipH="1">
              <a:off x="9567647" y="4149043"/>
              <a:ext cx="233484" cy="116742"/>
            </a:xfrm>
            <a:custGeom>
              <a:avLst/>
              <a:gdLst>
                <a:gd name="connsiteX0" fmla="*/ 143589 w 187151"/>
                <a:gd name="connsiteY0" fmla="*/ 73546 h 93575"/>
                <a:gd name="connsiteX1" fmla="*/ 42994 w 187151"/>
                <a:gd name="connsiteY1" fmla="*/ 50152 h 93575"/>
                <a:gd name="connsiteX2" fmla="*/ 143589 w 187151"/>
                <a:gd name="connsiteY2" fmla="*/ 54831 h 93575"/>
                <a:gd name="connsiteX3" fmla="*/ 143589 w 187151"/>
                <a:gd name="connsiteY3" fmla="*/ 73546 h 93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151" h="93575">
                  <a:moveTo>
                    <a:pt x="143589" y="73546"/>
                  </a:moveTo>
                  <a:cubicBezTo>
                    <a:pt x="117855" y="57170"/>
                    <a:pt x="87443" y="52491"/>
                    <a:pt x="42994" y="50152"/>
                  </a:cubicBezTo>
                  <a:cubicBezTo>
                    <a:pt x="87443" y="36116"/>
                    <a:pt x="115516" y="45473"/>
                    <a:pt x="143589" y="54831"/>
                  </a:cubicBezTo>
                  <a:cubicBezTo>
                    <a:pt x="145928" y="61849"/>
                    <a:pt x="143589" y="66528"/>
                    <a:pt x="143589" y="73546"/>
                  </a:cubicBezTo>
                  <a:close/>
                </a:path>
              </a:pathLst>
            </a:custGeom>
            <a:solidFill>
              <a:srgbClr val="B4B3B3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31">
              <a:extLst>
                <a:ext uri="{FF2B5EF4-FFF2-40B4-BE49-F238E27FC236}">
                  <a16:creationId xmlns:a16="http://schemas.microsoft.com/office/drawing/2014/main" id="{D8490EB2-3BA1-42BF-A90B-EA6D7149E281}"/>
                </a:ext>
              </a:extLst>
            </p:cNvPr>
            <p:cNvSpPr/>
            <p:nvPr/>
          </p:nvSpPr>
          <p:spPr>
            <a:xfrm flipH="1">
              <a:off x="10453379" y="2417724"/>
              <a:ext cx="145927" cy="175113"/>
            </a:xfrm>
            <a:custGeom>
              <a:avLst/>
              <a:gdLst>
                <a:gd name="connsiteX0" fmla="*/ 76878 w 116969"/>
                <a:gd name="connsiteY0" fmla="*/ 118493 h 140363"/>
                <a:gd name="connsiteX1" fmla="*/ 46466 w 116969"/>
                <a:gd name="connsiteY1" fmla="*/ 69365 h 140363"/>
                <a:gd name="connsiteX2" fmla="*/ 51145 w 116969"/>
                <a:gd name="connsiteY2" fmla="*/ 48311 h 140363"/>
                <a:gd name="connsiteX3" fmla="*/ 69860 w 116969"/>
                <a:gd name="connsiteY3" fmla="*/ 43632 h 140363"/>
                <a:gd name="connsiteX4" fmla="*/ 72199 w 116969"/>
                <a:gd name="connsiteY4" fmla="*/ 64687 h 140363"/>
                <a:gd name="connsiteX5" fmla="*/ 76878 w 116969"/>
                <a:gd name="connsiteY5" fmla="*/ 118493 h 14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969" h="140363">
                  <a:moveTo>
                    <a:pt x="76878" y="118493"/>
                  </a:moveTo>
                  <a:cubicBezTo>
                    <a:pt x="58163" y="106796"/>
                    <a:pt x="60502" y="83402"/>
                    <a:pt x="46466" y="69365"/>
                  </a:cubicBezTo>
                  <a:cubicBezTo>
                    <a:pt x="39448" y="62347"/>
                    <a:pt x="44127" y="52990"/>
                    <a:pt x="51145" y="48311"/>
                  </a:cubicBezTo>
                  <a:cubicBezTo>
                    <a:pt x="55824" y="45971"/>
                    <a:pt x="65181" y="41293"/>
                    <a:pt x="69860" y="43632"/>
                  </a:cubicBezTo>
                  <a:cubicBezTo>
                    <a:pt x="86236" y="48311"/>
                    <a:pt x="74539" y="57668"/>
                    <a:pt x="72199" y="64687"/>
                  </a:cubicBezTo>
                  <a:cubicBezTo>
                    <a:pt x="67521" y="83402"/>
                    <a:pt x="100272" y="97438"/>
                    <a:pt x="76878" y="118493"/>
                  </a:cubicBezTo>
                  <a:close/>
                </a:path>
              </a:pathLst>
            </a:custGeom>
            <a:solidFill>
              <a:srgbClr val="A4A3A3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32">
              <a:extLst>
                <a:ext uri="{FF2B5EF4-FFF2-40B4-BE49-F238E27FC236}">
                  <a16:creationId xmlns:a16="http://schemas.microsoft.com/office/drawing/2014/main" id="{ADE614B4-343F-45BF-9714-8F9E118CA3CF}"/>
                </a:ext>
              </a:extLst>
            </p:cNvPr>
            <p:cNvSpPr/>
            <p:nvPr/>
          </p:nvSpPr>
          <p:spPr>
            <a:xfrm flipH="1">
              <a:off x="8317149" y="4140849"/>
              <a:ext cx="1838945" cy="332227"/>
            </a:xfrm>
            <a:custGeom>
              <a:avLst/>
              <a:gdLst>
                <a:gd name="connsiteX0" fmla="*/ 747153 w 1684367"/>
                <a:gd name="connsiteY0" fmla="*/ 1056101 h 1263275"/>
                <a:gd name="connsiteX1" fmla="*/ 814996 w 1684367"/>
                <a:gd name="connsiteY1" fmla="*/ 971882 h 1263275"/>
                <a:gd name="connsiteX2" fmla="*/ 836051 w 1684367"/>
                <a:gd name="connsiteY2" fmla="*/ 108644 h 1263275"/>
                <a:gd name="connsiteX3" fmla="*/ 901554 w 1684367"/>
                <a:gd name="connsiteY3" fmla="*/ 43141 h 1263275"/>
                <a:gd name="connsiteX4" fmla="*/ 1594016 w 1684367"/>
                <a:gd name="connsiteY4" fmla="*/ 43141 h 1263275"/>
                <a:gd name="connsiteX5" fmla="*/ 1652501 w 1684367"/>
                <a:gd name="connsiteY5" fmla="*/ 54838 h 1263275"/>
                <a:gd name="connsiteX6" fmla="*/ 1652501 w 1684367"/>
                <a:gd name="connsiteY6" fmla="*/ 237311 h 1263275"/>
                <a:gd name="connsiteX7" fmla="*/ 1603374 w 1684367"/>
                <a:gd name="connsiteY7" fmla="*/ 967203 h 1263275"/>
                <a:gd name="connsiteX8" fmla="*/ 1563604 w 1684367"/>
                <a:gd name="connsiteY8" fmla="*/ 1018670 h 1263275"/>
                <a:gd name="connsiteX9" fmla="*/ 1254803 w 1684367"/>
                <a:gd name="connsiteY9" fmla="*/ 1084173 h 1263275"/>
                <a:gd name="connsiteX10" fmla="*/ 1212694 w 1684367"/>
                <a:gd name="connsiteY10" fmla="*/ 1070137 h 1263275"/>
                <a:gd name="connsiteX11" fmla="*/ 1179942 w 1684367"/>
                <a:gd name="connsiteY11" fmla="*/ 1060779 h 1263275"/>
                <a:gd name="connsiteX12" fmla="*/ 1069991 w 1684367"/>
                <a:gd name="connsiteY12" fmla="*/ 1098210 h 1263275"/>
                <a:gd name="connsiteX13" fmla="*/ 992790 w 1684367"/>
                <a:gd name="connsiteY13" fmla="*/ 1128622 h 1263275"/>
                <a:gd name="connsiteX14" fmla="*/ 943663 w 1684367"/>
                <a:gd name="connsiteY14" fmla="*/ 1130961 h 1263275"/>
                <a:gd name="connsiteX15" fmla="*/ 915590 w 1684367"/>
                <a:gd name="connsiteY15" fmla="*/ 1133301 h 1263275"/>
                <a:gd name="connsiteX16" fmla="*/ 880499 w 1684367"/>
                <a:gd name="connsiteY16" fmla="*/ 1130961 h 1263275"/>
                <a:gd name="connsiteX17" fmla="*/ 819675 w 1684367"/>
                <a:gd name="connsiteY17" fmla="*/ 1133301 h 1263275"/>
                <a:gd name="connsiteX18" fmla="*/ 758850 w 1684367"/>
                <a:gd name="connsiteY18" fmla="*/ 1144998 h 1263275"/>
                <a:gd name="connsiteX19" fmla="*/ 681650 w 1684367"/>
                <a:gd name="connsiteY19" fmla="*/ 1156695 h 1263275"/>
                <a:gd name="connsiteX20" fmla="*/ 634862 w 1684367"/>
                <a:gd name="connsiteY20" fmla="*/ 1173071 h 1263275"/>
                <a:gd name="connsiteX21" fmla="*/ 216110 w 1684367"/>
                <a:gd name="connsiteY21" fmla="*/ 1217519 h 1263275"/>
                <a:gd name="connsiteX22" fmla="*/ 106158 w 1684367"/>
                <a:gd name="connsiteY22" fmla="*/ 1229216 h 1263275"/>
                <a:gd name="connsiteX23" fmla="*/ 42994 w 1684367"/>
                <a:gd name="connsiteY23" fmla="*/ 1189446 h 1263275"/>
                <a:gd name="connsiteX24" fmla="*/ 94461 w 1684367"/>
                <a:gd name="connsiteY24" fmla="*/ 1147337 h 1263275"/>
                <a:gd name="connsiteX25" fmla="*/ 283952 w 1684367"/>
                <a:gd name="connsiteY25" fmla="*/ 1116925 h 1263275"/>
                <a:gd name="connsiteX26" fmla="*/ 747153 w 1684367"/>
                <a:gd name="connsiteY26" fmla="*/ 1056101 h 1263275"/>
                <a:gd name="connsiteX0" fmla="*/ 704159 w 1609507"/>
                <a:gd name="connsiteY0" fmla="*/ 1081755 h 1254870"/>
                <a:gd name="connsiteX1" fmla="*/ 772002 w 1609507"/>
                <a:gd name="connsiteY1" fmla="*/ 997536 h 1254870"/>
                <a:gd name="connsiteX2" fmla="*/ 858560 w 1609507"/>
                <a:gd name="connsiteY2" fmla="*/ 68795 h 1254870"/>
                <a:gd name="connsiteX3" fmla="*/ 1551022 w 1609507"/>
                <a:gd name="connsiteY3" fmla="*/ 68795 h 1254870"/>
                <a:gd name="connsiteX4" fmla="*/ 1609507 w 1609507"/>
                <a:gd name="connsiteY4" fmla="*/ 80492 h 1254870"/>
                <a:gd name="connsiteX5" fmla="*/ 1609507 w 1609507"/>
                <a:gd name="connsiteY5" fmla="*/ 262965 h 1254870"/>
                <a:gd name="connsiteX6" fmla="*/ 1560380 w 1609507"/>
                <a:gd name="connsiteY6" fmla="*/ 992857 h 1254870"/>
                <a:gd name="connsiteX7" fmla="*/ 1520610 w 1609507"/>
                <a:gd name="connsiteY7" fmla="*/ 1044324 h 1254870"/>
                <a:gd name="connsiteX8" fmla="*/ 1211809 w 1609507"/>
                <a:gd name="connsiteY8" fmla="*/ 1109827 h 1254870"/>
                <a:gd name="connsiteX9" fmla="*/ 1169700 w 1609507"/>
                <a:gd name="connsiteY9" fmla="*/ 1095791 h 1254870"/>
                <a:gd name="connsiteX10" fmla="*/ 1136948 w 1609507"/>
                <a:gd name="connsiteY10" fmla="*/ 1086433 h 1254870"/>
                <a:gd name="connsiteX11" fmla="*/ 1026997 w 1609507"/>
                <a:gd name="connsiteY11" fmla="*/ 1123864 h 1254870"/>
                <a:gd name="connsiteX12" fmla="*/ 949796 w 1609507"/>
                <a:gd name="connsiteY12" fmla="*/ 1154276 h 1254870"/>
                <a:gd name="connsiteX13" fmla="*/ 900669 w 1609507"/>
                <a:gd name="connsiteY13" fmla="*/ 1156615 h 1254870"/>
                <a:gd name="connsiteX14" fmla="*/ 872596 w 1609507"/>
                <a:gd name="connsiteY14" fmla="*/ 1158955 h 1254870"/>
                <a:gd name="connsiteX15" fmla="*/ 837505 w 1609507"/>
                <a:gd name="connsiteY15" fmla="*/ 1156615 h 1254870"/>
                <a:gd name="connsiteX16" fmla="*/ 776681 w 1609507"/>
                <a:gd name="connsiteY16" fmla="*/ 1158955 h 1254870"/>
                <a:gd name="connsiteX17" fmla="*/ 715856 w 1609507"/>
                <a:gd name="connsiteY17" fmla="*/ 1170652 h 1254870"/>
                <a:gd name="connsiteX18" fmla="*/ 638656 w 1609507"/>
                <a:gd name="connsiteY18" fmla="*/ 1182349 h 1254870"/>
                <a:gd name="connsiteX19" fmla="*/ 591868 w 1609507"/>
                <a:gd name="connsiteY19" fmla="*/ 1198725 h 1254870"/>
                <a:gd name="connsiteX20" fmla="*/ 173116 w 1609507"/>
                <a:gd name="connsiteY20" fmla="*/ 1243173 h 1254870"/>
                <a:gd name="connsiteX21" fmla="*/ 63164 w 1609507"/>
                <a:gd name="connsiteY21" fmla="*/ 1254870 h 1254870"/>
                <a:gd name="connsiteX22" fmla="*/ 0 w 1609507"/>
                <a:gd name="connsiteY22" fmla="*/ 1215100 h 1254870"/>
                <a:gd name="connsiteX23" fmla="*/ 51467 w 1609507"/>
                <a:gd name="connsiteY23" fmla="*/ 1172991 h 1254870"/>
                <a:gd name="connsiteX24" fmla="*/ 240958 w 1609507"/>
                <a:gd name="connsiteY24" fmla="*/ 1142579 h 1254870"/>
                <a:gd name="connsiteX25" fmla="*/ 704159 w 1609507"/>
                <a:gd name="connsiteY25" fmla="*/ 1081755 h 1254870"/>
                <a:gd name="connsiteX0" fmla="*/ 704159 w 1627491"/>
                <a:gd name="connsiteY0" fmla="*/ 1080978 h 1254093"/>
                <a:gd name="connsiteX1" fmla="*/ 772002 w 1627491"/>
                <a:gd name="connsiteY1" fmla="*/ 996759 h 1254093"/>
                <a:gd name="connsiteX2" fmla="*/ 1551022 w 1627491"/>
                <a:gd name="connsiteY2" fmla="*/ 68018 h 1254093"/>
                <a:gd name="connsiteX3" fmla="*/ 1609507 w 1627491"/>
                <a:gd name="connsiteY3" fmla="*/ 79715 h 1254093"/>
                <a:gd name="connsiteX4" fmla="*/ 1609507 w 1627491"/>
                <a:gd name="connsiteY4" fmla="*/ 262188 h 1254093"/>
                <a:gd name="connsiteX5" fmla="*/ 1560380 w 1627491"/>
                <a:gd name="connsiteY5" fmla="*/ 992080 h 1254093"/>
                <a:gd name="connsiteX6" fmla="*/ 1520610 w 1627491"/>
                <a:gd name="connsiteY6" fmla="*/ 1043547 h 1254093"/>
                <a:gd name="connsiteX7" fmla="*/ 1211809 w 1627491"/>
                <a:gd name="connsiteY7" fmla="*/ 1109050 h 1254093"/>
                <a:gd name="connsiteX8" fmla="*/ 1169700 w 1627491"/>
                <a:gd name="connsiteY8" fmla="*/ 1095014 h 1254093"/>
                <a:gd name="connsiteX9" fmla="*/ 1136948 w 1627491"/>
                <a:gd name="connsiteY9" fmla="*/ 1085656 h 1254093"/>
                <a:gd name="connsiteX10" fmla="*/ 1026997 w 1627491"/>
                <a:gd name="connsiteY10" fmla="*/ 1123087 h 1254093"/>
                <a:gd name="connsiteX11" fmla="*/ 949796 w 1627491"/>
                <a:gd name="connsiteY11" fmla="*/ 1153499 h 1254093"/>
                <a:gd name="connsiteX12" fmla="*/ 900669 w 1627491"/>
                <a:gd name="connsiteY12" fmla="*/ 1155838 h 1254093"/>
                <a:gd name="connsiteX13" fmla="*/ 872596 w 1627491"/>
                <a:gd name="connsiteY13" fmla="*/ 1158178 h 1254093"/>
                <a:gd name="connsiteX14" fmla="*/ 837505 w 1627491"/>
                <a:gd name="connsiteY14" fmla="*/ 1155838 h 1254093"/>
                <a:gd name="connsiteX15" fmla="*/ 776681 w 1627491"/>
                <a:gd name="connsiteY15" fmla="*/ 1158178 h 1254093"/>
                <a:gd name="connsiteX16" fmla="*/ 715856 w 1627491"/>
                <a:gd name="connsiteY16" fmla="*/ 1169875 h 1254093"/>
                <a:gd name="connsiteX17" fmla="*/ 638656 w 1627491"/>
                <a:gd name="connsiteY17" fmla="*/ 1181572 h 1254093"/>
                <a:gd name="connsiteX18" fmla="*/ 591868 w 1627491"/>
                <a:gd name="connsiteY18" fmla="*/ 1197948 h 1254093"/>
                <a:gd name="connsiteX19" fmla="*/ 173116 w 1627491"/>
                <a:gd name="connsiteY19" fmla="*/ 1242396 h 1254093"/>
                <a:gd name="connsiteX20" fmla="*/ 63164 w 1627491"/>
                <a:gd name="connsiteY20" fmla="*/ 1254093 h 1254093"/>
                <a:gd name="connsiteX21" fmla="*/ 0 w 1627491"/>
                <a:gd name="connsiteY21" fmla="*/ 1214323 h 1254093"/>
                <a:gd name="connsiteX22" fmla="*/ 51467 w 1627491"/>
                <a:gd name="connsiteY22" fmla="*/ 1172214 h 1254093"/>
                <a:gd name="connsiteX23" fmla="*/ 240958 w 1627491"/>
                <a:gd name="connsiteY23" fmla="*/ 1141802 h 1254093"/>
                <a:gd name="connsiteX24" fmla="*/ 704159 w 1627491"/>
                <a:gd name="connsiteY24" fmla="*/ 1080978 h 1254093"/>
                <a:gd name="connsiteX0" fmla="*/ 704159 w 1609507"/>
                <a:gd name="connsiteY0" fmla="*/ 1001263 h 1174378"/>
                <a:gd name="connsiteX1" fmla="*/ 772002 w 1609507"/>
                <a:gd name="connsiteY1" fmla="*/ 917044 h 1174378"/>
                <a:gd name="connsiteX2" fmla="*/ 1609507 w 1609507"/>
                <a:gd name="connsiteY2" fmla="*/ 0 h 1174378"/>
                <a:gd name="connsiteX3" fmla="*/ 1609507 w 1609507"/>
                <a:gd name="connsiteY3" fmla="*/ 182473 h 1174378"/>
                <a:gd name="connsiteX4" fmla="*/ 1560380 w 1609507"/>
                <a:gd name="connsiteY4" fmla="*/ 912365 h 1174378"/>
                <a:gd name="connsiteX5" fmla="*/ 1520610 w 1609507"/>
                <a:gd name="connsiteY5" fmla="*/ 963832 h 1174378"/>
                <a:gd name="connsiteX6" fmla="*/ 1211809 w 1609507"/>
                <a:gd name="connsiteY6" fmla="*/ 1029335 h 1174378"/>
                <a:gd name="connsiteX7" fmla="*/ 1169700 w 1609507"/>
                <a:gd name="connsiteY7" fmla="*/ 1015299 h 1174378"/>
                <a:gd name="connsiteX8" fmla="*/ 1136948 w 1609507"/>
                <a:gd name="connsiteY8" fmla="*/ 1005941 h 1174378"/>
                <a:gd name="connsiteX9" fmla="*/ 1026997 w 1609507"/>
                <a:gd name="connsiteY9" fmla="*/ 1043372 h 1174378"/>
                <a:gd name="connsiteX10" fmla="*/ 949796 w 1609507"/>
                <a:gd name="connsiteY10" fmla="*/ 1073784 h 1174378"/>
                <a:gd name="connsiteX11" fmla="*/ 900669 w 1609507"/>
                <a:gd name="connsiteY11" fmla="*/ 1076123 h 1174378"/>
                <a:gd name="connsiteX12" fmla="*/ 872596 w 1609507"/>
                <a:gd name="connsiteY12" fmla="*/ 1078463 h 1174378"/>
                <a:gd name="connsiteX13" fmla="*/ 837505 w 1609507"/>
                <a:gd name="connsiteY13" fmla="*/ 1076123 h 1174378"/>
                <a:gd name="connsiteX14" fmla="*/ 776681 w 1609507"/>
                <a:gd name="connsiteY14" fmla="*/ 1078463 h 1174378"/>
                <a:gd name="connsiteX15" fmla="*/ 715856 w 1609507"/>
                <a:gd name="connsiteY15" fmla="*/ 1090160 h 1174378"/>
                <a:gd name="connsiteX16" fmla="*/ 638656 w 1609507"/>
                <a:gd name="connsiteY16" fmla="*/ 1101857 h 1174378"/>
                <a:gd name="connsiteX17" fmla="*/ 591868 w 1609507"/>
                <a:gd name="connsiteY17" fmla="*/ 1118233 h 1174378"/>
                <a:gd name="connsiteX18" fmla="*/ 173116 w 1609507"/>
                <a:gd name="connsiteY18" fmla="*/ 1162681 h 1174378"/>
                <a:gd name="connsiteX19" fmla="*/ 63164 w 1609507"/>
                <a:gd name="connsiteY19" fmla="*/ 1174378 h 1174378"/>
                <a:gd name="connsiteX20" fmla="*/ 0 w 1609507"/>
                <a:gd name="connsiteY20" fmla="*/ 1134608 h 1174378"/>
                <a:gd name="connsiteX21" fmla="*/ 51467 w 1609507"/>
                <a:gd name="connsiteY21" fmla="*/ 1092499 h 1174378"/>
                <a:gd name="connsiteX22" fmla="*/ 240958 w 1609507"/>
                <a:gd name="connsiteY22" fmla="*/ 1062087 h 1174378"/>
                <a:gd name="connsiteX23" fmla="*/ 704159 w 1609507"/>
                <a:gd name="connsiteY23" fmla="*/ 1001263 h 1174378"/>
                <a:gd name="connsiteX0" fmla="*/ 704159 w 1609507"/>
                <a:gd name="connsiteY0" fmla="*/ 818790 h 991905"/>
                <a:gd name="connsiteX1" fmla="*/ 772002 w 1609507"/>
                <a:gd name="connsiteY1" fmla="*/ 734571 h 991905"/>
                <a:gd name="connsiteX2" fmla="*/ 1609507 w 1609507"/>
                <a:gd name="connsiteY2" fmla="*/ 0 h 991905"/>
                <a:gd name="connsiteX3" fmla="*/ 1560380 w 1609507"/>
                <a:gd name="connsiteY3" fmla="*/ 729892 h 991905"/>
                <a:gd name="connsiteX4" fmla="*/ 1520610 w 1609507"/>
                <a:gd name="connsiteY4" fmla="*/ 781359 h 991905"/>
                <a:gd name="connsiteX5" fmla="*/ 1211809 w 1609507"/>
                <a:gd name="connsiteY5" fmla="*/ 846862 h 991905"/>
                <a:gd name="connsiteX6" fmla="*/ 1169700 w 1609507"/>
                <a:gd name="connsiteY6" fmla="*/ 832826 h 991905"/>
                <a:gd name="connsiteX7" fmla="*/ 1136948 w 1609507"/>
                <a:gd name="connsiteY7" fmla="*/ 823468 h 991905"/>
                <a:gd name="connsiteX8" fmla="*/ 1026997 w 1609507"/>
                <a:gd name="connsiteY8" fmla="*/ 860899 h 991905"/>
                <a:gd name="connsiteX9" fmla="*/ 949796 w 1609507"/>
                <a:gd name="connsiteY9" fmla="*/ 891311 h 991905"/>
                <a:gd name="connsiteX10" fmla="*/ 900669 w 1609507"/>
                <a:gd name="connsiteY10" fmla="*/ 893650 h 991905"/>
                <a:gd name="connsiteX11" fmla="*/ 872596 w 1609507"/>
                <a:gd name="connsiteY11" fmla="*/ 895990 h 991905"/>
                <a:gd name="connsiteX12" fmla="*/ 837505 w 1609507"/>
                <a:gd name="connsiteY12" fmla="*/ 893650 h 991905"/>
                <a:gd name="connsiteX13" fmla="*/ 776681 w 1609507"/>
                <a:gd name="connsiteY13" fmla="*/ 895990 h 991905"/>
                <a:gd name="connsiteX14" fmla="*/ 715856 w 1609507"/>
                <a:gd name="connsiteY14" fmla="*/ 907687 h 991905"/>
                <a:gd name="connsiteX15" fmla="*/ 638656 w 1609507"/>
                <a:gd name="connsiteY15" fmla="*/ 919384 h 991905"/>
                <a:gd name="connsiteX16" fmla="*/ 591868 w 1609507"/>
                <a:gd name="connsiteY16" fmla="*/ 935760 h 991905"/>
                <a:gd name="connsiteX17" fmla="*/ 173116 w 1609507"/>
                <a:gd name="connsiteY17" fmla="*/ 980208 h 991905"/>
                <a:gd name="connsiteX18" fmla="*/ 63164 w 1609507"/>
                <a:gd name="connsiteY18" fmla="*/ 991905 h 991905"/>
                <a:gd name="connsiteX19" fmla="*/ 0 w 1609507"/>
                <a:gd name="connsiteY19" fmla="*/ 952135 h 991905"/>
                <a:gd name="connsiteX20" fmla="*/ 51467 w 1609507"/>
                <a:gd name="connsiteY20" fmla="*/ 910026 h 991905"/>
                <a:gd name="connsiteX21" fmla="*/ 240958 w 1609507"/>
                <a:gd name="connsiteY21" fmla="*/ 879614 h 991905"/>
                <a:gd name="connsiteX22" fmla="*/ 704159 w 1609507"/>
                <a:gd name="connsiteY22" fmla="*/ 818790 h 991905"/>
                <a:gd name="connsiteX0" fmla="*/ 704159 w 1561719"/>
                <a:gd name="connsiteY0" fmla="*/ 217224 h 390339"/>
                <a:gd name="connsiteX1" fmla="*/ 772002 w 1561719"/>
                <a:gd name="connsiteY1" fmla="*/ 133005 h 390339"/>
                <a:gd name="connsiteX2" fmla="*/ 1512419 w 1561719"/>
                <a:gd name="connsiteY2" fmla="*/ 15907 h 390339"/>
                <a:gd name="connsiteX3" fmla="*/ 1560380 w 1561719"/>
                <a:gd name="connsiteY3" fmla="*/ 128326 h 390339"/>
                <a:gd name="connsiteX4" fmla="*/ 1520610 w 1561719"/>
                <a:gd name="connsiteY4" fmla="*/ 179793 h 390339"/>
                <a:gd name="connsiteX5" fmla="*/ 1211809 w 1561719"/>
                <a:gd name="connsiteY5" fmla="*/ 245296 h 390339"/>
                <a:gd name="connsiteX6" fmla="*/ 1169700 w 1561719"/>
                <a:gd name="connsiteY6" fmla="*/ 231260 h 390339"/>
                <a:gd name="connsiteX7" fmla="*/ 1136948 w 1561719"/>
                <a:gd name="connsiteY7" fmla="*/ 221902 h 390339"/>
                <a:gd name="connsiteX8" fmla="*/ 1026997 w 1561719"/>
                <a:gd name="connsiteY8" fmla="*/ 259333 h 390339"/>
                <a:gd name="connsiteX9" fmla="*/ 949796 w 1561719"/>
                <a:gd name="connsiteY9" fmla="*/ 289745 h 390339"/>
                <a:gd name="connsiteX10" fmla="*/ 900669 w 1561719"/>
                <a:gd name="connsiteY10" fmla="*/ 292084 h 390339"/>
                <a:gd name="connsiteX11" fmla="*/ 872596 w 1561719"/>
                <a:gd name="connsiteY11" fmla="*/ 294424 h 390339"/>
                <a:gd name="connsiteX12" fmla="*/ 837505 w 1561719"/>
                <a:gd name="connsiteY12" fmla="*/ 292084 h 390339"/>
                <a:gd name="connsiteX13" fmla="*/ 776681 w 1561719"/>
                <a:gd name="connsiteY13" fmla="*/ 294424 h 390339"/>
                <a:gd name="connsiteX14" fmla="*/ 715856 w 1561719"/>
                <a:gd name="connsiteY14" fmla="*/ 306121 h 390339"/>
                <a:gd name="connsiteX15" fmla="*/ 638656 w 1561719"/>
                <a:gd name="connsiteY15" fmla="*/ 317818 h 390339"/>
                <a:gd name="connsiteX16" fmla="*/ 591868 w 1561719"/>
                <a:gd name="connsiteY16" fmla="*/ 334194 h 390339"/>
                <a:gd name="connsiteX17" fmla="*/ 173116 w 1561719"/>
                <a:gd name="connsiteY17" fmla="*/ 378642 h 390339"/>
                <a:gd name="connsiteX18" fmla="*/ 63164 w 1561719"/>
                <a:gd name="connsiteY18" fmla="*/ 390339 h 390339"/>
                <a:gd name="connsiteX19" fmla="*/ 0 w 1561719"/>
                <a:gd name="connsiteY19" fmla="*/ 350569 h 390339"/>
                <a:gd name="connsiteX20" fmla="*/ 51467 w 1561719"/>
                <a:gd name="connsiteY20" fmla="*/ 308460 h 390339"/>
                <a:gd name="connsiteX21" fmla="*/ 240958 w 1561719"/>
                <a:gd name="connsiteY21" fmla="*/ 278048 h 390339"/>
                <a:gd name="connsiteX22" fmla="*/ 704159 w 1561719"/>
                <a:gd name="connsiteY22" fmla="*/ 217224 h 390339"/>
                <a:gd name="connsiteX0" fmla="*/ 704159 w 1561864"/>
                <a:gd name="connsiteY0" fmla="*/ 221134 h 394249"/>
                <a:gd name="connsiteX1" fmla="*/ 772002 w 1561864"/>
                <a:gd name="connsiteY1" fmla="*/ 136915 h 394249"/>
                <a:gd name="connsiteX2" fmla="*/ 1512419 w 1561864"/>
                <a:gd name="connsiteY2" fmla="*/ 19817 h 394249"/>
                <a:gd name="connsiteX3" fmla="*/ 1560380 w 1561864"/>
                <a:gd name="connsiteY3" fmla="*/ 132236 h 394249"/>
                <a:gd name="connsiteX4" fmla="*/ 1520610 w 1561864"/>
                <a:gd name="connsiteY4" fmla="*/ 183703 h 394249"/>
                <a:gd name="connsiteX5" fmla="*/ 1211809 w 1561864"/>
                <a:gd name="connsiteY5" fmla="*/ 249206 h 394249"/>
                <a:gd name="connsiteX6" fmla="*/ 1169700 w 1561864"/>
                <a:gd name="connsiteY6" fmla="*/ 235170 h 394249"/>
                <a:gd name="connsiteX7" fmla="*/ 1136948 w 1561864"/>
                <a:gd name="connsiteY7" fmla="*/ 225812 h 394249"/>
                <a:gd name="connsiteX8" fmla="*/ 1026997 w 1561864"/>
                <a:gd name="connsiteY8" fmla="*/ 263243 h 394249"/>
                <a:gd name="connsiteX9" fmla="*/ 949796 w 1561864"/>
                <a:gd name="connsiteY9" fmla="*/ 293655 h 394249"/>
                <a:gd name="connsiteX10" fmla="*/ 900669 w 1561864"/>
                <a:gd name="connsiteY10" fmla="*/ 295994 h 394249"/>
                <a:gd name="connsiteX11" fmla="*/ 872596 w 1561864"/>
                <a:gd name="connsiteY11" fmla="*/ 298334 h 394249"/>
                <a:gd name="connsiteX12" fmla="*/ 837505 w 1561864"/>
                <a:gd name="connsiteY12" fmla="*/ 295994 h 394249"/>
                <a:gd name="connsiteX13" fmla="*/ 776681 w 1561864"/>
                <a:gd name="connsiteY13" fmla="*/ 298334 h 394249"/>
                <a:gd name="connsiteX14" fmla="*/ 715856 w 1561864"/>
                <a:gd name="connsiteY14" fmla="*/ 310031 h 394249"/>
                <a:gd name="connsiteX15" fmla="*/ 638656 w 1561864"/>
                <a:gd name="connsiteY15" fmla="*/ 321728 h 394249"/>
                <a:gd name="connsiteX16" fmla="*/ 591868 w 1561864"/>
                <a:gd name="connsiteY16" fmla="*/ 338104 h 394249"/>
                <a:gd name="connsiteX17" fmla="*/ 173116 w 1561864"/>
                <a:gd name="connsiteY17" fmla="*/ 382552 h 394249"/>
                <a:gd name="connsiteX18" fmla="*/ 63164 w 1561864"/>
                <a:gd name="connsiteY18" fmla="*/ 394249 h 394249"/>
                <a:gd name="connsiteX19" fmla="*/ 0 w 1561864"/>
                <a:gd name="connsiteY19" fmla="*/ 354479 h 394249"/>
                <a:gd name="connsiteX20" fmla="*/ 51467 w 1561864"/>
                <a:gd name="connsiteY20" fmla="*/ 312370 h 394249"/>
                <a:gd name="connsiteX21" fmla="*/ 240958 w 1561864"/>
                <a:gd name="connsiteY21" fmla="*/ 281958 h 394249"/>
                <a:gd name="connsiteX22" fmla="*/ 704159 w 1561864"/>
                <a:gd name="connsiteY22" fmla="*/ 221134 h 394249"/>
                <a:gd name="connsiteX0" fmla="*/ 704159 w 1561111"/>
                <a:gd name="connsiteY0" fmla="*/ 201952 h 375067"/>
                <a:gd name="connsiteX1" fmla="*/ 772002 w 1561111"/>
                <a:gd name="connsiteY1" fmla="*/ 117733 h 375067"/>
                <a:gd name="connsiteX2" fmla="*/ 1512419 w 1561111"/>
                <a:gd name="connsiteY2" fmla="*/ 635 h 375067"/>
                <a:gd name="connsiteX3" fmla="*/ 1560380 w 1561111"/>
                <a:gd name="connsiteY3" fmla="*/ 113054 h 375067"/>
                <a:gd name="connsiteX4" fmla="*/ 1520610 w 1561111"/>
                <a:gd name="connsiteY4" fmla="*/ 164521 h 375067"/>
                <a:gd name="connsiteX5" fmla="*/ 1211809 w 1561111"/>
                <a:gd name="connsiteY5" fmla="*/ 230024 h 375067"/>
                <a:gd name="connsiteX6" fmla="*/ 1169700 w 1561111"/>
                <a:gd name="connsiteY6" fmla="*/ 215988 h 375067"/>
                <a:gd name="connsiteX7" fmla="*/ 1136948 w 1561111"/>
                <a:gd name="connsiteY7" fmla="*/ 206630 h 375067"/>
                <a:gd name="connsiteX8" fmla="*/ 1026997 w 1561111"/>
                <a:gd name="connsiteY8" fmla="*/ 244061 h 375067"/>
                <a:gd name="connsiteX9" fmla="*/ 949796 w 1561111"/>
                <a:gd name="connsiteY9" fmla="*/ 274473 h 375067"/>
                <a:gd name="connsiteX10" fmla="*/ 900669 w 1561111"/>
                <a:gd name="connsiteY10" fmla="*/ 276812 h 375067"/>
                <a:gd name="connsiteX11" fmla="*/ 872596 w 1561111"/>
                <a:gd name="connsiteY11" fmla="*/ 279152 h 375067"/>
                <a:gd name="connsiteX12" fmla="*/ 837505 w 1561111"/>
                <a:gd name="connsiteY12" fmla="*/ 276812 h 375067"/>
                <a:gd name="connsiteX13" fmla="*/ 776681 w 1561111"/>
                <a:gd name="connsiteY13" fmla="*/ 279152 h 375067"/>
                <a:gd name="connsiteX14" fmla="*/ 715856 w 1561111"/>
                <a:gd name="connsiteY14" fmla="*/ 290849 h 375067"/>
                <a:gd name="connsiteX15" fmla="*/ 638656 w 1561111"/>
                <a:gd name="connsiteY15" fmla="*/ 302546 h 375067"/>
                <a:gd name="connsiteX16" fmla="*/ 591868 w 1561111"/>
                <a:gd name="connsiteY16" fmla="*/ 318922 h 375067"/>
                <a:gd name="connsiteX17" fmla="*/ 173116 w 1561111"/>
                <a:gd name="connsiteY17" fmla="*/ 363370 h 375067"/>
                <a:gd name="connsiteX18" fmla="*/ 63164 w 1561111"/>
                <a:gd name="connsiteY18" fmla="*/ 375067 h 375067"/>
                <a:gd name="connsiteX19" fmla="*/ 0 w 1561111"/>
                <a:gd name="connsiteY19" fmla="*/ 335297 h 375067"/>
                <a:gd name="connsiteX20" fmla="*/ 51467 w 1561111"/>
                <a:gd name="connsiteY20" fmla="*/ 293188 h 375067"/>
                <a:gd name="connsiteX21" fmla="*/ 240958 w 1561111"/>
                <a:gd name="connsiteY21" fmla="*/ 262776 h 375067"/>
                <a:gd name="connsiteX22" fmla="*/ 704159 w 1561111"/>
                <a:gd name="connsiteY22" fmla="*/ 201952 h 375067"/>
                <a:gd name="connsiteX0" fmla="*/ 704159 w 1563254"/>
                <a:gd name="connsiteY0" fmla="*/ 172385 h 345500"/>
                <a:gd name="connsiteX1" fmla="*/ 772002 w 1563254"/>
                <a:gd name="connsiteY1" fmla="*/ 88166 h 345500"/>
                <a:gd name="connsiteX2" fmla="*/ 1559020 w 1563254"/>
                <a:gd name="connsiteY2" fmla="*/ 13786 h 345500"/>
                <a:gd name="connsiteX3" fmla="*/ 1560380 w 1563254"/>
                <a:gd name="connsiteY3" fmla="*/ 83487 h 345500"/>
                <a:gd name="connsiteX4" fmla="*/ 1520610 w 1563254"/>
                <a:gd name="connsiteY4" fmla="*/ 134954 h 345500"/>
                <a:gd name="connsiteX5" fmla="*/ 1211809 w 1563254"/>
                <a:gd name="connsiteY5" fmla="*/ 200457 h 345500"/>
                <a:gd name="connsiteX6" fmla="*/ 1169700 w 1563254"/>
                <a:gd name="connsiteY6" fmla="*/ 186421 h 345500"/>
                <a:gd name="connsiteX7" fmla="*/ 1136948 w 1563254"/>
                <a:gd name="connsiteY7" fmla="*/ 177063 h 345500"/>
                <a:gd name="connsiteX8" fmla="*/ 1026997 w 1563254"/>
                <a:gd name="connsiteY8" fmla="*/ 214494 h 345500"/>
                <a:gd name="connsiteX9" fmla="*/ 949796 w 1563254"/>
                <a:gd name="connsiteY9" fmla="*/ 244906 h 345500"/>
                <a:gd name="connsiteX10" fmla="*/ 900669 w 1563254"/>
                <a:gd name="connsiteY10" fmla="*/ 247245 h 345500"/>
                <a:gd name="connsiteX11" fmla="*/ 872596 w 1563254"/>
                <a:gd name="connsiteY11" fmla="*/ 249585 h 345500"/>
                <a:gd name="connsiteX12" fmla="*/ 837505 w 1563254"/>
                <a:gd name="connsiteY12" fmla="*/ 247245 h 345500"/>
                <a:gd name="connsiteX13" fmla="*/ 776681 w 1563254"/>
                <a:gd name="connsiteY13" fmla="*/ 249585 h 345500"/>
                <a:gd name="connsiteX14" fmla="*/ 715856 w 1563254"/>
                <a:gd name="connsiteY14" fmla="*/ 261282 h 345500"/>
                <a:gd name="connsiteX15" fmla="*/ 638656 w 1563254"/>
                <a:gd name="connsiteY15" fmla="*/ 272979 h 345500"/>
                <a:gd name="connsiteX16" fmla="*/ 591868 w 1563254"/>
                <a:gd name="connsiteY16" fmla="*/ 289355 h 345500"/>
                <a:gd name="connsiteX17" fmla="*/ 173116 w 1563254"/>
                <a:gd name="connsiteY17" fmla="*/ 333803 h 345500"/>
                <a:gd name="connsiteX18" fmla="*/ 63164 w 1563254"/>
                <a:gd name="connsiteY18" fmla="*/ 345500 h 345500"/>
                <a:gd name="connsiteX19" fmla="*/ 0 w 1563254"/>
                <a:gd name="connsiteY19" fmla="*/ 305730 h 345500"/>
                <a:gd name="connsiteX20" fmla="*/ 51467 w 1563254"/>
                <a:gd name="connsiteY20" fmla="*/ 263621 h 345500"/>
                <a:gd name="connsiteX21" fmla="*/ 240958 w 1563254"/>
                <a:gd name="connsiteY21" fmla="*/ 233209 h 345500"/>
                <a:gd name="connsiteX22" fmla="*/ 704159 w 1563254"/>
                <a:gd name="connsiteY22" fmla="*/ 172385 h 345500"/>
                <a:gd name="connsiteX0" fmla="*/ 704159 w 1563254"/>
                <a:gd name="connsiteY0" fmla="*/ 164574 h 337689"/>
                <a:gd name="connsiteX1" fmla="*/ 830254 w 1563254"/>
                <a:gd name="connsiteY1" fmla="*/ 99773 h 337689"/>
                <a:gd name="connsiteX2" fmla="*/ 1559020 w 1563254"/>
                <a:gd name="connsiteY2" fmla="*/ 5975 h 337689"/>
                <a:gd name="connsiteX3" fmla="*/ 1560380 w 1563254"/>
                <a:gd name="connsiteY3" fmla="*/ 75676 h 337689"/>
                <a:gd name="connsiteX4" fmla="*/ 1520610 w 1563254"/>
                <a:gd name="connsiteY4" fmla="*/ 127143 h 337689"/>
                <a:gd name="connsiteX5" fmla="*/ 1211809 w 1563254"/>
                <a:gd name="connsiteY5" fmla="*/ 192646 h 337689"/>
                <a:gd name="connsiteX6" fmla="*/ 1169700 w 1563254"/>
                <a:gd name="connsiteY6" fmla="*/ 178610 h 337689"/>
                <a:gd name="connsiteX7" fmla="*/ 1136948 w 1563254"/>
                <a:gd name="connsiteY7" fmla="*/ 169252 h 337689"/>
                <a:gd name="connsiteX8" fmla="*/ 1026997 w 1563254"/>
                <a:gd name="connsiteY8" fmla="*/ 206683 h 337689"/>
                <a:gd name="connsiteX9" fmla="*/ 949796 w 1563254"/>
                <a:gd name="connsiteY9" fmla="*/ 237095 h 337689"/>
                <a:gd name="connsiteX10" fmla="*/ 900669 w 1563254"/>
                <a:gd name="connsiteY10" fmla="*/ 239434 h 337689"/>
                <a:gd name="connsiteX11" fmla="*/ 872596 w 1563254"/>
                <a:gd name="connsiteY11" fmla="*/ 241774 h 337689"/>
                <a:gd name="connsiteX12" fmla="*/ 837505 w 1563254"/>
                <a:gd name="connsiteY12" fmla="*/ 239434 h 337689"/>
                <a:gd name="connsiteX13" fmla="*/ 776681 w 1563254"/>
                <a:gd name="connsiteY13" fmla="*/ 241774 h 337689"/>
                <a:gd name="connsiteX14" fmla="*/ 715856 w 1563254"/>
                <a:gd name="connsiteY14" fmla="*/ 253471 h 337689"/>
                <a:gd name="connsiteX15" fmla="*/ 638656 w 1563254"/>
                <a:gd name="connsiteY15" fmla="*/ 265168 h 337689"/>
                <a:gd name="connsiteX16" fmla="*/ 591868 w 1563254"/>
                <a:gd name="connsiteY16" fmla="*/ 281544 h 337689"/>
                <a:gd name="connsiteX17" fmla="*/ 173116 w 1563254"/>
                <a:gd name="connsiteY17" fmla="*/ 325992 h 337689"/>
                <a:gd name="connsiteX18" fmla="*/ 63164 w 1563254"/>
                <a:gd name="connsiteY18" fmla="*/ 337689 h 337689"/>
                <a:gd name="connsiteX19" fmla="*/ 0 w 1563254"/>
                <a:gd name="connsiteY19" fmla="*/ 297919 h 337689"/>
                <a:gd name="connsiteX20" fmla="*/ 51467 w 1563254"/>
                <a:gd name="connsiteY20" fmla="*/ 255810 h 337689"/>
                <a:gd name="connsiteX21" fmla="*/ 240958 w 1563254"/>
                <a:gd name="connsiteY21" fmla="*/ 225398 h 337689"/>
                <a:gd name="connsiteX22" fmla="*/ 704159 w 1563254"/>
                <a:gd name="connsiteY22" fmla="*/ 164574 h 337689"/>
                <a:gd name="connsiteX0" fmla="*/ 704159 w 1563254"/>
                <a:gd name="connsiteY0" fmla="*/ 164574 h 337689"/>
                <a:gd name="connsiteX1" fmla="*/ 830254 w 1563254"/>
                <a:gd name="connsiteY1" fmla="*/ 99773 h 337689"/>
                <a:gd name="connsiteX2" fmla="*/ 1559020 w 1563254"/>
                <a:gd name="connsiteY2" fmla="*/ 5975 h 337689"/>
                <a:gd name="connsiteX3" fmla="*/ 1560380 w 1563254"/>
                <a:gd name="connsiteY3" fmla="*/ 75676 h 337689"/>
                <a:gd name="connsiteX4" fmla="*/ 1520610 w 1563254"/>
                <a:gd name="connsiteY4" fmla="*/ 127143 h 337689"/>
                <a:gd name="connsiteX5" fmla="*/ 1211809 w 1563254"/>
                <a:gd name="connsiteY5" fmla="*/ 192646 h 337689"/>
                <a:gd name="connsiteX6" fmla="*/ 1169700 w 1563254"/>
                <a:gd name="connsiteY6" fmla="*/ 178610 h 337689"/>
                <a:gd name="connsiteX7" fmla="*/ 1136948 w 1563254"/>
                <a:gd name="connsiteY7" fmla="*/ 169252 h 337689"/>
                <a:gd name="connsiteX8" fmla="*/ 1026997 w 1563254"/>
                <a:gd name="connsiteY8" fmla="*/ 206683 h 337689"/>
                <a:gd name="connsiteX9" fmla="*/ 949796 w 1563254"/>
                <a:gd name="connsiteY9" fmla="*/ 237095 h 337689"/>
                <a:gd name="connsiteX10" fmla="*/ 900669 w 1563254"/>
                <a:gd name="connsiteY10" fmla="*/ 239434 h 337689"/>
                <a:gd name="connsiteX11" fmla="*/ 872596 w 1563254"/>
                <a:gd name="connsiteY11" fmla="*/ 241774 h 337689"/>
                <a:gd name="connsiteX12" fmla="*/ 837505 w 1563254"/>
                <a:gd name="connsiteY12" fmla="*/ 239434 h 337689"/>
                <a:gd name="connsiteX13" fmla="*/ 776681 w 1563254"/>
                <a:gd name="connsiteY13" fmla="*/ 241774 h 337689"/>
                <a:gd name="connsiteX14" fmla="*/ 715856 w 1563254"/>
                <a:gd name="connsiteY14" fmla="*/ 253471 h 337689"/>
                <a:gd name="connsiteX15" fmla="*/ 638656 w 1563254"/>
                <a:gd name="connsiteY15" fmla="*/ 265168 h 337689"/>
                <a:gd name="connsiteX16" fmla="*/ 591868 w 1563254"/>
                <a:gd name="connsiteY16" fmla="*/ 281544 h 337689"/>
                <a:gd name="connsiteX17" fmla="*/ 173116 w 1563254"/>
                <a:gd name="connsiteY17" fmla="*/ 325992 h 337689"/>
                <a:gd name="connsiteX18" fmla="*/ 63164 w 1563254"/>
                <a:gd name="connsiteY18" fmla="*/ 337689 h 337689"/>
                <a:gd name="connsiteX19" fmla="*/ 0 w 1563254"/>
                <a:gd name="connsiteY19" fmla="*/ 297919 h 337689"/>
                <a:gd name="connsiteX20" fmla="*/ 51467 w 1563254"/>
                <a:gd name="connsiteY20" fmla="*/ 255810 h 337689"/>
                <a:gd name="connsiteX21" fmla="*/ 240958 w 1563254"/>
                <a:gd name="connsiteY21" fmla="*/ 225398 h 337689"/>
                <a:gd name="connsiteX22" fmla="*/ 704159 w 1563254"/>
                <a:gd name="connsiteY22" fmla="*/ 164574 h 337689"/>
                <a:gd name="connsiteX0" fmla="*/ 731342 w 1563254"/>
                <a:gd name="connsiteY0" fmla="*/ 98554 h 337689"/>
                <a:gd name="connsiteX1" fmla="*/ 830254 w 1563254"/>
                <a:gd name="connsiteY1" fmla="*/ 99773 h 337689"/>
                <a:gd name="connsiteX2" fmla="*/ 1559020 w 1563254"/>
                <a:gd name="connsiteY2" fmla="*/ 5975 h 337689"/>
                <a:gd name="connsiteX3" fmla="*/ 1560380 w 1563254"/>
                <a:gd name="connsiteY3" fmla="*/ 75676 h 337689"/>
                <a:gd name="connsiteX4" fmla="*/ 1520610 w 1563254"/>
                <a:gd name="connsiteY4" fmla="*/ 127143 h 337689"/>
                <a:gd name="connsiteX5" fmla="*/ 1211809 w 1563254"/>
                <a:gd name="connsiteY5" fmla="*/ 192646 h 337689"/>
                <a:gd name="connsiteX6" fmla="*/ 1169700 w 1563254"/>
                <a:gd name="connsiteY6" fmla="*/ 178610 h 337689"/>
                <a:gd name="connsiteX7" fmla="*/ 1136948 w 1563254"/>
                <a:gd name="connsiteY7" fmla="*/ 169252 h 337689"/>
                <a:gd name="connsiteX8" fmla="*/ 1026997 w 1563254"/>
                <a:gd name="connsiteY8" fmla="*/ 206683 h 337689"/>
                <a:gd name="connsiteX9" fmla="*/ 949796 w 1563254"/>
                <a:gd name="connsiteY9" fmla="*/ 237095 h 337689"/>
                <a:gd name="connsiteX10" fmla="*/ 900669 w 1563254"/>
                <a:gd name="connsiteY10" fmla="*/ 239434 h 337689"/>
                <a:gd name="connsiteX11" fmla="*/ 872596 w 1563254"/>
                <a:gd name="connsiteY11" fmla="*/ 241774 h 337689"/>
                <a:gd name="connsiteX12" fmla="*/ 837505 w 1563254"/>
                <a:gd name="connsiteY12" fmla="*/ 239434 h 337689"/>
                <a:gd name="connsiteX13" fmla="*/ 776681 w 1563254"/>
                <a:gd name="connsiteY13" fmla="*/ 241774 h 337689"/>
                <a:gd name="connsiteX14" fmla="*/ 715856 w 1563254"/>
                <a:gd name="connsiteY14" fmla="*/ 253471 h 337689"/>
                <a:gd name="connsiteX15" fmla="*/ 638656 w 1563254"/>
                <a:gd name="connsiteY15" fmla="*/ 265168 h 337689"/>
                <a:gd name="connsiteX16" fmla="*/ 591868 w 1563254"/>
                <a:gd name="connsiteY16" fmla="*/ 281544 h 337689"/>
                <a:gd name="connsiteX17" fmla="*/ 173116 w 1563254"/>
                <a:gd name="connsiteY17" fmla="*/ 325992 h 337689"/>
                <a:gd name="connsiteX18" fmla="*/ 63164 w 1563254"/>
                <a:gd name="connsiteY18" fmla="*/ 337689 h 337689"/>
                <a:gd name="connsiteX19" fmla="*/ 0 w 1563254"/>
                <a:gd name="connsiteY19" fmla="*/ 297919 h 337689"/>
                <a:gd name="connsiteX20" fmla="*/ 51467 w 1563254"/>
                <a:gd name="connsiteY20" fmla="*/ 255810 h 337689"/>
                <a:gd name="connsiteX21" fmla="*/ 240958 w 1563254"/>
                <a:gd name="connsiteY21" fmla="*/ 225398 h 337689"/>
                <a:gd name="connsiteX22" fmla="*/ 731342 w 1563254"/>
                <a:gd name="connsiteY22" fmla="*/ 98554 h 337689"/>
                <a:gd name="connsiteX0" fmla="*/ 731342 w 1563254"/>
                <a:gd name="connsiteY0" fmla="*/ 98554 h 337689"/>
                <a:gd name="connsiteX1" fmla="*/ 830254 w 1563254"/>
                <a:gd name="connsiteY1" fmla="*/ 99773 h 337689"/>
                <a:gd name="connsiteX2" fmla="*/ 1559020 w 1563254"/>
                <a:gd name="connsiteY2" fmla="*/ 5975 h 337689"/>
                <a:gd name="connsiteX3" fmla="*/ 1560380 w 1563254"/>
                <a:gd name="connsiteY3" fmla="*/ 75676 h 337689"/>
                <a:gd name="connsiteX4" fmla="*/ 1505076 w 1563254"/>
                <a:gd name="connsiteY4" fmla="*/ 165978 h 337689"/>
                <a:gd name="connsiteX5" fmla="*/ 1211809 w 1563254"/>
                <a:gd name="connsiteY5" fmla="*/ 192646 h 337689"/>
                <a:gd name="connsiteX6" fmla="*/ 1169700 w 1563254"/>
                <a:gd name="connsiteY6" fmla="*/ 178610 h 337689"/>
                <a:gd name="connsiteX7" fmla="*/ 1136948 w 1563254"/>
                <a:gd name="connsiteY7" fmla="*/ 169252 h 337689"/>
                <a:gd name="connsiteX8" fmla="*/ 1026997 w 1563254"/>
                <a:gd name="connsiteY8" fmla="*/ 206683 h 337689"/>
                <a:gd name="connsiteX9" fmla="*/ 949796 w 1563254"/>
                <a:gd name="connsiteY9" fmla="*/ 237095 h 337689"/>
                <a:gd name="connsiteX10" fmla="*/ 900669 w 1563254"/>
                <a:gd name="connsiteY10" fmla="*/ 239434 h 337689"/>
                <a:gd name="connsiteX11" fmla="*/ 872596 w 1563254"/>
                <a:gd name="connsiteY11" fmla="*/ 241774 h 337689"/>
                <a:gd name="connsiteX12" fmla="*/ 837505 w 1563254"/>
                <a:gd name="connsiteY12" fmla="*/ 239434 h 337689"/>
                <a:gd name="connsiteX13" fmla="*/ 776681 w 1563254"/>
                <a:gd name="connsiteY13" fmla="*/ 241774 h 337689"/>
                <a:gd name="connsiteX14" fmla="*/ 715856 w 1563254"/>
                <a:gd name="connsiteY14" fmla="*/ 253471 h 337689"/>
                <a:gd name="connsiteX15" fmla="*/ 638656 w 1563254"/>
                <a:gd name="connsiteY15" fmla="*/ 265168 h 337689"/>
                <a:gd name="connsiteX16" fmla="*/ 591868 w 1563254"/>
                <a:gd name="connsiteY16" fmla="*/ 281544 h 337689"/>
                <a:gd name="connsiteX17" fmla="*/ 173116 w 1563254"/>
                <a:gd name="connsiteY17" fmla="*/ 325992 h 337689"/>
                <a:gd name="connsiteX18" fmla="*/ 63164 w 1563254"/>
                <a:gd name="connsiteY18" fmla="*/ 337689 h 337689"/>
                <a:gd name="connsiteX19" fmla="*/ 0 w 1563254"/>
                <a:gd name="connsiteY19" fmla="*/ 297919 h 337689"/>
                <a:gd name="connsiteX20" fmla="*/ 51467 w 1563254"/>
                <a:gd name="connsiteY20" fmla="*/ 255810 h 337689"/>
                <a:gd name="connsiteX21" fmla="*/ 240958 w 1563254"/>
                <a:gd name="connsiteY21" fmla="*/ 225398 h 337689"/>
                <a:gd name="connsiteX22" fmla="*/ 731342 w 1563254"/>
                <a:gd name="connsiteY22" fmla="*/ 98554 h 337689"/>
                <a:gd name="connsiteX0" fmla="*/ 731342 w 1608004"/>
                <a:gd name="connsiteY0" fmla="*/ 98554 h 337689"/>
                <a:gd name="connsiteX1" fmla="*/ 830254 w 1608004"/>
                <a:gd name="connsiteY1" fmla="*/ 99773 h 337689"/>
                <a:gd name="connsiteX2" fmla="*/ 1559020 w 1608004"/>
                <a:gd name="connsiteY2" fmla="*/ 5975 h 337689"/>
                <a:gd name="connsiteX3" fmla="*/ 1505076 w 1608004"/>
                <a:gd name="connsiteY3" fmla="*/ 165978 h 337689"/>
                <a:gd name="connsiteX4" fmla="*/ 1211809 w 1608004"/>
                <a:gd name="connsiteY4" fmla="*/ 192646 h 337689"/>
                <a:gd name="connsiteX5" fmla="*/ 1169700 w 1608004"/>
                <a:gd name="connsiteY5" fmla="*/ 178610 h 337689"/>
                <a:gd name="connsiteX6" fmla="*/ 1136948 w 1608004"/>
                <a:gd name="connsiteY6" fmla="*/ 169252 h 337689"/>
                <a:gd name="connsiteX7" fmla="*/ 1026997 w 1608004"/>
                <a:gd name="connsiteY7" fmla="*/ 206683 h 337689"/>
                <a:gd name="connsiteX8" fmla="*/ 949796 w 1608004"/>
                <a:gd name="connsiteY8" fmla="*/ 237095 h 337689"/>
                <a:gd name="connsiteX9" fmla="*/ 900669 w 1608004"/>
                <a:gd name="connsiteY9" fmla="*/ 239434 h 337689"/>
                <a:gd name="connsiteX10" fmla="*/ 872596 w 1608004"/>
                <a:gd name="connsiteY10" fmla="*/ 241774 h 337689"/>
                <a:gd name="connsiteX11" fmla="*/ 837505 w 1608004"/>
                <a:gd name="connsiteY11" fmla="*/ 239434 h 337689"/>
                <a:gd name="connsiteX12" fmla="*/ 776681 w 1608004"/>
                <a:gd name="connsiteY12" fmla="*/ 241774 h 337689"/>
                <a:gd name="connsiteX13" fmla="*/ 715856 w 1608004"/>
                <a:gd name="connsiteY13" fmla="*/ 253471 h 337689"/>
                <a:gd name="connsiteX14" fmla="*/ 638656 w 1608004"/>
                <a:gd name="connsiteY14" fmla="*/ 265168 h 337689"/>
                <a:gd name="connsiteX15" fmla="*/ 591868 w 1608004"/>
                <a:gd name="connsiteY15" fmla="*/ 281544 h 337689"/>
                <a:gd name="connsiteX16" fmla="*/ 173116 w 1608004"/>
                <a:gd name="connsiteY16" fmla="*/ 325992 h 337689"/>
                <a:gd name="connsiteX17" fmla="*/ 63164 w 1608004"/>
                <a:gd name="connsiteY17" fmla="*/ 337689 h 337689"/>
                <a:gd name="connsiteX18" fmla="*/ 0 w 1608004"/>
                <a:gd name="connsiteY18" fmla="*/ 297919 h 337689"/>
                <a:gd name="connsiteX19" fmla="*/ 51467 w 1608004"/>
                <a:gd name="connsiteY19" fmla="*/ 255810 h 337689"/>
                <a:gd name="connsiteX20" fmla="*/ 240958 w 1608004"/>
                <a:gd name="connsiteY20" fmla="*/ 225398 h 337689"/>
                <a:gd name="connsiteX21" fmla="*/ 731342 w 1608004"/>
                <a:gd name="connsiteY21" fmla="*/ 98554 h 337689"/>
                <a:gd name="connsiteX0" fmla="*/ 731342 w 1559019"/>
                <a:gd name="connsiteY0" fmla="*/ 98554 h 337689"/>
                <a:gd name="connsiteX1" fmla="*/ 830254 w 1559019"/>
                <a:gd name="connsiteY1" fmla="*/ 99773 h 337689"/>
                <a:gd name="connsiteX2" fmla="*/ 1559020 w 1559019"/>
                <a:gd name="connsiteY2" fmla="*/ 5975 h 337689"/>
                <a:gd name="connsiteX3" fmla="*/ 1505076 w 1559019"/>
                <a:gd name="connsiteY3" fmla="*/ 165978 h 337689"/>
                <a:gd name="connsiteX4" fmla="*/ 1211809 w 1559019"/>
                <a:gd name="connsiteY4" fmla="*/ 192646 h 337689"/>
                <a:gd name="connsiteX5" fmla="*/ 1169700 w 1559019"/>
                <a:gd name="connsiteY5" fmla="*/ 178610 h 337689"/>
                <a:gd name="connsiteX6" fmla="*/ 1136948 w 1559019"/>
                <a:gd name="connsiteY6" fmla="*/ 169252 h 337689"/>
                <a:gd name="connsiteX7" fmla="*/ 1026997 w 1559019"/>
                <a:gd name="connsiteY7" fmla="*/ 206683 h 337689"/>
                <a:gd name="connsiteX8" fmla="*/ 949796 w 1559019"/>
                <a:gd name="connsiteY8" fmla="*/ 237095 h 337689"/>
                <a:gd name="connsiteX9" fmla="*/ 900669 w 1559019"/>
                <a:gd name="connsiteY9" fmla="*/ 239434 h 337689"/>
                <a:gd name="connsiteX10" fmla="*/ 872596 w 1559019"/>
                <a:gd name="connsiteY10" fmla="*/ 241774 h 337689"/>
                <a:gd name="connsiteX11" fmla="*/ 837505 w 1559019"/>
                <a:gd name="connsiteY11" fmla="*/ 239434 h 337689"/>
                <a:gd name="connsiteX12" fmla="*/ 776681 w 1559019"/>
                <a:gd name="connsiteY12" fmla="*/ 241774 h 337689"/>
                <a:gd name="connsiteX13" fmla="*/ 715856 w 1559019"/>
                <a:gd name="connsiteY13" fmla="*/ 253471 h 337689"/>
                <a:gd name="connsiteX14" fmla="*/ 638656 w 1559019"/>
                <a:gd name="connsiteY14" fmla="*/ 265168 h 337689"/>
                <a:gd name="connsiteX15" fmla="*/ 591868 w 1559019"/>
                <a:gd name="connsiteY15" fmla="*/ 281544 h 337689"/>
                <a:gd name="connsiteX16" fmla="*/ 173116 w 1559019"/>
                <a:gd name="connsiteY16" fmla="*/ 325992 h 337689"/>
                <a:gd name="connsiteX17" fmla="*/ 63164 w 1559019"/>
                <a:gd name="connsiteY17" fmla="*/ 337689 h 337689"/>
                <a:gd name="connsiteX18" fmla="*/ 0 w 1559019"/>
                <a:gd name="connsiteY18" fmla="*/ 297919 h 337689"/>
                <a:gd name="connsiteX19" fmla="*/ 51467 w 1559019"/>
                <a:gd name="connsiteY19" fmla="*/ 255810 h 337689"/>
                <a:gd name="connsiteX20" fmla="*/ 240958 w 1559019"/>
                <a:gd name="connsiteY20" fmla="*/ 225398 h 337689"/>
                <a:gd name="connsiteX21" fmla="*/ 731342 w 1559019"/>
                <a:gd name="connsiteY21" fmla="*/ 98554 h 337689"/>
                <a:gd name="connsiteX0" fmla="*/ 731342 w 1525495"/>
                <a:gd name="connsiteY0" fmla="*/ 66107 h 305242"/>
                <a:gd name="connsiteX1" fmla="*/ 830254 w 1525495"/>
                <a:gd name="connsiteY1" fmla="*/ 67326 h 305242"/>
                <a:gd name="connsiteX2" fmla="*/ 1524069 w 1525495"/>
                <a:gd name="connsiteY2" fmla="*/ 43430 h 305242"/>
                <a:gd name="connsiteX3" fmla="*/ 1505076 w 1525495"/>
                <a:gd name="connsiteY3" fmla="*/ 133531 h 305242"/>
                <a:gd name="connsiteX4" fmla="*/ 1211809 w 1525495"/>
                <a:gd name="connsiteY4" fmla="*/ 160199 h 305242"/>
                <a:gd name="connsiteX5" fmla="*/ 1169700 w 1525495"/>
                <a:gd name="connsiteY5" fmla="*/ 146163 h 305242"/>
                <a:gd name="connsiteX6" fmla="*/ 1136948 w 1525495"/>
                <a:gd name="connsiteY6" fmla="*/ 136805 h 305242"/>
                <a:gd name="connsiteX7" fmla="*/ 1026997 w 1525495"/>
                <a:gd name="connsiteY7" fmla="*/ 174236 h 305242"/>
                <a:gd name="connsiteX8" fmla="*/ 949796 w 1525495"/>
                <a:gd name="connsiteY8" fmla="*/ 204648 h 305242"/>
                <a:gd name="connsiteX9" fmla="*/ 900669 w 1525495"/>
                <a:gd name="connsiteY9" fmla="*/ 206987 h 305242"/>
                <a:gd name="connsiteX10" fmla="*/ 872596 w 1525495"/>
                <a:gd name="connsiteY10" fmla="*/ 209327 h 305242"/>
                <a:gd name="connsiteX11" fmla="*/ 837505 w 1525495"/>
                <a:gd name="connsiteY11" fmla="*/ 206987 h 305242"/>
                <a:gd name="connsiteX12" fmla="*/ 776681 w 1525495"/>
                <a:gd name="connsiteY12" fmla="*/ 209327 h 305242"/>
                <a:gd name="connsiteX13" fmla="*/ 715856 w 1525495"/>
                <a:gd name="connsiteY13" fmla="*/ 221024 h 305242"/>
                <a:gd name="connsiteX14" fmla="*/ 638656 w 1525495"/>
                <a:gd name="connsiteY14" fmla="*/ 232721 h 305242"/>
                <a:gd name="connsiteX15" fmla="*/ 591868 w 1525495"/>
                <a:gd name="connsiteY15" fmla="*/ 249097 h 305242"/>
                <a:gd name="connsiteX16" fmla="*/ 173116 w 1525495"/>
                <a:gd name="connsiteY16" fmla="*/ 293545 h 305242"/>
                <a:gd name="connsiteX17" fmla="*/ 63164 w 1525495"/>
                <a:gd name="connsiteY17" fmla="*/ 305242 h 305242"/>
                <a:gd name="connsiteX18" fmla="*/ 0 w 1525495"/>
                <a:gd name="connsiteY18" fmla="*/ 265472 h 305242"/>
                <a:gd name="connsiteX19" fmla="*/ 51467 w 1525495"/>
                <a:gd name="connsiteY19" fmla="*/ 223363 h 305242"/>
                <a:gd name="connsiteX20" fmla="*/ 240958 w 1525495"/>
                <a:gd name="connsiteY20" fmla="*/ 192951 h 305242"/>
                <a:gd name="connsiteX21" fmla="*/ 731342 w 1525495"/>
                <a:gd name="connsiteY21" fmla="*/ 66107 h 305242"/>
                <a:gd name="connsiteX0" fmla="*/ 731342 w 1525495"/>
                <a:gd name="connsiteY0" fmla="*/ 66107 h 305242"/>
                <a:gd name="connsiteX1" fmla="*/ 830254 w 1525495"/>
                <a:gd name="connsiteY1" fmla="*/ 67326 h 305242"/>
                <a:gd name="connsiteX2" fmla="*/ 1524069 w 1525495"/>
                <a:gd name="connsiteY2" fmla="*/ 43430 h 305242"/>
                <a:gd name="connsiteX3" fmla="*/ 1505076 w 1525495"/>
                <a:gd name="connsiteY3" fmla="*/ 133531 h 305242"/>
                <a:gd name="connsiteX4" fmla="*/ 1211809 w 1525495"/>
                <a:gd name="connsiteY4" fmla="*/ 160199 h 305242"/>
                <a:gd name="connsiteX5" fmla="*/ 1169700 w 1525495"/>
                <a:gd name="connsiteY5" fmla="*/ 146163 h 305242"/>
                <a:gd name="connsiteX6" fmla="*/ 1136948 w 1525495"/>
                <a:gd name="connsiteY6" fmla="*/ 136805 h 305242"/>
                <a:gd name="connsiteX7" fmla="*/ 1026997 w 1525495"/>
                <a:gd name="connsiteY7" fmla="*/ 174236 h 305242"/>
                <a:gd name="connsiteX8" fmla="*/ 949796 w 1525495"/>
                <a:gd name="connsiteY8" fmla="*/ 204648 h 305242"/>
                <a:gd name="connsiteX9" fmla="*/ 900669 w 1525495"/>
                <a:gd name="connsiteY9" fmla="*/ 206987 h 305242"/>
                <a:gd name="connsiteX10" fmla="*/ 872596 w 1525495"/>
                <a:gd name="connsiteY10" fmla="*/ 209327 h 305242"/>
                <a:gd name="connsiteX11" fmla="*/ 837505 w 1525495"/>
                <a:gd name="connsiteY11" fmla="*/ 206987 h 305242"/>
                <a:gd name="connsiteX12" fmla="*/ 776681 w 1525495"/>
                <a:gd name="connsiteY12" fmla="*/ 209327 h 305242"/>
                <a:gd name="connsiteX13" fmla="*/ 715856 w 1525495"/>
                <a:gd name="connsiteY13" fmla="*/ 221024 h 305242"/>
                <a:gd name="connsiteX14" fmla="*/ 638656 w 1525495"/>
                <a:gd name="connsiteY14" fmla="*/ 232721 h 305242"/>
                <a:gd name="connsiteX15" fmla="*/ 591868 w 1525495"/>
                <a:gd name="connsiteY15" fmla="*/ 249097 h 305242"/>
                <a:gd name="connsiteX16" fmla="*/ 173116 w 1525495"/>
                <a:gd name="connsiteY16" fmla="*/ 293545 h 305242"/>
                <a:gd name="connsiteX17" fmla="*/ 63164 w 1525495"/>
                <a:gd name="connsiteY17" fmla="*/ 305242 h 305242"/>
                <a:gd name="connsiteX18" fmla="*/ 0 w 1525495"/>
                <a:gd name="connsiteY18" fmla="*/ 265472 h 305242"/>
                <a:gd name="connsiteX19" fmla="*/ 51467 w 1525495"/>
                <a:gd name="connsiteY19" fmla="*/ 223363 h 305242"/>
                <a:gd name="connsiteX20" fmla="*/ 240958 w 1525495"/>
                <a:gd name="connsiteY20" fmla="*/ 192951 h 305242"/>
                <a:gd name="connsiteX21" fmla="*/ 731342 w 1525495"/>
                <a:gd name="connsiteY21" fmla="*/ 66107 h 305242"/>
                <a:gd name="connsiteX0" fmla="*/ 731342 w 1525495"/>
                <a:gd name="connsiteY0" fmla="*/ 51104 h 290239"/>
                <a:gd name="connsiteX1" fmla="*/ 865206 w 1525495"/>
                <a:gd name="connsiteY1" fmla="*/ 75625 h 290239"/>
                <a:gd name="connsiteX2" fmla="*/ 1524069 w 1525495"/>
                <a:gd name="connsiteY2" fmla="*/ 28427 h 290239"/>
                <a:gd name="connsiteX3" fmla="*/ 1505076 w 1525495"/>
                <a:gd name="connsiteY3" fmla="*/ 118528 h 290239"/>
                <a:gd name="connsiteX4" fmla="*/ 1211809 w 1525495"/>
                <a:gd name="connsiteY4" fmla="*/ 145196 h 290239"/>
                <a:gd name="connsiteX5" fmla="*/ 1169700 w 1525495"/>
                <a:gd name="connsiteY5" fmla="*/ 131160 h 290239"/>
                <a:gd name="connsiteX6" fmla="*/ 1136948 w 1525495"/>
                <a:gd name="connsiteY6" fmla="*/ 121802 h 290239"/>
                <a:gd name="connsiteX7" fmla="*/ 1026997 w 1525495"/>
                <a:gd name="connsiteY7" fmla="*/ 159233 h 290239"/>
                <a:gd name="connsiteX8" fmla="*/ 949796 w 1525495"/>
                <a:gd name="connsiteY8" fmla="*/ 189645 h 290239"/>
                <a:gd name="connsiteX9" fmla="*/ 900669 w 1525495"/>
                <a:gd name="connsiteY9" fmla="*/ 191984 h 290239"/>
                <a:gd name="connsiteX10" fmla="*/ 872596 w 1525495"/>
                <a:gd name="connsiteY10" fmla="*/ 194324 h 290239"/>
                <a:gd name="connsiteX11" fmla="*/ 837505 w 1525495"/>
                <a:gd name="connsiteY11" fmla="*/ 191984 h 290239"/>
                <a:gd name="connsiteX12" fmla="*/ 776681 w 1525495"/>
                <a:gd name="connsiteY12" fmla="*/ 194324 h 290239"/>
                <a:gd name="connsiteX13" fmla="*/ 715856 w 1525495"/>
                <a:gd name="connsiteY13" fmla="*/ 206021 h 290239"/>
                <a:gd name="connsiteX14" fmla="*/ 638656 w 1525495"/>
                <a:gd name="connsiteY14" fmla="*/ 217718 h 290239"/>
                <a:gd name="connsiteX15" fmla="*/ 591868 w 1525495"/>
                <a:gd name="connsiteY15" fmla="*/ 234094 h 290239"/>
                <a:gd name="connsiteX16" fmla="*/ 173116 w 1525495"/>
                <a:gd name="connsiteY16" fmla="*/ 278542 h 290239"/>
                <a:gd name="connsiteX17" fmla="*/ 63164 w 1525495"/>
                <a:gd name="connsiteY17" fmla="*/ 290239 h 290239"/>
                <a:gd name="connsiteX18" fmla="*/ 0 w 1525495"/>
                <a:gd name="connsiteY18" fmla="*/ 250469 h 290239"/>
                <a:gd name="connsiteX19" fmla="*/ 51467 w 1525495"/>
                <a:gd name="connsiteY19" fmla="*/ 208360 h 290239"/>
                <a:gd name="connsiteX20" fmla="*/ 240958 w 1525495"/>
                <a:gd name="connsiteY20" fmla="*/ 177948 h 290239"/>
                <a:gd name="connsiteX21" fmla="*/ 731342 w 1525495"/>
                <a:gd name="connsiteY21" fmla="*/ 51104 h 290239"/>
                <a:gd name="connsiteX0" fmla="*/ 731342 w 1525495"/>
                <a:gd name="connsiteY0" fmla="*/ 35413 h 274548"/>
                <a:gd name="connsiteX1" fmla="*/ 865206 w 1525495"/>
                <a:gd name="connsiteY1" fmla="*/ 59934 h 274548"/>
                <a:gd name="connsiteX2" fmla="*/ 1524069 w 1525495"/>
                <a:gd name="connsiteY2" fmla="*/ 12736 h 274548"/>
                <a:gd name="connsiteX3" fmla="*/ 1505076 w 1525495"/>
                <a:gd name="connsiteY3" fmla="*/ 102837 h 274548"/>
                <a:gd name="connsiteX4" fmla="*/ 1211809 w 1525495"/>
                <a:gd name="connsiteY4" fmla="*/ 129505 h 274548"/>
                <a:gd name="connsiteX5" fmla="*/ 1169700 w 1525495"/>
                <a:gd name="connsiteY5" fmla="*/ 115469 h 274548"/>
                <a:gd name="connsiteX6" fmla="*/ 1136948 w 1525495"/>
                <a:gd name="connsiteY6" fmla="*/ 106111 h 274548"/>
                <a:gd name="connsiteX7" fmla="*/ 1026997 w 1525495"/>
                <a:gd name="connsiteY7" fmla="*/ 143542 h 274548"/>
                <a:gd name="connsiteX8" fmla="*/ 949796 w 1525495"/>
                <a:gd name="connsiteY8" fmla="*/ 173954 h 274548"/>
                <a:gd name="connsiteX9" fmla="*/ 900669 w 1525495"/>
                <a:gd name="connsiteY9" fmla="*/ 176293 h 274548"/>
                <a:gd name="connsiteX10" fmla="*/ 872596 w 1525495"/>
                <a:gd name="connsiteY10" fmla="*/ 178633 h 274548"/>
                <a:gd name="connsiteX11" fmla="*/ 837505 w 1525495"/>
                <a:gd name="connsiteY11" fmla="*/ 176293 h 274548"/>
                <a:gd name="connsiteX12" fmla="*/ 776681 w 1525495"/>
                <a:gd name="connsiteY12" fmla="*/ 178633 h 274548"/>
                <a:gd name="connsiteX13" fmla="*/ 715856 w 1525495"/>
                <a:gd name="connsiteY13" fmla="*/ 190330 h 274548"/>
                <a:gd name="connsiteX14" fmla="*/ 638656 w 1525495"/>
                <a:gd name="connsiteY14" fmla="*/ 202027 h 274548"/>
                <a:gd name="connsiteX15" fmla="*/ 591868 w 1525495"/>
                <a:gd name="connsiteY15" fmla="*/ 218403 h 274548"/>
                <a:gd name="connsiteX16" fmla="*/ 173116 w 1525495"/>
                <a:gd name="connsiteY16" fmla="*/ 262851 h 274548"/>
                <a:gd name="connsiteX17" fmla="*/ 63164 w 1525495"/>
                <a:gd name="connsiteY17" fmla="*/ 274548 h 274548"/>
                <a:gd name="connsiteX18" fmla="*/ 0 w 1525495"/>
                <a:gd name="connsiteY18" fmla="*/ 234778 h 274548"/>
                <a:gd name="connsiteX19" fmla="*/ 51467 w 1525495"/>
                <a:gd name="connsiteY19" fmla="*/ 192669 h 274548"/>
                <a:gd name="connsiteX20" fmla="*/ 240958 w 1525495"/>
                <a:gd name="connsiteY20" fmla="*/ 162257 h 274548"/>
                <a:gd name="connsiteX21" fmla="*/ 731342 w 1525495"/>
                <a:gd name="connsiteY21" fmla="*/ 35413 h 274548"/>
                <a:gd name="connsiteX0" fmla="*/ 731342 w 1525495"/>
                <a:gd name="connsiteY0" fmla="*/ 25795 h 264930"/>
                <a:gd name="connsiteX1" fmla="*/ 861323 w 1525495"/>
                <a:gd name="connsiteY1" fmla="*/ 73617 h 264930"/>
                <a:gd name="connsiteX2" fmla="*/ 1524069 w 1525495"/>
                <a:gd name="connsiteY2" fmla="*/ 3118 h 264930"/>
                <a:gd name="connsiteX3" fmla="*/ 1505076 w 1525495"/>
                <a:gd name="connsiteY3" fmla="*/ 93219 h 264930"/>
                <a:gd name="connsiteX4" fmla="*/ 1211809 w 1525495"/>
                <a:gd name="connsiteY4" fmla="*/ 119887 h 264930"/>
                <a:gd name="connsiteX5" fmla="*/ 1169700 w 1525495"/>
                <a:gd name="connsiteY5" fmla="*/ 105851 h 264930"/>
                <a:gd name="connsiteX6" fmla="*/ 1136948 w 1525495"/>
                <a:gd name="connsiteY6" fmla="*/ 96493 h 264930"/>
                <a:gd name="connsiteX7" fmla="*/ 1026997 w 1525495"/>
                <a:gd name="connsiteY7" fmla="*/ 133924 h 264930"/>
                <a:gd name="connsiteX8" fmla="*/ 949796 w 1525495"/>
                <a:gd name="connsiteY8" fmla="*/ 164336 h 264930"/>
                <a:gd name="connsiteX9" fmla="*/ 900669 w 1525495"/>
                <a:gd name="connsiteY9" fmla="*/ 166675 h 264930"/>
                <a:gd name="connsiteX10" fmla="*/ 872596 w 1525495"/>
                <a:gd name="connsiteY10" fmla="*/ 169015 h 264930"/>
                <a:gd name="connsiteX11" fmla="*/ 837505 w 1525495"/>
                <a:gd name="connsiteY11" fmla="*/ 166675 h 264930"/>
                <a:gd name="connsiteX12" fmla="*/ 776681 w 1525495"/>
                <a:gd name="connsiteY12" fmla="*/ 169015 h 264930"/>
                <a:gd name="connsiteX13" fmla="*/ 715856 w 1525495"/>
                <a:gd name="connsiteY13" fmla="*/ 180712 h 264930"/>
                <a:gd name="connsiteX14" fmla="*/ 638656 w 1525495"/>
                <a:gd name="connsiteY14" fmla="*/ 192409 h 264930"/>
                <a:gd name="connsiteX15" fmla="*/ 591868 w 1525495"/>
                <a:gd name="connsiteY15" fmla="*/ 208785 h 264930"/>
                <a:gd name="connsiteX16" fmla="*/ 173116 w 1525495"/>
                <a:gd name="connsiteY16" fmla="*/ 253233 h 264930"/>
                <a:gd name="connsiteX17" fmla="*/ 63164 w 1525495"/>
                <a:gd name="connsiteY17" fmla="*/ 264930 h 264930"/>
                <a:gd name="connsiteX18" fmla="*/ 0 w 1525495"/>
                <a:gd name="connsiteY18" fmla="*/ 225160 h 264930"/>
                <a:gd name="connsiteX19" fmla="*/ 51467 w 1525495"/>
                <a:gd name="connsiteY19" fmla="*/ 183051 h 264930"/>
                <a:gd name="connsiteX20" fmla="*/ 240958 w 1525495"/>
                <a:gd name="connsiteY20" fmla="*/ 152639 h 264930"/>
                <a:gd name="connsiteX21" fmla="*/ 731342 w 1525495"/>
                <a:gd name="connsiteY21" fmla="*/ 25795 h 264930"/>
                <a:gd name="connsiteX0" fmla="*/ 711925 w 1525495"/>
                <a:gd name="connsiteY0" fmla="*/ 56863 h 264930"/>
                <a:gd name="connsiteX1" fmla="*/ 861323 w 1525495"/>
                <a:gd name="connsiteY1" fmla="*/ 73617 h 264930"/>
                <a:gd name="connsiteX2" fmla="*/ 1524069 w 1525495"/>
                <a:gd name="connsiteY2" fmla="*/ 3118 h 264930"/>
                <a:gd name="connsiteX3" fmla="*/ 1505076 w 1525495"/>
                <a:gd name="connsiteY3" fmla="*/ 93219 h 264930"/>
                <a:gd name="connsiteX4" fmla="*/ 1211809 w 1525495"/>
                <a:gd name="connsiteY4" fmla="*/ 119887 h 264930"/>
                <a:gd name="connsiteX5" fmla="*/ 1169700 w 1525495"/>
                <a:gd name="connsiteY5" fmla="*/ 105851 h 264930"/>
                <a:gd name="connsiteX6" fmla="*/ 1136948 w 1525495"/>
                <a:gd name="connsiteY6" fmla="*/ 96493 h 264930"/>
                <a:gd name="connsiteX7" fmla="*/ 1026997 w 1525495"/>
                <a:gd name="connsiteY7" fmla="*/ 133924 h 264930"/>
                <a:gd name="connsiteX8" fmla="*/ 949796 w 1525495"/>
                <a:gd name="connsiteY8" fmla="*/ 164336 h 264930"/>
                <a:gd name="connsiteX9" fmla="*/ 900669 w 1525495"/>
                <a:gd name="connsiteY9" fmla="*/ 166675 h 264930"/>
                <a:gd name="connsiteX10" fmla="*/ 872596 w 1525495"/>
                <a:gd name="connsiteY10" fmla="*/ 169015 h 264930"/>
                <a:gd name="connsiteX11" fmla="*/ 837505 w 1525495"/>
                <a:gd name="connsiteY11" fmla="*/ 166675 h 264930"/>
                <a:gd name="connsiteX12" fmla="*/ 776681 w 1525495"/>
                <a:gd name="connsiteY12" fmla="*/ 169015 h 264930"/>
                <a:gd name="connsiteX13" fmla="*/ 715856 w 1525495"/>
                <a:gd name="connsiteY13" fmla="*/ 180712 h 264930"/>
                <a:gd name="connsiteX14" fmla="*/ 638656 w 1525495"/>
                <a:gd name="connsiteY14" fmla="*/ 192409 h 264930"/>
                <a:gd name="connsiteX15" fmla="*/ 591868 w 1525495"/>
                <a:gd name="connsiteY15" fmla="*/ 208785 h 264930"/>
                <a:gd name="connsiteX16" fmla="*/ 173116 w 1525495"/>
                <a:gd name="connsiteY16" fmla="*/ 253233 h 264930"/>
                <a:gd name="connsiteX17" fmla="*/ 63164 w 1525495"/>
                <a:gd name="connsiteY17" fmla="*/ 264930 h 264930"/>
                <a:gd name="connsiteX18" fmla="*/ 0 w 1525495"/>
                <a:gd name="connsiteY18" fmla="*/ 225160 h 264930"/>
                <a:gd name="connsiteX19" fmla="*/ 51467 w 1525495"/>
                <a:gd name="connsiteY19" fmla="*/ 183051 h 264930"/>
                <a:gd name="connsiteX20" fmla="*/ 240958 w 1525495"/>
                <a:gd name="connsiteY20" fmla="*/ 152639 h 264930"/>
                <a:gd name="connsiteX21" fmla="*/ 711925 w 1525495"/>
                <a:gd name="connsiteY21" fmla="*/ 56863 h 264930"/>
                <a:gd name="connsiteX0" fmla="*/ 680858 w 1525495"/>
                <a:gd name="connsiteY0" fmla="*/ 60746 h 264930"/>
                <a:gd name="connsiteX1" fmla="*/ 861323 w 1525495"/>
                <a:gd name="connsiteY1" fmla="*/ 73617 h 264930"/>
                <a:gd name="connsiteX2" fmla="*/ 1524069 w 1525495"/>
                <a:gd name="connsiteY2" fmla="*/ 3118 h 264930"/>
                <a:gd name="connsiteX3" fmla="*/ 1505076 w 1525495"/>
                <a:gd name="connsiteY3" fmla="*/ 93219 h 264930"/>
                <a:gd name="connsiteX4" fmla="*/ 1211809 w 1525495"/>
                <a:gd name="connsiteY4" fmla="*/ 119887 h 264930"/>
                <a:gd name="connsiteX5" fmla="*/ 1169700 w 1525495"/>
                <a:gd name="connsiteY5" fmla="*/ 105851 h 264930"/>
                <a:gd name="connsiteX6" fmla="*/ 1136948 w 1525495"/>
                <a:gd name="connsiteY6" fmla="*/ 96493 h 264930"/>
                <a:gd name="connsiteX7" fmla="*/ 1026997 w 1525495"/>
                <a:gd name="connsiteY7" fmla="*/ 133924 h 264930"/>
                <a:gd name="connsiteX8" fmla="*/ 949796 w 1525495"/>
                <a:gd name="connsiteY8" fmla="*/ 164336 h 264930"/>
                <a:gd name="connsiteX9" fmla="*/ 900669 w 1525495"/>
                <a:gd name="connsiteY9" fmla="*/ 166675 h 264930"/>
                <a:gd name="connsiteX10" fmla="*/ 872596 w 1525495"/>
                <a:gd name="connsiteY10" fmla="*/ 169015 h 264930"/>
                <a:gd name="connsiteX11" fmla="*/ 837505 w 1525495"/>
                <a:gd name="connsiteY11" fmla="*/ 166675 h 264930"/>
                <a:gd name="connsiteX12" fmla="*/ 776681 w 1525495"/>
                <a:gd name="connsiteY12" fmla="*/ 169015 h 264930"/>
                <a:gd name="connsiteX13" fmla="*/ 715856 w 1525495"/>
                <a:gd name="connsiteY13" fmla="*/ 180712 h 264930"/>
                <a:gd name="connsiteX14" fmla="*/ 638656 w 1525495"/>
                <a:gd name="connsiteY14" fmla="*/ 192409 h 264930"/>
                <a:gd name="connsiteX15" fmla="*/ 591868 w 1525495"/>
                <a:gd name="connsiteY15" fmla="*/ 208785 h 264930"/>
                <a:gd name="connsiteX16" fmla="*/ 173116 w 1525495"/>
                <a:gd name="connsiteY16" fmla="*/ 253233 h 264930"/>
                <a:gd name="connsiteX17" fmla="*/ 63164 w 1525495"/>
                <a:gd name="connsiteY17" fmla="*/ 264930 h 264930"/>
                <a:gd name="connsiteX18" fmla="*/ 0 w 1525495"/>
                <a:gd name="connsiteY18" fmla="*/ 225160 h 264930"/>
                <a:gd name="connsiteX19" fmla="*/ 51467 w 1525495"/>
                <a:gd name="connsiteY19" fmla="*/ 183051 h 264930"/>
                <a:gd name="connsiteX20" fmla="*/ 240958 w 1525495"/>
                <a:gd name="connsiteY20" fmla="*/ 152639 h 264930"/>
                <a:gd name="connsiteX21" fmla="*/ 680858 w 1525495"/>
                <a:gd name="connsiteY21" fmla="*/ 60746 h 264930"/>
                <a:gd name="connsiteX0" fmla="*/ 680858 w 1525495"/>
                <a:gd name="connsiteY0" fmla="*/ 60746 h 264930"/>
                <a:gd name="connsiteX1" fmla="*/ 861323 w 1525495"/>
                <a:gd name="connsiteY1" fmla="*/ 73617 h 264930"/>
                <a:gd name="connsiteX2" fmla="*/ 1524069 w 1525495"/>
                <a:gd name="connsiteY2" fmla="*/ 3118 h 264930"/>
                <a:gd name="connsiteX3" fmla="*/ 1505076 w 1525495"/>
                <a:gd name="connsiteY3" fmla="*/ 93219 h 264930"/>
                <a:gd name="connsiteX4" fmla="*/ 1211809 w 1525495"/>
                <a:gd name="connsiteY4" fmla="*/ 119887 h 264930"/>
                <a:gd name="connsiteX5" fmla="*/ 1169700 w 1525495"/>
                <a:gd name="connsiteY5" fmla="*/ 105851 h 264930"/>
                <a:gd name="connsiteX6" fmla="*/ 1136948 w 1525495"/>
                <a:gd name="connsiteY6" fmla="*/ 96493 h 264930"/>
                <a:gd name="connsiteX7" fmla="*/ 1026997 w 1525495"/>
                <a:gd name="connsiteY7" fmla="*/ 133924 h 264930"/>
                <a:gd name="connsiteX8" fmla="*/ 949796 w 1525495"/>
                <a:gd name="connsiteY8" fmla="*/ 164336 h 264930"/>
                <a:gd name="connsiteX9" fmla="*/ 900669 w 1525495"/>
                <a:gd name="connsiteY9" fmla="*/ 166675 h 264930"/>
                <a:gd name="connsiteX10" fmla="*/ 872596 w 1525495"/>
                <a:gd name="connsiteY10" fmla="*/ 169015 h 264930"/>
                <a:gd name="connsiteX11" fmla="*/ 837505 w 1525495"/>
                <a:gd name="connsiteY11" fmla="*/ 166675 h 264930"/>
                <a:gd name="connsiteX12" fmla="*/ 776681 w 1525495"/>
                <a:gd name="connsiteY12" fmla="*/ 169015 h 264930"/>
                <a:gd name="connsiteX13" fmla="*/ 715856 w 1525495"/>
                <a:gd name="connsiteY13" fmla="*/ 180712 h 264930"/>
                <a:gd name="connsiteX14" fmla="*/ 638656 w 1525495"/>
                <a:gd name="connsiteY14" fmla="*/ 192409 h 264930"/>
                <a:gd name="connsiteX15" fmla="*/ 591868 w 1525495"/>
                <a:gd name="connsiteY15" fmla="*/ 208785 h 264930"/>
                <a:gd name="connsiteX16" fmla="*/ 173116 w 1525495"/>
                <a:gd name="connsiteY16" fmla="*/ 253233 h 264930"/>
                <a:gd name="connsiteX17" fmla="*/ 63164 w 1525495"/>
                <a:gd name="connsiteY17" fmla="*/ 264930 h 264930"/>
                <a:gd name="connsiteX18" fmla="*/ 0 w 1525495"/>
                <a:gd name="connsiteY18" fmla="*/ 225160 h 264930"/>
                <a:gd name="connsiteX19" fmla="*/ 51467 w 1525495"/>
                <a:gd name="connsiteY19" fmla="*/ 183051 h 264930"/>
                <a:gd name="connsiteX20" fmla="*/ 240958 w 1525495"/>
                <a:gd name="connsiteY20" fmla="*/ 152639 h 264930"/>
                <a:gd name="connsiteX21" fmla="*/ 680858 w 1525495"/>
                <a:gd name="connsiteY21" fmla="*/ 60746 h 264930"/>
                <a:gd name="connsiteX0" fmla="*/ 681531 w 1526168"/>
                <a:gd name="connsiteY0" fmla="*/ 60746 h 264930"/>
                <a:gd name="connsiteX1" fmla="*/ 861996 w 1526168"/>
                <a:gd name="connsiteY1" fmla="*/ 73617 h 264930"/>
                <a:gd name="connsiteX2" fmla="*/ 1524742 w 1526168"/>
                <a:gd name="connsiteY2" fmla="*/ 3118 h 264930"/>
                <a:gd name="connsiteX3" fmla="*/ 1505749 w 1526168"/>
                <a:gd name="connsiteY3" fmla="*/ 93219 h 264930"/>
                <a:gd name="connsiteX4" fmla="*/ 1212482 w 1526168"/>
                <a:gd name="connsiteY4" fmla="*/ 119887 h 264930"/>
                <a:gd name="connsiteX5" fmla="*/ 1170373 w 1526168"/>
                <a:gd name="connsiteY5" fmla="*/ 105851 h 264930"/>
                <a:gd name="connsiteX6" fmla="*/ 1137621 w 1526168"/>
                <a:gd name="connsiteY6" fmla="*/ 96493 h 264930"/>
                <a:gd name="connsiteX7" fmla="*/ 1027670 w 1526168"/>
                <a:gd name="connsiteY7" fmla="*/ 133924 h 264930"/>
                <a:gd name="connsiteX8" fmla="*/ 950469 w 1526168"/>
                <a:gd name="connsiteY8" fmla="*/ 164336 h 264930"/>
                <a:gd name="connsiteX9" fmla="*/ 901342 w 1526168"/>
                <a:gd name="connsiteY9" fmla="*/ 166675 h 264930"/>
                <a:gd name="connsiteX10" fmla="*/ 873269 w 1526168"/>
                <a:gd name="connsiteY10" fmla="*/ 169015 h 264930"/>
                <a:gd name="connsiteX11" fmla="*/ 838178 w 1526168"/>
                <a:gd name="connsiteY11" fmla="*/ 166675 h 264930"/>
                <a:gd name="connsiteX12" fmla="*/ 777354 w 1526168"/>
                <a:gd name="connsiteY12" fmla="*/ 169015 h 264930"/>
                <a:gd name="connsiteX13" fmla="*/ 716529 w 1526168"/>
                <a:gd name="connsiteY13" fmla="*/ 180712 h 264930"/>
                <a:gd name="connsiteX14" fmla="*/ 639329 w 1526168"/>
                <a:gd name="connsiteY14" fmla="*/ 192409 h 264930"/>
                <a:gd name="connsiteX15" fmla="*/ 592541 w 1526168"/>
                <a:gd name="connsiteY15" fmla="*/ 208785 h 264930"/>
                <a:gd name="connsiteX16" fmla="*/ 173789 w 1526168"/>
                <a:gd name="connsiteY16" fmla="*/ 253233 h 264930"/>
                <a:gd name="connsiteX17" fmla="*/ 63837 w 1526168"/>
                <a:gd name="connsiteY17" fmla="*/ 264930 h 264930"/>
                <a:gd name="connsiteX18" fmla="*/ 673 w 1526168"/>
                <a:gd name="connsiteY18" fmla="*/ 225160 h 264930"/>
                <a:gd name="connsiteX19" fmla="*/ 52140 w 1526168"/>
                <a:gd name="connsiteY19" fmla="*/ 183051 h 264930"/>
                <a:gd name="connsiteX20" fmla="*/ 241631 w 1526168"/>
                <a:gd name="connsiteY20" fmla="*/ 152639 h 264930"/>
                <a:gd name="connsiteX21" fmla="*/ 681531 w 1526168"/>
                <a:gd name="connsiteY21" fmla="*/ 60746 h 264930"/>
                <a:gd name="connsiteX0" fmla="*/ 681531 w 1526168"/>
                <a:gd name="connsiteY0" fmla="*/ 60746 h 268807"/>
                <a:gd name="connsiteX1" fmla="*/ 861996 w 1526168"/>
                <a:gd name="connsiteY1" fmla="*/ 73617 h 268807"/>
                <a:gd name="connsiteX2" fmla="*/ 1524742 w 1526168"/>
                <a:gd name="connsiteY2" fmla="*/ 3118 h 268807"/>
                <a:gd name="connsiteX3" fmla="*/ 1505749 w 1526168"/>
                <a:gd name="connsiteY3" fmla="*/ 93219 h 268807"/>
                <a:gd name="connsiteX4" fmla="*/ 1212482 w 1526168"/>
                <a:gd name="connsiteY4" fmla="*/ 119887 h 268807"/>
                <a:gd name="connsiteX5" fmla="*/ 1170373 w 1526168"/>
                <a:gd name="connsiteY5" fmla="*/ 105851 h 268807"/>
                <a:gd name="connsiteX6" fmla="*/ 1137621 w 1526168"/>
                <a:gd name="connsiteY6" fmla="*/ 96493 h 268807"/>
                <a:gd name="connsiteX7" fmla="*/ 1027670 w 1526168"/>
                <a:gd name="connsiteY7" fmla="*/ 133924 h 268807"/>
                <a:gd name="connsiteX8" fmla="*/ 950469 w 1526168"/>
                <a:gd name="connsiteY8" fmla="*/ 164336 h 268807"/>
                <a:gd name="connsiteX9" fmla="*/ 901342 w 1526168"/>
                <a:gd name="connsiteY9" fmla="*/ 166675 h 268807"/>
                <a:gd name="connsiteX10" fmla="*/ 873269 w 1526168"/>
                <a:gd name="connsiteY10" fmla="*/ 169015 h 268807"/>
                <a:gd name="connsiteX11" fmla="*/ 838178 w 1526168"/>
                <a:gd name="connsiteY11" fmla="*/ 166675 h 268807"/>
                <a:gd name="connsiteX12" fmla="*/ 777354 w 1526168"/>
                <a:gd name="connsiteY12" fmla="*/ 169015 h 268807"/>
                <a:gd name="connsiteX13" fmla="*/ 716529 w 1526168"/>
                <a:gd name="connsiteY13" fmla="*/ 180712 h 268807"/>
                <a:gd name="connsiteX14" fmla="*/ 639329 w 1526168"/>
                <a:gd name="connsiteY14" fmla="*/ 192409 h 268807"/>
                <a:gd name="connsiteX15" fmla="*/ 592541 w 1526168"/>
                <a:gd name="connsiteY15" fmla="*/ 208785 h 268807"/>
                <a:gd name="connsiteX16" fmla="*/ 173789 w 1526168"/>
                <a:gd name="connsiteY16" fmla="*/ 253233 h 268807"/>
                <a:gd name="connsiteX17" fmla="*/ 63837 w 1526168"/>
                <a:gd name="connsiteY17" fmla="*/ 264930 h 268807"/>
                <a:gd name="connsiteX18" fmla="*/ 673 w 1526168"/>
                <a:gd name="connsiteY18" fmla="*/ 225160 h 268807"/>
                <a:gd name="connsiteX19" fmla="*/ 52140 w 1526168"/>
                <a:gd name="connsiteY19" fmla="*/ 183051 h 268807"/>
                <a:gd name="connsiteX20" fmla="*/ 241631 w 1526168"/>
                <a:gd name="connsiteY20" fmla="*/ 152639 h 268807"/>
                <a:gd name="connsiteX21" fmla="*/ 681531 w 1526168"/>
                <a:gd name="connsiteY21" fmla="*/ 60746 h 268807"/>
                <a:gd name="connsiteX0" fmla="*/ 657421 w 1502058"/>
                <a:gd name="connsiteY0" fmla="*/ 60746 h 266047"/>
                <a:gd name="connsiteX1" fmla="*/ 837886 w 1502058"/>
                <a:gd name="connsiteY1" fmla="*/ 73617 h 266047"/>
                <a:gd name="connsiteX2" fmla="*/ 1500632 w 1502058"/>
                <a:gd name="connsiteY2" fmla="*/ 3118 h 266047"/>
                <a:gd name="connsiteX3" fmla="*/ 1481639 w 1502058"/>
                <a:gd name="connsiteY3" fmla="*/ 93219 h 266047"/>
                <a:gd name="connsiteX4" fmla="*/ 1188372 w 1502058"/>
                <a:gd name="connsiteY4" fmla="*/ 119887 h 266047"/>
                <a:gd name="connsiteX5" fmla="*/ 1146263 w 1502058"/>
                <a:gd name="connsiteY5" fmla="*/ 105851 h 266047"/>
                <a:gd name="connsiteX6" fmla="*/ 1113511 w 1502058"/>
                <a:gd name="connsiteY6" fmla="*/ 96493 h 266047"/>
                <a:gd name="connsiteX7" fmla="*/ 1003560 w 1502058"/>
                <a:gd name="connsiteY7" fmla="*/ 133924 h 266047"/>
                <a:gd name="connsiteX8" fmla="*/ 926359 w 1502058"/>
                <a:gd name="connsiteY8" fmla="*/ 164336 h 266047"/>
                <a:gd name="connsiteX9" fmla="*/ 877232 w 1502058"/>
                <a:gd name="connsiteY9" fmla="*/ 166675 h 266047"/>
                <a:gd name="connsiteX10" fmla="*/ 849159 w 1502058"/>
                <a:gd name="connsiteY10" fmla="*/ 169015 h 266047"/>
                <a:gd name="connsiteX11" fmla="*/ 814068 w 1502058"/>
                <a:gd name="connsiteY11" fmla="*/ 166675 h 266047"/>
                <a:gd name="connsiteX12" fmla="*/ 753244 w 1502058"/>
                <a:gd name="connsiteY12" fmla="*/ 169015 h 266047"/>
                <a:gd name="connsiteX13" fmla="*/ 692419 w 1502058"/>
                <a:gd name="connsiteY13" fmla="*/ 180712 h 266047"/>
                <a:gd name="connsiteX14" fmla="*/ 615219 w 1502058"/>
                <a:gd name="connsiteY14" fmla="*/ 192409 h 266047"/>
                <a:gd name="connsiteX15" fmla="*/ 568431 w 1502058"/>
                <a:gd name="connsiteY15" fmla="*/ 208785 h 266047"/>
                <a:gd name="connsiteX16" fmla="*/ 149679 w 1502058"/>
                <a:gd name="connsiteY16" fmla="*/ 253233 h 266047"/>
                <a:gd name="connsiteX17" fmla="*/ 39727 w 1502058"/>
                <a:gd name="connsiteY17" fmla="*/ 264930 h 266047"/>
                <a:gd name="connsiteX18" fmla="*/ 1968 w 1502058"/>
                <a:gd name="connsiteY18" fmla="*/ 221983 h 266047"/>
                <a:gd name="connsiteX19" fmla="*/ 28030 w 1502058"/>
                <a:gd name="connsiteY19" fmla="*/ 183051 h 266047"/>
                <a:gd name="connsiteX20" fmla="*/ 217521 w 1502058"/>
                <a:gd name="connsiteY20" fmla="*/ 152639 h 266047"/>
                <a:gd name="connsiteX21" fmla="*/ 657421 w 1502058"/>
                <a:gd name="connsiteY21" fmla="*/ 60746 h 266047"/>
                <a:gd name="connsiteX0" fmla="*/ 644089 w 1488726"/>
                <a:gd name="connsiteY0" fmla="*/ 60746 h 268443"/>
                <a:gd name="connsiteX1" fmla="*/ 824554 w 1488726"/>
                <a:gd name="connsiteY1" fmla="*/ 73617 h 268443"/>
                <a:gd name="connsiteX2" fmla="*/ 1487300 w 1488726"/>
                <a:gd name="connsiteY2" fmla="*/ 3118 h 268443"/>
                <a:gd name="connsiteX3" fmla="*/ 1468307 w 1488726"/>
                <a:gd name="connsiteY3" fmla="*/ 93219 h 268443"/>
                <a:gd name="connsiteX4" fmla="*/ 1175040 w 1488726"/>
                <a:gd name="connsiteY4" fmla="*/ 119887 h 268443"/>
                <a:gd name="connsiteX5" fmla="*/ 1132931 w 1488726"/>
                <a:gd name="connsiteY5" fmla="*/ 105851 h 268443"/>
                <a:gd name="connsiteX6" fmla="*/ 1100179 w 1488726"/>
                <a:gd name="connsiteY6" fmla="*/ 96493 h 268443"/>
                <a:gd name="connsiteX7" fmla="*/ 990228 w 1488726"/>
                <a:gd name="connsiteY7" fmla="*/ 133924 h 268443"/>
                <a:gd name="connsiteX8" fmla="*/ 913027 w 1488726"/>
                <a:gd name="connsiteY8" fmla="*/ 164336 h 268443"/>
                <a:gd name="connsiteX9" fmla="*/ 863900 w 1488726"/>
                <a:gd name="connsiteY9" fmla="*/ 166675 h 268443"/>
                <a:gd name="connsiteX10" fmla="*/ 835827 w 1488726"/>
                <a:gd name="connsiteY10" fmla="*/ 169015 h 268443"/>
                <a:gd name="connsiteX11" fmla="*/ 800736 w 1488726"/>
                <a:gd name="connsiteY11" fmla="*/ 166675 h 268443"/>
                <a:gd name="connsiteX12" fmla="*/ 739912 w 1488726"/>
                <a:gd name="connsiteY12" fmla="*/ 169015 h 268443"/>
                <a:gd name="connsiteX13" fmla="*/ 679087 w 1488726"/>
                <a:gd name="connsiteY13" fmla="*/ 180712 h 268443"/>
                <a:gd name="connsiteX14" fmla="*/ 601887 w 1488726"/>
                <a:gd name="connsiteY14" fmla="*/ 192409 h 268443"/>
                <a:gd name="connsiteX15" fmla="*/ 555099 w 1488726"/>
                <a:gd name="connsiteY15" fmla="*/ 208785 h 268443"/>
                <a:gd name="connsiteX16" fmla="*/ 136347 w 1488726"/>
                <a:gd name="connsiteY16" fmla="*/ 253233 h 268443"/>
                <a:gd name="connsiteX17" fmla="*/ 26395 w 1488726"/>
                <a:gd name="connsiteY17" fmla="*/ 264930 h 268443"/>
                <a:gd name="connsiteX18" fmla="*/ 14698 w 1488726"/>
                <a:gd name="connsiteY18" fmla="*/ 183051 h 268443"/>
                <a:gd name="connsiteX19" fmla="*/ 204189 w 1488726"/>
                <a:gd name="connsiteY19" fmla="*/ 152639 h 268443"/>
                <a:gd name="connsiteX20" fmla="*/ 644089 w 1488726"/>
                <a:gd name="connsiteY20" fmla="*/ 60746 h 268443"/>
                <a:gd name="connsiteX0" fmla="*/ 629390 w 1474027"/>
                <a:gd name="connsiteY0" fmla="*/ 60746 h 268444"/>
                <a:gd name="connsiteX1" fmla="*/ 809855 w 1474027"/>
                <a:gd name="connsiteY1" fmla="*/ 73617 h 268444"/>
                <a:gd name="connsiteX2" fmla="*/ 1472601 w 1474027"/>
                <a:gd name="connsiteY2" fmla="*/ 3118 h 268444"/>
                <a:gd name="connsiteX3" fmla="*/ 1453608 w 1474027"/>
                <a:gd name="connsiteY3" fmla="*/ 93219 h 268444"/>
                <a:gd name="connsiteX4" fmla="*/ 1160341 w 1474027"/>
                <a:gd name="connsiteY4" fmla="*/ 119887 h 268444"/>
                <a:gd name="connsiteX5" fmla="*/ 1118232 w 1474027"/>
                <a:gd name="connsiteY5" fmla="*/ 105851 h 268444"/>
                <a:gd name="connsiteX6" fmla="*/ 1085480 w 1474027"/>
                <a:gd name="connsiteY6" fmla="*/ 96493 h 268444"/>
                <a:gd name="connsiteX7" fmla="*/ 975529 w 1474027"/>
                <a:gd name="connsiteY7" fmla="*/ 133924 h 268444"/>
                <a:gd name="connsiteX8" fmla="*/ 898328 w 1474027"/>
                <a:gd name="connsiteY8" fmla="*/ 164336 h 268444"/>
                <a:gd name="connsiteX9" fmla="*/ 849201 w 1474027"/>
                <a:gd name="connsiteY9" fmla="*/ 166675 h 268444"/>
                <a:gd name="connsiteX10" fmla="*/ 821128 w 1474027"/>
                <a:gd name="connsiteY10" fmla="*/ 169015 h 268444"/>
                <a:gd name="connsiteX11" fmla="*/ 786037 w 1474027"/>
                <a:gd name="connsiteY11" fmla="*/ 166675 h 268444"/>
                <a:gd name="connsiteX12" fmla="*/ 725213 w 1474027"/>
                <a:gd name="connsiteY12" fmla="*/ 169015 h 268444"/>
                <a:gd name="connsiteX13" fmla="*/ 664388 w 1474027"/>
                <a:gd name="connsiteY13" fmla="*/ 180712 h 268444"/>
                <a:gd name="connsiteX14" fmla="*/ 587188 w 1474027"/>
                <a:gd name="connsiteY14" fmla="*/ 192409 h 268444"/>
                <a:gd name="connsiteX15" fmla="*/ 540400 w 1474027"/>
                <a:gd name="connsiteY15" fmla="*/ 208785 h 268444"/>
                <a:gd name="connsiteX16" fmla="*/ 121648 w 1474027"/>
                <a:gd name="connsiteY16" fmla="*/ 253233 h 268444"/>
                <a:gd name="connsiteX17" fmla="*/ 11696 w 1474027"/>
                <a:gd name="connsiteY17" fmla="*/ 264930 h 268444"/>
                <a:gd name="connsiteX18" fmla="*/ -1 w 1474027"/>
                <a:gd name="connsiteY18" fmla="*/ 183051 h 268444"/>
                <a:gd name="connsiteX19" fmla="*/ 189490 w 1474027"/>
                <a:gd name="connsiteY19" fmla="*/ 152639 h 268444"/>
                <a:gd name="connsiteX20" fmla="*/ 629390 w 1474027"/>
                <a:gd name="connsiteY20" fmla="*/ 60746 h 268444"/>
                <a:gd name="connsiteX0" fmla="*/ 629391 w 1474028"/>
                <a:gd name="connsiteY0" fmla="*/ 60746 h 266300"/>
                <a:gd name="connsiteX1" fmla="*/ 809856 w 1474028"/>
                <a:gd name="connsiteY1" fmla="*/ 73617 h 266300"/>
                <a:gd name="connsiteX2" fmla="*/ 1472602 w 1474028"/>
                <a:gd name="connsiteY2" fmla="*/ 3118 h 266300"/>
                <a:gd name="connsiteX3" fmla="*/ 1453609 w 1474028"/>
                <a:gd name="connsiteY3" fmla="*/ 93219 h 266300"/>
                <a:gd name="connsiteX4" fmla="*/ 1160342 w 1474028"/>
                <a:gd name="connsiteY4" fmla="*/ 119887 h 266300"/>
                <a:gd name="connsiteX5" fmla="*/ 1118233 w 1474028"/>
                <a:gd name="connsiteY5" fmla="*/ 105851 h 266300"/>
                <a:gd name="connsiteX6" fmla="*/ 1085481 w 1474028"/>
                <a:gd name="connsiteY6" fmla="*/ 96493 h 266300"/>
                <a:gd name="connsiteX7" fmla="*/ 975530 w 1474028"/>
                <a:gd name="connsiteY7" fmla="*/ 133924 h 266300"/>
                <a:gd name="connsiteX8" fmla="*/ 898329 w 1474028"/>
                <a:gd name="connsiteY8" fmla="*/ 164336 h 266300"/>
                <a:gd name="connsiteX9" fmla="*/ 849202 w 1474028"/>
                <a:gd name="connsiteY9" fmla="*/ 166675 h 266300"/>
                <a:gd name="connsiteX10" fmla="*/ 821129 w 1474028"/>
                <a:gd name="connsiteY10" fmla="*/ 169015 h 266300"/>
                <a:gd name="connsiteX11" fmla="*/ 786038 w 1474028"/>
                <a:gd name="connsiteY11" fmla="*/ 166675 h 266300"/>
                <a:gd name="connsiteX12" fmla="*/ 725214 w 1474028"/>
                <a:gd name="connsiteY12" fmla="*/ 169015 h 266300"/>
                <a:gd name="connsiteX13" fmla="*/ 664389 w 1474028"/>
                <a:gd name="connsiteY13" fmla="*/ 180712 h 266300"/>
                <a:gd name="connsiteX14" fmla="*/ 587189 w 1474028"/>
                <a:gd name="connsiteY14" fmla="*/ 192409 h 266300"/>
                <a:gd name="connsiteX15" fmla="*/ 540401 w 1474028"/>
                <a:gd name="connsiteY15" fmla="*/ 208785 h 266300"/>
                <a:gd name="connsiteX16" fmla="*/ 121649 w 1474028"/>
                <a:gd name="connsiteY16" fmla="*/ 253233 h 266300"/>
                <a:gd name="connsiteX17" fmla="*/ 11697 w 1474028"/>
                <a:gd name="connsiteY17" fmla="*/ 264930 h 266300"/>
                <a:gd name="connsiteX18" fmla="*/ 0 w 1474028"/>
                <a:gd name="connsiteY18" fmla="*/ 183051 h 266300"/>
                <a:gd name="connsiteX19" fmla="*/ 189491 w 1474028"/>
                <a:gd name="connsiteY19" fmla="*/ 152639 h 266300"/>
                <a:gd name="connsiteX20" fmla="*/ 629391 w 1474028"/>
                <a:gd name="connsiteY20" fmla="*/ 60746 h 26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4028" h="266300">
                  <a:moveTo>
                    <a:pt x="629391" y="60746"/>
                  </a:moveTo>
                  <a:cubicBezTo>
                    <a:pt x="685537" y="60746"/>
                    <a:pt x="747721" y="96354"/>
                    <a:pt x="809856" y="73617"/>
                  </a:cubicBezTo>
                  <a:cubicBezTo>
                    <a:pt x="999582" y="-24013"/>
                    <a:pt x="1329556" y="3898"/>
                    <a:pt x="1472602" y="3118"/>
                  </a:cubicBezTo>
                  <a:cubicBezTo>
                    <a:pt x="1437501" y="111239"/>
                    <a:pt x="1505652" y="73758"/>
                    <a:pt x="1453609" y="93219"/>
                  </a:cubicBezTo>
                  <a:cubicBezTo>
                    <a:pt x="1401566" y="112681"/>
                    <a:pt x="1267955" y="112869"/>
                    <a:pt x="1160342" y="119887"/>
                  </a:cubicBezTo>
                  <a:cubicBezTo>
                    <a:pt x="1141627" y="126906"/>
                    <a:pt x="1127591" y="124566"/>
                    <a:pt x="1118233" y="105851"/>
                  </a:cubicBezTo>
                  <a:cubicBezTo>
                    <a:pt x="1108875" y="91815"/>
                    <a:pt x="1099518" y="89475"/>
                    <a:pt x="1085481" y="96493"/>
                  </a:cubicBezTo>
                  <a:cubicBezTo>
                    <a:pt x="1052730" y="122227"/>
                    <a:pt x="1024657" y="150300"/>
                    <a:pt x="975530" y="133924"/>
                  </a:cubicBezTo>
                  <a:cubicBezTo>
                    <a:pt x="949796" y="124566"/>
                    <a:pt x="926402" y="157318"/>
                    <a:pt x="898329" y="164336"/>
                  </a:cubicBezTo>
                  <a:cubicBezTo>
                    <a:pt x="881954" y="169015"/>
                    <a:pt x="865578" y="161997"/>
                    <a:pt x="849202" y="166675"/>
                  </a:cubicBezTo>
                  <a:cubicBezTo>
                    <a:pt x="839844" y="169015"/>
                    <a:pt x="830487" y="169015"/>
                    <a:pt x="821129" y="169015"/>
                  </a:cubicBezTo>
                  <a:cubicBezTo>
                    <a:pt x="811772" y="169015"/>
                    <a:pt x="804753" y="169015"/>
                    <a:pt x="786038" y="166675"/>
                  </a:cubicBezTo>
                  <a:cubicBezTo>
                    <a:pt x="764984" y="161997"/>
                    <a:pt x="743929" y="157318"/>
                    <a:pt x="725214" y="169015"/>
                  </a:cubicBezTo>
                  <a:cubicBezTo>
                    <a:pt x="706499" y="176033"/>
                    <a:pt x="687783" y="187730"/>
                    <a:pt x="664389" y="180712"/>
                  </a:cubicBezTo>
                  <a:cubicBezTo>
                    <a:pt x="636317" y="166675"/>
                    <a:pt x="610583" y="164336"/>
                    <a:pt x="587189" y="192409"/>
                  </a:cubicBezTo>
                  <a:cubicBezTo>
                    <a:pt x="575492" y="206445"/>
                    <a:pt x="559117" y="208785"/>
                    <a:pt x="540401" y="208785"/>
                  </a:cubicBezTo>
                  <a:lnTo>
                    <a:pt x="121649" y="253233"/>
                  </a:lnTo>
                  <a:cubicBezTo>
                    <a:pt x="116970" y="255573"/>
                    <a:pt x="34331" y="270897"/>
                    <a:pt x="11697" y="264930"/>
                  </a:cubicBezTo>
                  <a:cubicBezTo>
                    <a:pt x="-8578" y="259585"/>
                    <a:pt x="11651" y="208118"/>
                    <a:pt x="0" y="183051"/>
                  </a:cubicBezTo>
                  <a:cubicBezTo>
                    <a:pt x="63164" y="169015"/>
                    <a:pt x="126328" y="154978"/>
                    <a:pt x="189491" y="152639"/>
                  </a:cubicBezTo>
                  <a:cubicBezTo>
                    <a:pt x="271370" y="150300"/>
                    <a:pt x="536611" y="63880"/>
                    <a:pt x="629391" y="60746"/>
                  </a:cubicBezTo>
                  <a:close/>
                </a:path>
              </a:pathLst>
            </a:custGeom>
            <a:solidFill>
              <a:srgbClr val="000000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598E497-5143-4299-8F3D-37E56A9F8E7E}"/>
              </a:ext>
            </a:extLst>
          </p:cNvPr>
          <p:cNvGrpSpPr/>
          <p:nvPr/>
        </p:nvGrpSpPr>
        <p:grpSpPr>
          <a:xfrm>
            <a:off x="63795" y="34289"/>
            <a:ext cx="2244336" cy="1914631"/>
            <a:chOff x="9382981" y="7708081"/>
            <a:chExt cx="2244336" cy="1914631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5A5B7DC-8C84-45DA-AFF4-4B3B53919574}"/>
                </a:ext>
              </a:extLst>
            </p:cNvPr>
            <p:cNvGrpSpPr/>
            <p:nvPr/>
          </p:nvGrpSpPr>
          <p:grpSpPr>
            <a:xfrm>
              <a:off x="9382981" y="7708081"/>
              <a:ext cx="2244336" cy="1390903"/>
              <a:chOff x="9382981" y="7708081"/>
              <a:chExt cx="2244336" cy="1390903"/>
            </a:xfrm>
          </p:grpSpPr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41E9D6F0-4FCC-40E1-BC84-89136FFB087C}"/>
                  </a:ext>
                </a:extLst>
              </p:cNvPr>
              <p:cNvGrpSpPr/>
              <p:nvPr/>
            </p:nvGrpSpPr>
            <p:grpSpPr>
              <a:xfrm>
                <a:off x="10882093" y="7708081"/>
                <a:ext cx="745224" cy="1390903"/>
                <a:chOff x="3501573" y="3178068"/>
                <a:chExt cx="1340594" cy="2737840"/>
              </a:xfrm>
            </p:grpSpPr>
            <p:sp>
              <p:nvSpPr>
                <p:cNvPr id="188" name="Freeform: Shape 187">
                  <a:extLst>
                    <a:ext uri="{FF2B5EF4-FFF2-40B4-BE49-F238E27FC236}">
                      <a16:creationId xmlns:a16="http://schemas.microsoft.com/office/drawing/2014/main" id="{8AA9ED74-FD11-4453-8B9A-359C0765DBB5}"/>
                    </a:ext>
                  </a:extLst>
                </p:cNvPr>
                <p:cNvSpPr/>
                <p:nvPr/>
              </p:nvSpPr>
              <p:spPr>
                <a:xfrm>
                  <a:off x="3504728" y="3612346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9" name="Freeform: Shape 188">
                  <a:extLst>
                    <a:ext uri="{FF2B5EF4-FFF2-40B4-BE49-F238E27FC236}">
                      <a16:creationId xmlns:a16="http://schemas.microsoft.com/office/drawing/2014/main" id="{B1324130-845C-4552-864A-43AA2A5A6E72}"/>
                    </a:ext>
                  </a:extLst>
                </p:cNvPr>
                <p:cNvSpPr/>
                <p:nvPr/>
              </p:nvSpPr>
              <p:spPr>
                <a:xfrm>
                  <a:off x="3501573" y="3832632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0" name="Freeform: Shape 189">
                  <a:extLst>
                    <a:ext uri="{FF2B5EF4-FFF2-40B4-BE49-F238E27FC236}">
                      <a16:creationId xmlns:a16="http://schemas.microsoft.com/office/drawing/2014/main" id="{1C17AB27-A395-4456-80B8-0396AC67B6E8}"/>
                    </a:ext>
                  </a:extLst>
                </p:cNvPr>
                <p:cNvSpPr/>
                <p:nvPr/>
              </p:nvSpPr>
              <p:spPr>
                <a:xfrm>
                  <a:off x="4776089" y="3829487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9526" y="65246"/>
                        <a:pt x="16669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1" name="Freeform: Shape 190">
                  <a:extLst>
                    <a:ext uri="{FF2B5EF4-FFF2-40B4-BE49-F238E27FC236}">
                      <a16:creationId xmlns:a16="http://schemas.microsoft.com/office/drawing/2014/main" id="{794A9E9D-A4DC-4FD1-A89E-930EA5D20A0D}"/>
                    </a:ext>
                  </a:extLst>
                </p:cNvPr>
                <p:cNvSpPr/>
                <p:nvPr/>
              </p:nvSpPr>
              <p:spPr>
                <a:xfrm>
                  <a:off x="3520451" y="3178068"/>
                  <a:ext cx="1321716" cy="2737840"/>
                </a:xfrm>
                <a:custGeom>
                  <a:avLst/>
                  <a:gdLst>
                    <a:gd name="connsiteX0" fmla="*/ 350044 w 400050"/>
                    <a:gd name="connsiteY0" fmla="*/ 7144 h 828675"/>
                    <a:gd name="connsiteX1" fmla="*/ 53816 w 400050"/>
                    <a:gd name="connsiteY1" fmla="*/ 7144 h 828675"/>
                    <a:gd name="connsiteX2" fmla="*/ 7144 w 400050"/>
                    <a:gd name="connsiteY2" fmla="*/ 53816 h 828675"/>
                    <a:gd name="connsiteX3" fmla="*/ 7144 w 400050"/>
                    <a:gd name="connsiteY3" fmla="*/ 781526 h 828675"/>
                    <a:gd name="connsiteX4" fmla="*/ 53816 w 400050"/>
                    <a:gd name="connsiteY4" fmla="*/ 828199 h 828675"/>
                    <a:gd name="connsiteX5" fmla="*/ 350044 w 400050"/>
                    <a:gd name="connsiteY5" fmla="*/ 828199 h 828675"/>
                    <a:gd name="connsiteX6" fmla="*/ 396716 w 400050"/>
                    <a:gd name="connsiteY6" fmla="*/ 781526 h 828675"/>
                    <a:gd name="connsiteX7" fmla="*/ 396716 w 400050"/>
                    <a:gd name="connsiteY7" fmla="*/ 53816 h 828675"/>
                    <a:gd name="connsiteX8" fmla="*/ 350044 w 400050"/>
                    <a:gd name="connsiteY8" fmla="*/ 7144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050" h="828675">
                      <a:moveTo>
                        <a:pt x="350044" y="7144"/>
                      </a:moveTo>
                      <a:lnTo>
                        <a:pt x="53816" y="7144"/>
                      </a:lnTo>
                      <a:cubicBezTo>
                        <a:pt x="28099" y="7144"/>
                        <a:pt x="7144" y="28099"/>
                        <a:pt x="7144" y="53816"/>
                      </a:cubicBezTo>
                      <a:lnTo>
                        <a:pt x="7144" y="781526"/>
                      </a:lnTo>
                      <a:cubicBezTo>
                        <a:pt x="7144" y="807244"/>
                        <a:pt x="28099" y="828199"/>
                        <a:pt x="53816" y="828199"/>
                      </a:cubicBezTo>
                      <a:lnTo>
                        <a:pt x="350044" y="828199"/>
                      </a:lnTo>
                      <a:cubicBezTo>
                        <a:pt x="375761" y="828199"/>
                        <a:pt x="396716" y="807244"/>
                        <a:pt x="396716" y="781526"/>
                      </a:cubicBezTo>
                      <a:lnTo>
                        <a:pt x="396716" y="53816"/>
                      </a:lnTo>
                      <a:cubicBezTo>
                        <a:pt x="396716" y="28099"/>
                        <a:pt x="375761" y="7144"/>
                        <a:pt x="350044" y="714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2" name="Freeform: Shape 191">
                  <a:extLst>
                    <a:ext uri="{FF2B5EF4-FFF2-40B4-BE49-F238E27FC236}">
                      <a16:creationId xmlns:a16="http://schemas.microsoft.com/office/drawing/2014/main" id="{21681973-7AB0-4053-9ED7-D8CF818760D6}"/>
                    </a:ext>
                  </a:extLst>
                </p:cNvPr>
                <p:cNvSpPr/>
                <p:nvPr/>
              </p:nvSpPr>
              <p:spPr>
                <a:xfrm>
                  <a:off x="3529897" y="3190651"/>
                  <a:ext cx="1290246" cy="2706371"/>
                </a:xfrm>
                <a:custGeom>
                  <a:avLst/>
                  <a:gdLst>
                    <a:gd name="connsiteX0" fmla="*/ 345281 w 390525"/>
                    <a:gd name="connsiteY0" fmla="*/ 7144 h 819150"/>
                    <a:gd name="connsiteX1" fmla="*/ 52864 w 390525"/>
                    <a:gd name="connsiteY1" fmla="*/ 7144 h 819150"/>
                    <a:gd name="connsiteX2" fmla="*/ 7144 w 390525"/>
                    <a:gd name="connsiteY2" fmla="*/ 52864 h 819150"/>
                    <a:gd name="connsiteX3" fmla="*/ 7144 w 390525"/>
                    <a:gd name="connsiteY3" fmla="*/ 772954 h 819150"/>
                    <a:gd name="connsiteX4" fmla="*/ 52864 w 390525"/>
                    <a:gd name="connsiteY4" fmla="*/ 818674 h 819150"/>
                    <a:gd name="connsiteX5" fmla="*/ 345281 w 390525"/>
                    <a:gd name="connsiteY5" fmla="*/ 818674 h 819150"/>
                    <a:gd name="connsiteX6" fmla="*/ 391001 w 390525"/>
                    <a:gd name="connsiteY6" fmla="*/ 772954 h 819150"/>
                    <a:gd name="connsiteX7" fmla="*/ 391001 w 390525"/>
                    <a:gd name="connsiteY7" fmla="*/ 52864 h 819150"/>
                    <a:gd name="connsiteX8" fmla="*/ 345281 w 390525"/>
                    <a:gd name="connsiteY8" fmla="*/ 7144 h 819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0525" h="819150">
                      <a:moveTo>
                        <a:pt x="345281" y="7144"/>
                      </a:moveTo>
                      <a:lnTo>
                        <a:pt x="52864" y="7144"/>
                      </a:lnTo>
                      <a:cubicBezTo>
                        <a:pt x="27146" y="7144"/>
                        <a:pt x="7144" y="27146"/>
                        <a:pt x="7144" y="52864"/>
                      </a:cubicBezTo>
                      <a:lnTo>
                        <a:pt x="7144" y="772954"/>
                      </a:lnTo>
                      <a:cubicBezTo>
                        <a:pt x="7144" y="798671"/>
                        <a:pt x="27146" y="818674"/>
                        <a:pt x="52864" y="818674"/>
                      </a:cubicBezTo>
                      <a:lnTo>
                        <a:pt x="345281" y="818674"/>
                      </a:lnTo>
                      <a:cubicBezTo>
                        <a:pt x="370999" y="818674"/>
                        <a:pt x="391001" y="798671"/>
                        <a:pt x="391001" y="772954"/>
                      </a:cubicBezTo>
                      <a:lnTo>
                        <a:pt x="391001" y="52864"/>
                      </a:lnTo>
                      <a:cubicBezTo>
                        <a:pt x="391001" y="28099"/>
                        <a:pt x="370046" y="7144"/>
                        <a:pt x="345281" y="7144"/>
                      </a:cubicBezTo>
                      <a:close/>
                    </a:path>
                  </a:pathLst>
                </a:custGeom>
                <a:solidFill>
                  <a:srgbClr val="1A1A1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3" name="Freeform: Shape 192">
                  <a:extLst>
                    <a:ext uri="{FF2B5EF4-FFF2-40B4-BE49-F238E27FC236}">
                      <a16:creationId xmlns:a16="http://schemas.microsoft.com/office/drawing/2014/main" id="{922E701D-9923-472F-BB98-91A112FDB16D}"/>
                    </a:ext>
                  </a:extLst>
                </p:cNvPr>
                <p:cNvSpPr/>
                <p:nvPr/>
              </p:nvSpPr>
              <p:spPr>
                <a:xfrm>
                  <a:off x="3627447" y="3596610"/>
                  <a:ext cx="1101430" cy="1951104"/>
                </a:xfrm>
                <a:custGeom>
                  <a:avLst/>
                  <a:gdLst>
                    <a:gd name="connsiteX0" fmla="*/ 7144 w 333375"/>
                    <a:gd name="connsiteY0" fmla="*/ 7144 h 590550"/>
                    <a:gd name="connsiteX1" fmla="*/ 331946 w 333375"/>
                    <a:gd name="connsiteY1" fmla="*/ 7144 h 590550"/>
                    <a:gd name="connsiteX2" fmla="*/ 331946 w 333375"/>
                    <a:gd name="connsiteY2" fmla="*/ 586264 h 590550"/>
                    <a:gd name="connsiteX3" fmla="*/ 7144 w 333375"/>
                    <a:gd name="connsiteY3" fmla="*/ 586264 h 590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375" h="590550">
                      <a:moveTo>
                        <a:pt x="7144" y="7144"/>
                      </a:moveTo>
                      <a:lnTo>
                        <a:pt x="331946" y="7144"/>
                      </a:lnTo>
                      <a:lnTo>
                        <a:pt x="331946" y="586264"/>
                      </a:lnTo>
                      <a:lnTo>
                        <a:pt x="7144" y="586264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A9774313-4061-4F08-825E-BCEECAB583EB}"/>
                    </a:ext>
                  </a:extLst>
                </p:cNvPr>
                <p:cNvGrpSpPr/>
                <p:nvPr/>
              </p:nvGrpSpPr>
              <p:grpSpPr>
                <a:xfrm>
                  <a:off x="4092761" y="5635852"/>
                  <a:ext cx="164520" cy="173080"/>
                  <a:chOff x="6772303" y="6038214"/>
                  <a:chExt cx="140650" cy="147968"/>
                </a:xfrm>
              </p:grpSpPr>
              <p:sp>
                <p:nvSpPr>
                  <p:cNvPr id="197" name="Oval 196">
                    <a:extLst>
                      <a:ext uri="{FF2B5EF4-FFF2-40B4-BE49-F238E27FC236}">
                        <a16:creationId xmlns:a16="http://schemas.microsoft.com/office/drawing/2014/main" id="{A4BA4E56-3233-4DC7-ACD6-D2B9899BE7BC}"/>
                      </a:ext>
                    </a:extLst>
                  </p:cNvPr>
                  <p:cNvSpPr/>
                  <p:nvPr/>
                </p:nvSpPr>
                <p:spPr>
                  <a:xfrm>
                    <a:off x="6772303" y="6038214"/>
                    <a:ext cx="140650" cy="14796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8" name="Oval 197">
                    <a:extLst>
                      <a:ext uri="{FF2B5EF4-FFF2-40B4-BE49-F238E27FC236}">
                        <a16:creationId xmlns:a16="http://schemas.microsoft.com/office/drawing/2014/main" id="{D0E8C8B0-1FFD-425C-8737-A95DDDFE172D}"/>
                      </a:ext>
                    </a:extLst>
                  </p:cNvPr>
                  <p:cNvSpPr/>
                  <p:nvPr/>
                </p:nvSpPr>
                <p:spPr>
                  <a:xfrm>
                    <a:off x="6807465" y="6071635"/>
                    <a:ext cx="70326" cy="8118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95" name="Rectangle: Rounded Corners 194">
                  <a:extLst>
                    <a:ext uri="{FF2B5EF4-FFF2-40B4-BE49-F238E27FC236}">
                      <a16:creationId xmlns:a16="http://schemas.microsoft.com/office/drawing/2014/main" id="{FB656DF3-8FB6-4EB1-ACB2-9B67E8F87E93}"/>
                    </a:ext>
                  </a:extLst>
                </p:cNvPr>
                <p:cNvSpPr/>
                <p:nvPr/>
              </p:nvSpPr>
              <p:spPr>
                <a:xfrm>
                  <a:off x="4058661" y="3449093"/>
                  <a:ext cx="254255" cy="583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6020F883-DAE9-42F8-B0DD-2ECC4ED8CEB9}"/>
                    </a:ext>
                  </a:extLst>
                </p:cNvPr>
                <p:cNvSpPr/>
                <p:nvPr/>
              </p:nvSpPr>
              <p:spPr>
                <a:xfrm>
                  <a:off x="3922825" y="3449093"/>
                  <a:ext cx="58393" cy="58393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19661C5A-A9AC-44A2-82C2-116810D938EB}"/>
                  </a:ext>
                </a:extLst>
              </p:cNvPr>
              <p:cNvSpPr txBox="1"/>
              <p:nvPr/>
            </p:nvSpPr>
            <p:spPr>
              <a:xfrm>
                <a:off x="9382981" y="8049974"/>
                <a:ext cx="12938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>
                    <a:latin typeface="Bahnschrift SemiBold SemiConden" panose="020B0502040204020203" pitchFamily="34" charset="0"/>
                  </a:rPr>
                  <a:t>Demo</a:t>
                </a:r>
              </a:p>
            </p:txBody>
          </p:sp>
        </p:grpSp>
        <p:sp>
          <p:nvSpPr>
            <p:cNvPr id="185" name="Freeform 62">
              <a:extLst>
                <a:ext uri="{FF2B5EF4-FFF2-40B4-BE49-F238E27FC236}">
                  <a16:creationId xmlns:a16="http://schemas.microsoft.com/office/drawing/2014/main" id="{75912542-6754-4A94-8E00-3E61F2A8E0FB}"/>
                </a:ext>
              </a:extLst>
            </p:cNvPr>
            <p:cNvSpPr/>
            <p:nvPr/>
          </p:nvSpPr>
          <p:spPr>
            <a:xfrm rot="1176569" flipH="1">
              <a:off x="10704836" y="8512105"/>
              <a:ext cx="807618" cy="1110607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  <a:gd name="connsiteX0" fmla="*/ 0 w 1518129"/>
                <a:gd name="connsiteY0" fmla="*/ 891306 h 2174861"/>
                <a:gd name="connsiteX1" fmla="*/ 227051 w 1518129"/>
                <a:gd name="connsiteY1" fmla="*/ 1320850 h 2174861"/>
                <a:gd name="connsiteX2" fmla="*/ 462841 w 1518129"/>
                <a:gd name="connsiteY2" fmla="*/ 1655174 h 2174861"/>
                <a:gd name="connsiteX3" fmla="*/ 644540 w 1518129"/>
                <a:gd name="connsiteY3" fmla="*/ 1879748 h 2174861"/>
                <a:gd name="connsiteX4" fmla="*/ 678137 w 1518129"/>
                <a:gd name="connsiteY4" fmla="*/ 2115210 h 2174861"/>
                <a:gd name="connsiteX5" fmla="*/ 1339145 w 1518129"/>
                <a:gd name="connsiteY5" fmla="*/ 2174859 h 2174861"/>
                <a:gd name="connsiteX6" fmla="*/ 1358227 w 1518129"/>
                <a:gd name="connsiteY6" fmla="*/ 1930484 h 2174861"/>
                <a:gd name="connsiteX7" fmla="*/ 1516859 w 1518129"/>
                <a:gd name="connsiteY7" fmla="*/ 1069958 h 2174861"/>
                <a:gd name="connsiteX8" fmla="*/ 1464891 w 1518129"/>
                <a:gd name="connsiteY8" fmla="*/ 644162 h 2174861"/>
                <a:gd name="connsiteX9" fmla="*/ 1272486 w 1518129"/>
                <a:gd name="connsiteY9" fmla="*/ 612493 h 2174861"/>
                <a:gd name="connsiteX10" fmla="*/ 1264720 w 1518129"/>
                <a:gd name="connsiteY10" fmla="*/ 911472 h 2174861"/>
                <a:gd name="connsiteX11" fmla="*/ 1252622 w 1518129"/>
                <a:gd name="connsiteY11" fmla="*/ 600743 h 2174861"/>
                <a:gd name="connsiteX12" fmla="*/ 1022817 w 1518129"/>
                <a:gd name="connsiteY12" fmla="*/ 558366 h 2174861"/>
                <a:gd name="connsiteX13" fmla="*/ 1053082 w 1518129"/>
                <a:gd name="connsiteY13" fmla="*/ 887580 h 2174861"/>
                <a:gd name="connsiteX14" fmla="*/ 1001757 w 1518129"/>
                <a:gd name="connsiteY14" fmla="*/ 557324 h 2174861"/>
                <a:gd name="connsiteX15" fmla="*/ 806783 w 1518129"/>
                <a:gd name="connsiteY15" fmla="*/ 513030 h 2174861"/>
                <a:gd name="connsiteX16" fmla="*/ 810613 w 1518129"/>
                <a:gd name="connsiteY16" fmla="*/ 901237 h 2174861"/>
                <a:gd name="connsiteX17" fmla="*/ 778941 w 1518129"/>
                <a:gd name="connsiteY17" fmla="*/ 121917 h 2174861"/>
                <a:gd name="connsiteX18" fmla="*/ 582042 w 1518129"/>
                <a:gd name="connsiteY18" fmla="*/ 161731 h 2174861"/>
                <a:gd name="connsiteX19" fmla="*/ 554580 w 1518129"/>
                <a:gd name="connsiteY19" fmla="*/ 1197645 h 2174861"/>
                <a:gd name="connsiteX20" fmla="*/ 419736 w 1518129"/>
                <a:gd name="connsiteY20" fmla="*/ 1153389 h 2174861"/>
                <a:gd name="connsiteX21" fmla="*/ 0 w 1518129"/>
                <a:gd name="connsiteY21" fmla="*/ 891306 h 2174861"/>
                <a:gd name="connsiteX0" fmla="*/ 0 w 1518129"/>
                <a:gd name="connsiteY0" fmla="*/ 891306 h 2116848"/>
                <a:gd name="connsiteX1" fmla="*/ 227051 w 1518129"/>
                <a:gd name="connsiteY1" fmla="*/ 1320850 h 2116848"/>
                <a:gd name="connsiteX2" fmla="*/ 462841 w 1518129"/>
                <a:gd name="connsiteY2" fmla="*/ 1655174 h 2116848"/>
                <a:gd name="connsiteX3" fmla="*/ 644540 w 1518129"/>
                <a:gd name="connsiteY3" fmla="*/ 1879748 h 2116848"/>
                <a:gd name="connsiteX4" fmla="*/ 678137 w 1518129"/>
                <a:gd name="connsiteY4" fmla="*/ 2115210 h 2116848"/>
                <a:gd name="connsiteX5" fmla="*/ 1358227 w 1518129"/>
                <a:gd name="connsiteY5" fmla="*/ 1930484 h 2116848"/>
                <a:gd name="connsiteX6" fmla="*/ 1516859 w 1518129"/>
                <a:gd name="connsiteY6" fmla="*/ 1069958 h 2116848"/>
                <a:gd name="connsiteX7" fmla="*/ 1464891 w 1518129"/>
                <a:gd name="connsiteY7" fmla="*/ 644162 h 2116848"/>
                <a:gd name="connsiteX8" fmla="*/ 1272486 w 1518129"/>
                <a:gd name="connsiteY8" fmla="*/ 612493 h 2116848"/>
                <a:gd name="connsiteX9" fmla="*/ 1264720 w 1518129"/>
                <a:gd name="connsiteY9" fmla="*/ 911472 h 2116848"/>
                <a:gd name="connsiteX10" fmla="*/ 1252622 w 1518129"/>
                <a:gd name="connsiteY10" fmla="*/ 600743 h 2116848"/>
                <a:gd name="connsiteX11" fmla="*/ 1022817 w 1518129"/>
                <a:gd name="connsiteY11" fmla="*/ 558366 h 2116848"/>
                <a:gd name="connsiteX12" fmla="*/ 1053082 w 1518129"/>
                <a:gd name="connsiteY12" fmla="*/ 887580 h 2116848"/>
                <a:gd name="connsiteX13" fmla="*/ 1001757 w 1518129"/>
                <a:gd name="connsiteY13" fmla="*/ 557324 h 2116848"/>
                <a:gd name="connsiteX14" fmla="*/ 806783 w 1518129"/>
                <a:gd name="connsiteY14" fmla="*/ 513030 h 2116848"/>
                <a:gd name="connsiteX15" fmla="*/ 810613 w 1518129"/>
                <a:gd name="connsiteY15" fmla="*/ 901237 h 2116848"/>
                <a:gd name="connsiteX16" fmla="*/ 778941 w 1518129"/>
                <a:gd name="connsiteY16" fmla="*/ 121917 h 2116848"/>
                <a:gd name="connsiteX17" fmla="*/ 582042 w 1518129"/>
                <a:gd name="connsiteY17" fmla="*/ 161731 h 2116848"/>
                <a:gd name="connsiteX18" fmla="*/ 554580 w 1518129"/>
                <a:gd name="connsiteY18" fmla="*/ 1197645 h 2116848"/>
                <a:gd name="connsiteX19" fmla="*/ 419736 w 1518129"/>
                <a:gd name="connsiteY19" fmla="*/ 1153389 h 2116848"/>
                <a:gd name="connsiteX20" fmla="*/ 0 w 1518129"/>
                <a:gd name="connsiteY20" fmla="*/ 891306 h 2116848"/>
                <a:gd name="connsiteX0" fmla="*/ 0 w 1518129"/>
                <a:gd name="connsiteY0" fmla="*/ 891306 h 1987766"/>
                <a:gd name="connsiteX1" fmla="*/ 227051 w 1518129"/>
                <a:gd name="connsiteY1" fmla="*/ 1320850 h 1987766"/>
                <a:gd name="connsiteX2" fmla="*/ 462841 w 1518129"/>
                <a:gd name="connsiteY2" fmla="*/ 1655174 h 1987766"/>
                <a:gd name="connsiteX3" fmla="*/ 644540 w 1518129"/>
                <a:gd name="connsiteY3" fmla="*/ 1879748 h 1987766"/>
                <a:gd name="connsiteX4" fmla="*/ 1358227 w 1518129"/>
                <a:gd name="connsiteY4" fmla="*/ 1930484 h 1987766"/>
                <a:gd name="connsiteX5" fmla="*/ 1516859 w 1518129"/>
                <a:gd name="connsiteY5" fmla="*/ 1069958 h 1987766"/>
                <a:gd name="connsiteX6" fmla="*/ 1464891 w 1518129"/>
                <a:gd name="connsiteY6" fmla="*/ 644162 h 1987766"/>
                <a:gd name="connsiteX7" fmla="*/ 1272486 w 1518129"/>
                <a:gd name="connsiteY7" fmla="*/ 612493 h 1987766"/>
                <a:gd name="connsiteX8" fmla="*/ 1264720 w 1518129"/>
                <a:gd name="connsiteY8" fmla="*/ 911472 h 1987766"/>
                <a:gd name="connsiteX9" fmla="*/ 1252622 w 1518129"/>
                <a:gd name="connsiteY9" fmla="*/ 600743 h 1987766"/>
                <a:gd name="connsiteX10" fmla="*/ 1022817 w 1518129"/>
                <a:gd name="connsiteY10" fmla="*/ 558366 h 1987766"/>
                <a:gd name="connsiteX11" fmla="*/ 1053082 w 1518129"/>
                <a:gd name="connsiteY11" fmla="*/ 887580 h 1987766"/>
                <a:gd name="connsiteX12" fmla="*/ 1001757 w 1518129"/>
                <a:gd name="connsiteY12" fmla="*/ 557324 h 1987766"/>
                <a:gd name="connsiteX13" fmla="*/ 806783 w 1518129"/>
                <a:gd name="connsiteY13" fmla="*/ 513030 h 1987766"/>
                <a:gd name="connsiteX14" fmla="*/ 810613 w 1518129"/>
                <a:gd name="connsiteY14" fmla="*/ 901237 h 1987766"/>
                <a:gd name="connsiteX15" fmla="*/ 778941 w 1518129"/>
                <a:gd name="connsiteY15" fmla="*/ 121917 h 1987766"/>
                <a:gd name="connsiteX16" fmla="*/ 582042 w 1518129"/>
                <a:gd name="connsiteY16" fmla="*/ 161731 h 1987766"/>
                <a:gd name="connsiteX17" fmla="*/ 554580 w 1518129"/>
                <a:gd name="connsiteY17" fmla="*/ 1197645 h 1987766"/>
                <a:gd name="connsiteX18" fmla="*/ 419736 w 1518129"/>
                <a:gd name="connsiteY18" fmla="*/ 1153389 h 1987766"/>
                <a:gd name="connsiteX19" fmla="*/ 0 w 1518129"/>
                <a:gd name="connsiteY19" fmla="*/ 891306 h 1987766"/>
                <a:gd name="connsiteX0" fmla="*/ 0 w 1518129"/>
                <a:gd name="connsiteY0" fmla="*/ 891306 h 1934599"/>
                <a:gd name="connsiteX1" fmla="*/ 227051 w 1518129"/>
                <a:gd name="connsiteY1" fmla="*/ 1320850 h 1934599"/>
                <a:gd name="connsiteX2" fmla="*/ 462841 w 1518129"/>
                <a:gd name="connsiteY2" fmla="*/ 1655174 h 1934599"/>
                <a:gd name="connsiteX3" fmla="*/ 644540 w 1518129"/>
                <a:gd name="connsiteY3" fmla="*/ 1879748 h 1934599"/>
                <a:gd name="connsiteX4" fmla="*/ 1358227 w 1518129"/>
                <a:gd name="connsiteY4" fmla="*/ 1930484 h 1934599"/>
                <a:gd name="connsiteX5" fmla="*/ 1516859 w 1518129"/>
                <a:gd name="connsiteY5" fmla="*/ 1069958 h 1934599"/>
                <a:gd name="connsiteX6" fmla="*/ 1464891 w 1518129"/>
                <a:gd name="connsiteY6" fmla="*/ 644162 h 1934599"/>
                <a:gd name="connsiteX7" fmla="*/ 1272486 w 1518129"/>
                <a:gd name="connsiteY7" fmla="*/ 612493 h 1934599"/>
                <a:gd name="connsiteX8" fmla="*/ 1264720 w 1518129"/>
                <a:gd name="connsiteY8" fmla="*/ 911472 h 1934599"/>
                <a:gd name="connsiteX9" fmla="*/ 1252622 w 1518129"/>
                <a:gd name="connsiteY9" fmla="*/ 600743 h 1934599"/>
                <a:gd name="connsiteX10" fmla="*/ 1022817 w 1518129"/>
                <a:gd name="connsiteY10" fmla="*/ 558366 h 1934599"/>
                <a:gd name="connsiteX11" fmla="*/ 1053082 w 1518129"/>
                <a:gd name="connsiteY11" fmla="*/ 887580 h 1934599"/>
                <a:gd name="connsiteX12" fmla="*/ 1001757 w 1518129"/>
                <a:gd name="connsiteY12" fmla="*/ 557324 h 1934599"/>
                <a:gd name="connsiteX13" fmla="*/ 806783 w 1518129"/>
                <a:gd name="connsiteY13" fmla="*/ 513030 h 1934599"/>
                <a:gd name="connsiteX14" fmla="*/ 810613 w 1518129"/>
                <a:gd name="connsiteY14" fmla="*/ 901237 h 1934599"/>
                <a:gd name="connsiteX15" fmla="*/ 778941 w 1518129"/>
                <a:gd name="connsiteY15" fmla="*/ 121917 h 1934599"/>
                <a:gd name="connsiteX16" fmla="*/ 582042 w 1518129"/>
                <a:gd name="connsiteY16" fmla="*/ 161731 h 1934599"/>
                <a:gd name="connsiteX17" fmla="*/ 554580 w 1518129"/>
                <a:gd name="connsiteY17" fmla="*/ 1197645 h 1934599"/>
                <a:gd name="connsiteX18" fmla="*/ 419736 w 1518129"/>
                <a:gd name="connsiteY18" fmla="*/ 1153389 h 1934599"/>
                <a:gd name="connsiteX19" fmla="*/ 0 w 1518129"/>
                <a:gd name="connsiteY19" fmla="*/ 891306 h 1934599"/>
                <a:gd name="connsiteX0" fmla="*/ 0 w 1518129"/>
                <a:gd name="connsiteY0" fmla="*/ 891306 h 1914832"/>
                <a:gd name="connsiteX1" fmla="*/ 227051 w 1518129"/>
                <a:gd name="connsiteY1" fmla="*/ 1320850 h 1914832"/>
                <a:gd name="connsiteX2" fmla="*/ 462841 w 1518129"/>
                <a:gd name="connsiteY2" fmla="*/ 1655174 h 1914832"/>
                <a:gd name="connsiteX3" fmla="*/ 644540 w 1518129"/>
                <a:gd name="connsiteY3" fmla="*/ 1879748 h 1914832"/>
                <a:gd name="connsiteX4" fmla="*/ 1366786 w 1518129"/>
                <a:gd name="connsiteY4" fmla="*/ 1904807 h 1914832"/>
                <a:gd name="connsiteX5" fmla="*/ 1516859 w 1518129"/>
                <a:gd name="connsiteY5" fmla="*/ 1069958 h 1914832"/>
                <a:gd name="connsiteX6" fmla="*/ 1464891 w 1518129"/>
                <a:gd name="connsiteY6" fmla="*/ 644162 h 1914832"/>
                <a:gd name="connsiteX7" fmla="*/ 1272486 w 1518129"/>
                <a:gd name="connsiteY7" fmla="*/ 612493 h 1914832"/>
                <a:gd name="connsiteX8" fmla="*/ 1264720 w 1518129"/>
                <a:gd name="connsiteY8" fmla="*/ 911472 h 1914832"/>
                <a:gd name="connsiteX9" fmla="*/ 1252622 w 1518129"/>
                <a:gd name="connsiteY9" fmla="*/ 600743 h 1914832"/>
                <a:gd name="connsiteX10" fmla="*/ 1022817 w 1518129"/>
                <a:gd name="connsiteY10" fmla="*/ 558366 h 1914832"/>
                <a:gd name="connsiteX11" fmla="*/ 1053082 w 1518129"/>
                <a:gd name="connsiteY11" fmla="*/ 887580 h 1914832"/>
                <a:gd name="connsiteX12" fmla="*/ 1001757 w 1518129"/>
                <a:gd name="connsiteY12" fmla="*/ 557324 h 1914832"/>
                <a:gd name="connsiteX13" fmla="*/ 806783 w 1518129"/>
                <a:gd name="connsiteY13" fmla="*/ 513030 h 1914832"/>
                <a:gd name="connsiteX14" fmla="*/ 810613 w 1518129"/>
                <a:gd name="connsiteY14" fmla="*/ 901237 h 1914832"/>
                <a:gd name="connsiteX15" fmla="*/ 778941 w 1518129"/>
                <a:gd name="connsiteY15" fmla="*/ 121917 h 1914832"/>
                <a:gd name="connsiteX16" fmla="*/ 582042 w 1518129"/>
                <a:gd name="connsiteY16" fmla="*/ 161731 h 1914832"/>
                <a:gd name="connsiteX17" fmla="*/ 554580 w 1518129"/>
                <a:gd name="connsiteY17" fmla="*/ 1197645 h 1914832"/>
                <a:gd name="connsiteX18" fmla="*/ 419736 w 1518129"/>
                <a:gd name="connsiteY18" fmla="*/ 1153389 h 1914832"/>
                <a:gd name="connsiteX19" fmla="*/ 0 w 1518129"/>
                <a:gd name="connsiteY19" fmla="*/ 891306 h 1914832"/>
                <a:gd name="connsiteX0" fmla="*/ 0 w 1518129"/>
                <a:gd name="connsiteY0" fmla="*/ 891306 h 1910129"/>
                <a:gd name="connsiteX1" fmla="*/ 227051 w 1518129"/>
                <a:gd name="connsiteY1" fmla="*/ 1320850 h 1910129"/>
                <a:gd name="connsiteX2" fmla="*/ 462841 w 1518129"/>
                <a:gd name="connsiteY2" fmla="*/ 1655174 h 1910129"/>
                <a:gd name="connsiteX3" fmla="*/ 644540 w 1518129"/>
                <a:gd name="connsiteY3" fmla="*/ 1879748 h 1910129"/>
                <a:gd name="connsiteX4" fmla="*/ 1366786 w 1518129"/>
                <a:gd name="connsiteY4" fmla="*/ 1904807 h 1910129"/>
                <a:gd name="connsiteX5" fmla="*/ 1516859 w 1518129"/>
                <a:gd name="connsiteY5" fmla="*/ 1069958 h 1910129"/>
                <a:gd name="connsiteX6" fmla="*/ 1464891 w 1518129"/>
                <a:gd name="connsiteY6" fmla="*/ 644162 h 1910129"/>
                <a:gd name="connsiteX7" fmla="*/ 1272486 w 1518129"/>
                <a:gd name="connsiteY7" fmla="*/ 612493 h 1910129"/>
                <a:gd name="connsiteX8" fmla="*/ 1264720 w 1518129"/>
                <a:gd name="connsiteY8" fmla="*/ 911472 h 1910129"/>
                <a:gd name="connsiteX9" fmla="*/ 1252622 w 1518129"/>
                <a:gd name="connsiteY9" fmla="*/ 600743 h 1910129"/>
                <a:gd name="connsiteX10" fmla="*/ 1022817 w 1518129"/>
                <a:gd name="connsiteY10" fmla="*/ 558366 h 1910129"/>
                <a:gd name="connsiteX11" fmla="*/ 1053082 w 1518129"/>
                <a:gd name="connsiteY11" fmla="*/ 887580 h 1910129"/>
                <a:gd name="connsiteX12" fmla="*/ 1001757 w 1518129"/>
                <a:gd name="connsiteY12" fmla="*/ 557324 h 1910129"/>
                <a:gd name="connsiteX13" fmla="*/ 806783 w 1518129"/>
                <a:gd name="connsiteY13" fmla="*/ 513030 h 1910129"/>
                <a:gd name="connsiteX14" fmla="*/ 810613 w 1518129"/>
                <a:gd name="connsiteY14" fmla="*/ 901237 h 1910129"/>
                <a:gd name="connsiteX15" fmla="*/ 778941 w 1518129"/>
                <a:gd name="connsiteY15" fmla="*/ 121917 h 1910129"/>
                <a:gd name="connsiteX16" fmla="*/ 582042 w 1518129"/>
                <a:gd name="connsiteY16" fmla="*/ 161731 h 1910129"/>
                <a:gd name="connsiteX17" fmla="*/ 554580 w 1518129"/>
                <a:gd name="connsiteY17" fmla="*/ 1197645 h 1910129"/>
                <a:gd name="connsiteX18" fmla="*/ 419736 w 1518129"/>
                <a:gd name="connsiteY18" fmla="*/ 1153389 h 1910129"/>
                <a:gd name="connsiteX19" fmla="*/ 0 w 1518129"/>
                <a:gd name="connsiteY19" fmla="*/ 891306 h 1910129"/>
                <a:gd name="connsiteX0" fmla="*/ 0 w 1518129"/>
                <a:gd name="connsiteY0" fmla="*/ 891306 h 1907268"/>
                <a:gd name="connsiteX1" fmla="*/ 227051 w 1518129"/>
                <a:gd name="connsiteY1" fmla="*/ 1320850 h 1907268"/>
                <a:gd name="connsiteX2" fmla="*/ 462841 w 1518129"/>
                <a:gd name="connsiteY2" fmla="*/ 1655174 h 1907268"/>
                <a:gd name="connsiteX3" fmla="*/ 644540 w 1518129"/>
                <a:gd name="connsiteY3" fmla="*/ 1879748 h 1907268"/>
                <a:gd name="connsiteX4" fmla="*/ 1366786 w 1518129"/>
                <a:gd name="connsiteY4" fmla="*/ 1899100 h 1907268"/>
                <a:gd name="connsiteX5" fmla="*/ 1516859 w 1518129"/>
                <a:gd name="connsiteY5" fmla="*/ 1069958 h 1907268"/>
                <a:gd name="connsiteX6" fmla="*/ 1464891 w 1518129"/>
                <a:gd name="connsiteY6" fmla="*/ 644162 h 1907268"/>
                <a:gd name="connsiteX7" fmla="*/ 1272486 w 1518129"/>
                <a:gd name="connsiteY7" fmla="*/ 612493 h 1907268"/>
                <a:gd name="connsiteX8" fmla="*/ 1264720 w 1518129"/>
                <a:gd name="connsiteY8" fmla="*/ 911472 h 1907268"/>
                <a:gd name="connsiteX9" fmla="*/ 1252622 w 1518129"/>
                <a:gd name="connsiteY9" fmla="*/ 600743 h 1907268"/>
                <a:gd name="connsiteX10" fmla="*/ 1022817 w 1518129"/>
                <a:gd name="connsiteY10" fmla="*/ 558366 h 1907268"/>
                <a:gd name="connsiteX11" fmla="*/ 1053082 w 1518129"/>
                <a:gd name="connsiteY11" fmla="*/ 887580 h 1907268"/>
                <a:gd name="connsiteX12" fmla="*/ 1001757 w 1518129"/>
                <a:gd name="connsiteY12" fmla="*/ 557324 h 1907268"/>
                <a:gd name="connsiteX13" fmla="*/ 806783 w 1518129"/>
                <a:gd name="connsiteY13" fmla="*/ 513030 h 1907268"/>
                <a:gd name="connsiteX14" fmla="*/ 810613 w 1518129"/>
                <a:gd name="connsiteY14" fmla="*/ 901237 h 1907268"/>
                <a:gd name="connsiteX15" fmla="*/ 778941 w 1518129"/>
                <a:gd name="connsiteY15" fmla="*/ 121917 h 1907268"/>
                <a:gd name="connsiteX16" fmla="*/ 582042 w 1518129"/>
                <a:gd name="connsiteY16" fmla="*/ 161731 h 1907268"/>
                <a:gd name="connsiteX17" fmla="*/ 554580 w 1518129"/>
                <a:gd name="connsiteY17" fmla="*/ 1197645 h 1907268"/>
                <a:gd name="connsiteX18" fmla="*/ 419736 w 1518129"/>
                <a:gd name="connsiteY18" fmla="*/ 1153389 h 1907268"/>
                <a:gd name="connsiteX19" fmla="*/ 0 w 1518129"/>
                <a:gd name="connsiteY19" fmla="*/ 891306 h 1907268"/>
                <a:gd name="connsiteX0" fmla="*/ 0 w 1518129"/>
                <a:gd name="connsiteY0" fmla="*/ 891306 h 1907268"/>
                <a:gd name="connsiteX1" fmla="*/ 227051 w 1518129"/>
                <a:gd name="connsiteY1" fmla="*/ 1320850 h 1907268"/>
                <a:gd name="connsiteX2" fmla="*/ 462841 w 1518129"/>
                <a:gd name="connsiteY2" fmla="*/ 1655174 h 1907268"/>
                <a:gd name="connsiteX3" fmla="*/ 644540 w 1518129"/>
                <a:gd name="connsiteY3" fmla="*/ 1879748 h 1907268"/>
                <a:gd name="connsiteX4" fmla="*/ 1366786 w 1518129"/>
                <a:gd name="connsiteY4" fmla="*/ 1899100 h 1907268"/>
                <a:gd name="connsiteX5" fmla="*/ 1516859 w 1518129"/>
                <a:gd name="connsiteY5" fmla="*/ 1069958 h 1907268"/>
                <a:gd name="connsiteX6" fmla="*/ 1464891 w 1518129"/>
                <a:gd name="connsiteY6" fmla="*/ 644162 h 1907268"/>
                <a:gd name="connsiteX7" fmla="*/ 1272486 w 1518129"/>
                <a:gd name="connsiteY7" fmla="*/ 612493 h 1907268"/>
                <a:gd name="connsiteX8" fmla="*/ 1264720 w 1518129"/>
                <a:gd name="connsiteY8" fmla="*/ 911472 h 1907268"/>
                <a:gd name="connsiteX9" fmla="*/ 1252622 w 1518129"/>
                <a:gd name="connsiteY9" fmla="*/ 600743 h 1907268"/>
                <a:gd name="connsiteX10" fmla="*/ 1022817 w 1518129"/>
                <a:gd name="connsiteY10" fmla="*/ 558366 h 1907268"/>
                <a:gd name="connsiteX11" fmla="*/ 1053082 w 1518129"/>
                <a:gd name="connsiteY11" fmla="*/ 887580 h 1907268"/>
                <a:gd name="connsiteX12" fmla="*/ 1001757 w 1518129"/>
                <a:gd name="connsiteY12" fmla="*/ 557324 h 1907268"/>
                <a:gd name="connsiteX13" fmla="*/ 806783 w 1518129"/>
                <a:gd name="connsiteY13" fmla="*/ 513030 h 1907268"/>
                <a:gd name="connsiteX14" fmla="*/ 810613 w 1518129"/>
                <a:gd name="connsiteY14" fmla="*/ 901237 h 1907268"/>
                <a:gd name="connsiteX15" fmla="*/ 778941 w 1518129"/>
                <a:gd name="connsiteY15" fmla="*/ 121917 h 1907268"/>
                <a:gd name="connsiteX16" fmla="*/ 582042 w 1518129"/>
                <a:gd name="connsiteY16" fmla="*/ 161731 h 1907268"/>
                <a:gd name="connsiteX17" fmla="*/ 554580 w 1518129"/>
                <a:gd name="connsiteY17" fmla="*/ 1197645 h 1907268"/>
                <a:gd name="connsiteX18" fmla="*/ 419736 w 1518129"/>
                <a:gd name="connsiteY18" fmla="*/ 1153389 h 1907268"/>
                <a:gd name="connsiteX19" fmla="*/ 0 w 1518129"/>
                <a:gd name="connsiteY19" fmla="*/ 891306 h 1907268"/>
                <a:gd name="connsiteX0" fmla="*/ 0 w 1518129"/>
                <a:gd name="connsiteY0" fmla="*/ 891306 h 1910576"/>
                <a:gd name="connsiteX1" fmla="*/ 227051 w 1518129"/>
                <a:gd name="connsiteY1" fmla="*/ 1320850 h 1910576"/>
                <a:gd name="connsiteX2" fmla="*/ 462841 w 1518129"/>
                <a:gd name="connsiteY2" fmla="*/ 1655174 h 1910576"/>
                <a:gd name="connsiteX3" fmla="*/ 655952 w 1518129"/>
                <a:gd name="connsiteY3" fmla="*/ 1885455 h 1910576"/>
                <a:gd name="connsiteX4" fmla="*/ 1366786 w 1518129"/>
                <a:gd name="connsiteY4" fmla="*/ 1899100 h 1910576"/>
                <a:gd name="connsiteX5" fmla="*/ 1516859 w 1518129"/>
                <a:gd name="connsiteY5" fmla="*/ 1069958 h 1910576"/>
                <a:gd name="connsiteX6" fmla="*/ 1464891 w 1518129"/>
                <a:gd name="connsiteY6" fmla="*/ 644162 h 1910576"/>
                <a:gd name="connsiteX7" fmla="*/ 1272486 w 1518129"/>
                <a:gd name="connsiteY7" fmla="*/ 612493 h 1910576"/>
                <a:gd name="connsiteX8" fmla="*/ 1264720 w 1518129"/>
                <a:gd name="connsiteY8" fmla="*/ 911472 h 1910576"/>
                <a:gd name="connsiteX9" fmla="*/ 1252622 w 1518129"/>
                <a:gd name="connsiteY9" fmla="*/ 600743 h 1910576"/>
                <a:gd name="connsiteX10" fmla="*/ 1022817 w 1518129"/>
                <a:gd name="connsiteY10" fmla="*/ 558366 h 1910576"/>
                <a:gd name="connsiteX11" fmla="*/ 1053082 w 1518129"/>
                <a:gd name="connsiteY11" fmla="*/ 887580 h 1910576"/>
                <a:gd name="connsiteX12" fmla="*/ 1001757 w 1518129"/>
                <a:gd name="connsiteY12" fmla="*/ 557324 h 1910576"/>
                <a:gd name="connsiteX13" fmla="*/ 806783 w 1518129"/>
                <a:gd name="connsiteY13" fmla="*/ 513030 h 1910576"/>
                <a:gd name="connsiteX14" fmla="*/ 810613 w 1518129"/>
                <a:gd name="connsiteY14" fmla="*/ 901237 h 1910576"/>
                <a:gd name="connsiteX15" fmla="*/ 778941 w 1518129"/>
                <a:gd name="connsiteY15" fmla="*/ 121917 h 1910576"/>
                <a:gd name="connsiteX16" fmla="*/ 582042 w 1518129"/>
                <a:gd name="connsiteY16" fmla="*/ 161731 h 1910576"/>
                <a:gd name="connsiteX17" fmla="*/ 554580 w 1518129"/>
                <a:gd name="connsiteY17" fmla="*/ 1197645 h 1910576"/>
                <a:gd name="connsiteX18" fmla="*/ 419736 w 1518129"/>
                <a:gd name="connsiteY18" fmla="*/ 1153389 h 1910576"/>
                <a:gd name="connsiteX19" fmla="*/ 0 w 1518129"/>
                <a:gd name="connsiteY19" fmla="*/ 891306 h 1910576"/>
                <a:gd name="connsiteX0" fmla="*/ 0 w 1518129"/>
                <a:gd name="connsiteY0" fmla="*/ 891306 h 1918220"/>
                <a:gd name="connsiteX1" fmla="*/ 227051 w 1518129"/>
                <a:gd name="connsiteY1" fmla="*/ 1320850 h 1918220"/>
                <a:gd name="connsiteX2" fmla="*/ 462841 w 1518129"/>
                <a:gd name="connsiteY2" fmla="*/ 1655174 h 1918220"/>
                <a:gd name="connsiteX3" fmla="*/ 670217 w 1518129"/>
                <a:gd name="connsiteY3" fmla="*/ 1896868 h 1918220"/>
                <a:gd name="connsiteX4" fmla="*/ 1366786 w 1518129"/>
                <a:gd name="connsiteY4" fmla="*/ 1899100 h 1918220"/>
                <a:gd name="connsiteX5" fmla="*/ 1516859 w 1518129"/>
                <a:gd name="connsiteY5" fmla="*/ 1069958 h 1918220"/>
                <a:gd name="connsiteX6" fmla="*/ 1464891 w 1518129"/>
                <a:gd name="connsiteY6" fmla="*/ 644162 h 1918220"/>
                <a:gd name="connsiteX7" fmla="*/ 1272486 w 1518129"/>
                <a:gd name="connsiteY7" fmla="*/ 612493 h 1918220"/>
                <a:gd name="connsiteX8" fmla="*/ 1264720 w 1518129"/>
                <a:gd name="connsiteY8" fmla="*/ 911472 h 1918220"/>
                <a:gd name="connsiteX9" fmla="*/ 1252622 w 1518129"/>
                <a:gd name="connsiteY9" fmla="*/ 600743 h 1918220"/>
                <a:gd name="connsiteX10" fmla="*/ 1022817 w 1518129"/>
                <a:gd name="connsiteY10" fmla="*/ 558366 h 1918220"/>
                <a:gd name="connsiteX11" fmla="*/ 1053082 w 1518129"/>
                <a:gd name="connsiteY11" fmla="*/ 887580 h 1918220"/>
                <a:gd name="connsiteX12" fmla="*/ 1001757 w 1518129"/>
                <a:gd name="connsiteY12" fmla="*/ 557324 h 1918220"/>
                <a:gd name="connsiteX13" fmla="*/ 806783 w 1518129"/>
                <a:gd name="connsiteY13" fmla="*/ 513030 h 1918220"/>
                <a:gd name="connsiteX14" fmla="*/ 810613 w 1518129"/>
                <a:gd name="connsiteY14" fmla="*/ 901237 h 1918220"/>
                <a:gd name="connsiteX15" fmla="*/ 778941 w 1518129"/>
                <a:gd name="connsiteY15" fmla="*/ 121917 h 1918220"/>
                <a:gd name="connsiteX16" fmla="*/ 582042 w 1518129"/>
                <a:gd name="connsiteY16" fmla="*/ 161731 h 1918220"/>
                <a:gd name="connsiteX17" fmla="*/ 554580 w 1518129"/>
                <a:gd name="connsiteY17" fmla="*/ 1197645 h 1918220"/>
                <a:gd name="connsiteX18" fmla="*/ 419736 w 1518129"/>
                <a:gd name="connsiteY18" fmla="*/ 1153389 h 1918220"/>
                <a:gd name="connsiteX19" fmla="*/ 0 w 1518129"/>
                <a:gd name="connsiteY19" fmla="*/ 891306 h 1918220"/>
                <a:gd name="connsiteX0" fmla="*/ 0 w 1518129"/>
                <a:gd name="connsiteY0" fmla="*/ 891306 h 1901925"/>
                <a:gd name="connsiteX1" fmla="*/ 227051 w 1518129"/>
                <a:gd name="connsiteY1" fmla="*/ 1320850 h 1901925"/>
                <a:gd name="connsiteX2" fmla="*/ 462841 w 1518129"/>
                <a:gd name="connsiteY2" fmla="*/ 1655174 h 1901925"/>
                <a:gd name="connsiteX3" fmla="*/ 670217 w 1518129"/>
                <a:gd name="connsiteY3" fmla="*/ 1896868 h 1901925"/>
                <a:gd name="connsiteX4" fmla="*/ 1366786 w 1518129"/>
                <a:gd name="connsiteY4" fmla="*/ 1899100 h 1901925"/>
                <a:gd name="connsiteX5" fmla="*/ 1516859 w 1518129"/>
                <a:gd name="connsiteY5" fmla="*/ 1069958 h 1901925"/>
                <a:gd name="connsiteX6" fmla="*/ 1464891 w 1518129"/>
                <a:gd name="connsiteY6" fmla="*/ 644162 h 1901925"/>
                <a:gd name="connsiteX7" fmla="*/ 1272486 w 1518129"/>
                <a:gd name="connsiteY7" fmla="*/ 612493 h 1901925"/>
                <a:gd name="connsiteX8" fmla="*/ 1264720 w 1518129"/>
                <a:gd name="connsiteY8" fmla="*/ 911472 h 1901925"/>
                <a:gd name="connsiteX9" fmla="*/ 1252622 w 1518129"/>
                <a:gd name="connsiteY9" fmla="*/ 600743 h 1901925"/>
                <a:gd name="connsiteX10" fmla="*/ 1022817 w 1518129"/>
                <a:gd name="connsiteY10" fmla="*/ 558366 h 1901925"/>
                <a:gd name="connsiteX11" fmla="*/ 1053082 w 1518129"/>
                <a:gd name="connsiteY11" fmla="*/ 887580 h 1901925"/>
                <a:gd name="connsiteX12" fmla="*/ 1001757 w 1518129"/>
                <a:gd name="connsiteY12" fmla="*/ 557324 h 1901925"/>
                <a:gd name="connsiteX13" fmla="*/ 806783 w 1518129"/>
                <a:gd name="connsiteY13" fmla="*/ 513030 h 1901925"/>
                <a:gd name="connsiteX14" fmla="*/ 810613 w 1518129"/>
                <a:gd name="connsiteY14" fmla="*/ 901237 h 1901925"/>
                <a:gd name="connsiteX15" fmla="*/ 778941 w 1518129"/>
                <a:gd name="connsiteY15" fmla="*/ 121917 h 1901925"/>
                <a:gd name="connsiteX16" fmla="*/ 582042 w 1518129"/>
                <a:gd name="connsiteY16" fmla="*/ 161731 h 1901925"/>
                <a:gd name="connsiteX17" fmla="*/ 554580 w 1518129"/>
                <a:gd name="connsiteY17" fmla="*/ 1197645 h 1901925"/>
                <a:gd name="connsiteX18" fmla="*/ 419736 w 1518129"/>
                <a:gd name="connsiteY18" fmla="*/ 1153389 h 1901925"/>
                <a:gd name="connsiteX19" fmla="*/ 0 w 1518129"/>
                <a:gd name="connsiteY19" fmla="*/ 891306 h 1901925"/>
                <a:gd name="connsiteX0" fmla="*/ 0 w 1518129"/>
                <a:gd name="connsiteY0" fmla="*/ 891306 h 1901925"/>
                <a:gd name="connsiteX1" fmla="*/ 227051 w 1518129"/>
                <a:gd name="connsiteY1" fmla="*/ 1320850 h 1901925"/>
                <a:gd name="connsiteX2" fmla="*/ 462841 w 1518129"/>
                <a:gd name="connsiteY2" fmla="*/ 1655174 h 1901925"/>
                <a:gd name="connsiteX3" fmla="*/ 670217 w 1518129"/>
                <a:gd name="connsiteY3" fmla="*/ 1896868 h 1901925"/>
                <a:gd name="connsiteX4" fmla="*/ 1366786 w 1518129"/>
                <a:gd name="connsiteY4" fmla="*/ 1899100 h 1901925"/>
                <a:gd name="connsiteX5" fmla="*/ 1516859 w 1518129"/>
                <a:gd name="connsiteY5" fmla="*/ 1069958 h 1901925"/>
                <a:gd name="connsiteX6" fmla="*/ 1464891 w 1518129"/>
                <a:gd name="connsiteY6" fmla="*/ 644162 h 1901925"/>
                <a:gd name="connsiteX7" fmla="*/ 1272486 w 1518129"/>
                <a:gd name="connsiteY7" fmla="*/ 612493 h 1901925"/>
                <a:gd name="connsiteX8" fmla="*/ 1264720 w 1518129"/>
                <a:gd name="connsiteY8" fmla="*/ 911472 h 1901925"/>
                <a:gd name="connsiteX9" fmla="*/ 1252622 w 1518129"/>
                <a:gd name="connsiteY9" fmla="*/ 600743 h 1901925"/>
                <a:gd name="connsiteX10" fmla="*/ 1022817 w 1518129"/>
                <a:gd name="connsiteY10" fmla="*/ 558366 h 1901925"/>
                <a:gd name="connsiteX11" fmla="*/ 1053082 w 1518129"/>
                <a:gd name="connsiteY11" fmla="*/ 887580 h 1901925"/>
                <a:gd name="connsiteX12" fmla="*/ 1001757 w 1518129"/>
                <a:gd name="connsiteY12" fmla="*/ 557324 h 1901925"/>
                <a:gd name="connsiteX13" fmla="*/ 806783 w 1518129"/>
                <a:gd name="connsiteY13" fmla="*/ 513030 h 1901925"/>
                <a:gd name="connsiteX14" fmla="*/ 810613 w 1518129"/>
                <a:gd name="connsiteY14" fmla="*/ 901237 h 1901925"/>
                <a:gd name="connsiteX15" fmla="*/ 778941 w 1518129"/>
                <a:gd name="connsiteY15" fmla="*/ 121917 h 1901925"/>
                <a:gd name="connsiteX16" fmla="*/ 582042 w 1518129"/>
                <a:gd name="connsiteY16" fmla="*/ 161731 h 1901925"/>
                <a:gd name="connsiteX17" fmla="*/ 554580 w 1518129"/>
                <a:gd name="connsiteY17" fmla="*/ 1197645 h 1901925"/>
                <a:gd name="connsiteX18" fmla="*/ 419736 w 1518129"/>
                <a:gd name="connsiteY18" fmla="*/ 1153389 h 1901925"/>
                <a:gd name="connsiteX19" fmla="*/ 0 w 1518129"/>
                <a:gd name="connsiteY19" fmla="*/ 891306 h 1901925"/>
                <a:gd name="connsiteX0" fmla="*/ 0 w 1518129"/>
                <a:gd name="connsiteY0" fmla="*/ 891306 h 1900789"/>
                <a:gd name="connsiteX1" fmla="*/ 227051 w 1518129"/>
                <a:gd name="connsiteY1" fmla="*/ 1320850 h 1900789"/>
                <a:gd name="connsiteX2" fmla="*/ 462841 w 1518129"/>
                <a:gd name="connsiteY2" fmla="*/ 1655174 h 1900789"/>
                <a:gd name="connsiteX3" fmla="*/ 670217 w 1518129"/>
                <a:gd name="connsiteY3" fmla="*/ 1896868 h 1900789"/>
                <a:gd name="connsiteX4" fmla="*/ 1366786 w 1518129"/>
                <a:gd name="connsiteY4" fmla="*/ 1899100 h 1900789"/>
                <a:gd name="connsiteX5" fmla="*/ 1516859 w 1518129"/>
                <a:gd name="connsiteY5" fmla="*/ 1069958 h 1900789"/>
                <a:gd name="connsiteX6" fmla="*/ 1464891 w 1518129"/>
                <a:gd name="connsiteY6" fmla="*/ 644162 h 1900789"/>
                <a:gd name="connsiteX7" fmla="*/ 1272486 w 1518129"/>
                <a:gd name="connsiteY7" fmla="*/ 612493 h 1900789"/>
                <a:gd name="connsiteX8" fmla="*/ 1264720 w 1518129"/>
                <a:gd name="connsiteY8" fmla="*/ 911472 h 1900789"/>
                <a:gd name="connsiteX9" fmla="*/ 1252622 w 1518129"/>
                <a:gd name="connsiteY9" fmla="*/ 600743 h 1900789"/>
                <a:gd name="connsiteX10" fmla="*/ 1022817 w 1518129"/>
                <a:gd name="connsiteY10" fmla="*/ 558366 h 1900789"/>
                <a:gd name="connsiteX11" fmla="*/ 1053082 w 1518129"/>
                <a:gd name="connsiteY11" fmla="*/ 887580 h 1900789"/>
                <a:gd name="connsiteX12" fmla="*/ 1001757 w 1518129"/>
                <a:gd name="connsiteY12" fmla="*/ 557324 h 1900789"/>
                <a:gd name="connsiteX13" fmla="*/ 806783 w 1518129"/>
                <a:gd name="connsiteY13" fmla="*/ 513030 h 1900789"/>
                <a:gd name="connsiteX14" fmla="*/ 810613 w 1518129"/>
                <a:gd name="connsiteY14" fmla="*/ 901237 h 1900789"/>
                <a:gd name="connsiteX15" fmla="*/ 778941 w 1518129"/>
                <a:gd name="connsiteY15" fmla="*/ 121917 h 1900789"/>
                <a:gd name="connsiteX16" fmla="*/ 582042 w 1518129"/>
                <a:gd name="connsiteY16" fmla="*/ 161731 h 1900789"/>
                <a:gd name="connsiteX17" fmla="*/ 554580 w 1518129"/>
                <a:gd name="connsiteY17" fmla="*/ 1197645 h 1900789"/>
                <a:gd name="connsiteX18" fmla="*/ 419736 w 1518129"/>
                <a:gd name="connsiteY18" fmla="*/ 1153389 h 1900789"/>
                <a:gd name="connsiteX19" fmla="*/ 0 w 1518129"/>
                <a:gd name="connsiteY19" fmla="*/ 891306 h 1900789"/>
                <a:gd name="connsiteX0" fmla="*/ 0 w 1518129"/>
                <a:gd name="connsiteY0" fmla="*/ 891306 h 1899182"/>
                <a:gd name="connsiteX1" fmla="*/ 227051 w 1518129"/>
                <a:gd name="connsiteY1" fmla="*/ 1320850 h 1899182"/>
                <a:gd name="connsiteX2" fmla="*/ 462841 w 1518129"/>
                <a:gd name="connsiteY2" fmla="*/ 1655174 h 1899182"/>
                <a:gd name="connsiteX3" fmla="*/ 670217 w 1518129"/>
                <a:gd name="connsiteY3" fmla="*/ 1896868 h 1899182"/>
                <a:gd name="connsiteX4" fmla="*/ 1366786 w 1518129"/>
                <a:gd name="connsiteY4" fmla="*/ 1899100 h 1899182"/>
                <a:gd name="connsiteX5" fmla="*/ 1516859 w 1518129"/>
                <a:gd name="connsiteY5" fmla="*/ 1069958 h 1899182"/>
                <a:gd name="connsiteX6" fmla="*/ 1464891 w 1518129"/>
                <a:gd name="connsiteY6" fmla="*/ 644162 h 1899182"/>
                <a:gd name="connsiteX7" fmla="*/ 1272486 w 1518129"/>
                <a:gd name="connsiteY7" fmla="*/ 612493 h 1899182"/>
                <a:gd name="connsiteX8" fmla="*/ 1264720 w 1518129"/>
                <a:gd name="connsiteY8" fmla="*/ 911472 h 1899182"/>
                <a:gd name="connsiteX9" fmla="*/ 1252622 w 1518129"/>
                <a:gd name="connsiteY9" fmla="*/ 600743 h 1899182"/>
                <a:gd name="connsiteX10" fmla="*/ 1022817 w 1518129"/>
                <a:gd name="connsiteY10" fmla="*/ 558366 h 1899182"/>
                <a:gd name="connsiteX11" fmla="*/ 1053082 w 1518129"/>
                <a:gd name="connsiteY11" fmla="*/ 887580 h 1899182"/>
                <a:gd name="connsiteX12" fmla="*/ 1001757 w 1518129"/>
                <a:gd name="connsiteY12" fmla="*/ 557324 h 1899182"/>
                <a:gd name="connsiteX13" fmla="*/ 806783 w 1518129"/>
                <a:gd name="connsiteY13" fmla="*/ 513030 h 1899182"/>
                <a:gd name="connsiteX14" fmla="*/ 810613 w 1518129"/>
                <a:gd name="connsiteY14" fmla="*/ 901237 h 1899182"/>
                <a:gd name="connsiteX15" fmla="*/ 778941 w 1518129"/>
                <a:gd name="connsiteY15" fmla="*/ 121917 h 1899182"/>
                <a:gd name="connsiteX16" fmla="*/ 582042 w 1518129"/>
                <a:gd name="connsiteY16" fmla="*/ 161731 h 1899182"/>
                <a:gd name="connsiteX17" fmla="*/ 554580 w 1518129"/>
                <a:gd name="connsiteY17" fmla="*/ 1197645 h 1899182"/>
                <a:gd name="connsiteX18" fmla="*/ 419736 w 1518129"/>
                <a:gd name="connsiteY18" fmla="*/ 1153389 h 1899182"/>
                <a:gd name="connsiteX19" fmla="*/ 0 w 1518129"/>
                <a:gd name="connsiteY19" fmla="*/ 891306 h 1899182"/>
                <a:gd name="connsiteX0" fmla="*/ 0 w 1518129"/>
                <a:gd name="connsiteY0" fmla="*/ 891306 h 1898397"/>
                <a:gd name="connsiteX1" fmla="*/ 227051 w 1518129"/>
                <a:gd name="connsiteY1" fmla="*/ 1320850 h 1898397"/>
                <a:gd name="connsiteX2" fmla="*/ 462841 w 1518129"/>
                <a:gd name="connsiteY2" fmla="*/ 1655174 h 1898397"/>
                <a:gd name="connsiteX3" fmla="*/ 670217 w 1518129"/>
                <a:gd name="connsiteY3" fmla="*/ 1896868 h 1898397"/>
                <a:gd name="connsiteX4" fmla="*/ 1366786 w 1518129"/>
                <a:gd name="connsiteY4" fmla="*/ 1893394 h 1898397"/>
                <a:gd name="connsiteX5" fmla="*/ 1516859 w 1518129"/>
                <a:gd name="connsiteY5" fmla="*/ 1069958 h 1898397"/>
                <a:gd name="connsiteX6" fmla="*/ 1464891 w 1518129"/>
                <a:gd name="connsiteY6" fmla="*/ 644162 h 1898397"/>
                <a:gd name="connsiteX7" fmla="*/ 1272486 w 1518129"/>
                <a:gd name="connsiteY7" fmla="*/ 612493 h 1898397"/>
                <a:gd name="connsiteX8" fmla="*/ 1264720 w 1518129"/>
                <a:gd name="connsiteY8" fmla="*/ 911472 h 1898397"/>
                <a:gd name="connsiteX9" fmla="*/ 1252622 w 1518129"/>
                <a:gd name="connsiteY9" fmla="*/ 600743 h 1898397"/>
                <a:gd name="connsiteX10" fmla="*/ 1022817 w 1518129"/>
                <a:gd name="connsiteY10" fmla="*/ 558366 h 1898397"/>
                <a:gd name="connsiteX11" fmla="*/ 1053082 w 1518129"/>
                <a:gd name="connsiteY11" fmla="*/ 887580 h 1898397"/>
                <a:gd name="connsiteX12" fmla="*/ 1001757 w 1518129"/>
                <a:gd name="connsiteY12" fmla="*/ 557324 h 1898397"/>
                <a:gd name="connsiteX13" fmla="*/ 806783 w 1518129"/>
                <a:gd name="connsiteY13" fmla="*/ 513030 h 1898397"/>
                <a:gd name="connsiteX14" fmla="*/ 810613 w 1518129"/>
                <a:gd name="connsiteY14" fmla="*/ 901237 h 1898397"/>
                <a:gd name="connsiteX15" fmla="*/ 778941 w 1518129"/>
                <a:gd name="connsiteY15" fmla="*/ 121917 h 1898397"/>
                <a:gd name="connsiteX16" fmla="*/ 582042 w 1518129"/>
                <a:gd name="connsiteY16" fmla="*/ 161731 h 1898397"/>
                <a:gd name="connsiteX17" fmla="*/ 554580 w 1518129"/>
                <a:gd name="connsiteY17" fmla="*/ 1197645 h 1898397"/>
                <a:gd name="connsiteX18" fmla="*/ 419736 w 1518129"/>
                <a:gd name="connsiteY18" fmla="*/ 1153389 h 1898397"/>
                <a:gd name="connsiteX19" fmla="*/ 0 w 1518129"/>
                <a:gd name="connsiteY19" fmla="*/ 891306 h 1898397"/>
                <a:gd name="connsiteX0" fmla="*/ 0 w 1518129"/>
                <a:gd name="connsiteY0" fmla="*/ 891306 h 2083506"/>
                <a:gd name="connsiteX1" fmla="*/ 227051 w 1518129"/>
                <a:gd name="connsiteY1" fmla="*/ 1320850 h 2083506"/>
                <a:gd name="connsiteX2" fmla="*/ 462841 w 1518129"/>
                <a:gd name="connsiteY2" fmla="*/ 1655174 h 2083506"/>
                <a:gd name="connsiteX3" fmla="*/ 685760 w 1518129"/>
                <a:gd name="connsiteY3" fmla="*/ 2083377 h 2083506"/>
                <a:gd name="connsiteX4" fmla="*/ 1366786 w 1518129"/>
                <a:gd name="connsiteY4" fmla="*/ 1893394 h 2083506"/>
                <a:gd name="connsiteX5" fmla="*/ 1516859 w 1518129"/>
                <a:gd name="connsiteY5" fmla="*/ 1069958 h 2083506"/>
                <a:gd name="connsiteX6" fmla="*/ 1464891 w 1518129"/>
                <a:gd name="connsiteY6" fmla="*/ 644162 h 2083506"/>
                <a:gd name="connsiteX7" fmla="*/ 1272486 w 1518129"/>
                <a:gd name="connsiteY7" fmla="*/ 612493 h 2083506"/>
                <a:gd name="connsiteX8" fmla="*/ 1264720 w 1518129"/>
                <a:gd name="connsiteY8" fmla="*/ 911472 h 2083506"/>
                <a:gd name="connsiteX9" fmla="*/ 1252622 w 1518129"/>
                <a:gd name="connsiteY9" fmla="*/ 600743 h 2083506"/>
                <a:gd name="connsiteX10" fmla="*/ 1022817 w 1518129"/>
                <a:gd name="connsiteY10" fmla="*/ 558366 h 2083506"/>
                <a:gd name="connsiteX11" fmla="*/ 1053082 w 1518129"/>
                <a:gd name="connsiteY11" fmla="*/ 887580 h 2083506"/>
                <a:gd name="connsiteX12" fmla="*/ 1001757 w 1518129"/>
                <a:gd name="connsiteY12" fmla="*/ 557324 h 2083506"/>
                <a:gd name="connsiteX13" fmla="*/ 806783 w 1518129"/>
                <a:gd name="connsiteY13" fmla="*/ 513030 h 2083506"/>
                <a:gd name="connsiteX14" fmla="*/ 810613 w 1518129"/>
                <a:gd name="connsiteY14" fmla="*/ 901237 h 2083506"/>
                <a:gd name="connsiteX15" fmla="*/ 778941 w 1518129"/>
                <a:gd name="connsiteY15" fmla="*/ 121917 h 2083506"/>
                <a:gd name="connsiteX16" fmla="*/ 582042 w 1518129"/>
                <a:gd name="connsiteY16" fmla="*/ 161731 h 2083506"/>
                <a:gd name="connsiteX17" fmla="*/ 554580 w 1518129"/>
                <a:gd name="connsiteY17" fmla="*/ 1197645 h 2083506"/>
                <a:gd name="connsiteX18" fmla="*/ 419736 w 1518129"/>
                <a:gd name="connsiteY18" fmla="*/ 1153389 h 2083506"/>
                <a:gd name="connsiteX19" fmla="*/ 0 w 1518129"/>
                <a:gd name="connsiteY19" fmla="*/ 891306 h 2083506"/>
                <a:gd name="connsiteX0" fmla="*/ 0 w 1518129"/>
                <a:gd name="connsiteY0" fmla="*/ 891306 h 2087673"/>
                <a:gd name="connsiteX1" fmla="*/ 227051 w 1518129"/>
                <a:gd name="connsiteY1" fmla="*/ 1320850 h 2087673"/>
                <a:gd name="connsiteX2" fmla="*/ 462841 w 1518129"/>
                <a:gd name="connsiteY2" fmla="*/ 1655174 h 2087673"/>
                <a:gd name="connsiteX3" fmla="*/ 685760 w 1518129"/>
                <a:gd name="connsiteY3" fmla="*/ 2083377 h 2087673"/>
                <a:gd name="connsiteX4" fmla="*/ 1304616 w 1518129"/>
                <a:gd name="connsiteY4" fmla="*/ 2087673 h 2087673"/>
                <a:gd name="connsiteX5" fmla="*/ 1516859 w 1518129"/>
                <a:gd name="connsiteY5" fmla="*/ 1069958 h 2087673"/>
                <a:gd name="connsiteX6" fmla="*/ 1464891 w 1518129"/>
                <a:gd name="connsiteY6" fmla="*/ 644162 h 2087673"/>
                <a:gd name="connsiteX7" fmla="*/ 1272486 w 1518129"/>
                <a:gd name="connsiteY7" fmla="*/ 612493 h 2087673"/>
                <a:gd name="connsiteX8" fmla="*/ 1264720 w 1518129"/>
                <a:gd name="connsiteY8" fmla="*/ 911472 h 2087673"/>
                <a:gd name="connsiteX9" fmla="*/ 1252622 w 1518129"/>
                <a:gd name="connsiteY9" fmla="*/ 600743 h 2087673"/>
                <a:gd name="connsiteX10" fmla="*/ 1022817 w 1518129"/>
                <a:gd name="connsiteY10" fmla="*/ 558366 h 2087673"/>
                <a:gd name="connsiteX11" fmla="*/ 1053082 w 1518129"/>
                <a:gd name="connsiteY11" fmla="*/ 887580 h 2087673"/>
                <a:gd name="connsiteX12" fmla="*/ 1001757 w 1518129"/>
                <a:gd name="connsiteY12" fmla="*/ 557324 h 2087673"/>
                <a:gd name="connsiteX13" fmla="*/ 806783 w 1518129"/>
                <a:gd name="connsiteY13" fmla="*/ 513030 h 2087673"/>
                <a:gd name="connsiteX14" fmla="*/ 810613 w 1518129"/>
                <a:gd name="connsiteY14" fmla="*/ 901237 h 2087673"/>
                <a:gd name="connsiteX15" fmla="*/ 778941 w 1518129"/>
                <a:gd name="connsiteY15" fmla="*/ 121917 h 2087673"/>
                <a:gd name="connsiteX16" fmla="*/ 582042 w 1518129"/>
                <a:gd name="connsiteY16" fmla="*/ 161731 h 2087673"/>
                <a:gd name="connsiteX17" fmla="*/ 554580 w 1518129"/>
                <a:gd name="connsiteY17" fmla="*/ 1197645 h 2087673"/>
                <a:gd name="connsiteX18" fmla="*/ 419736 w 1518129"/>
                <a:gd name="connsiteY18" fmla="*/ 1153389 h 2087673"/>
                <a:gd name="connsiteX19" fmla="*/ 0 w 1518129"/>
                <a:gd name="connsiteY19" fmla="*/ 891306 h 208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8129" h="2087673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45749" y="2041189"/>
                    <a:pt x="685760" y="2083377"/>
                  </a:cubicBezTo>
                  <a:cubicBezTo>
                    <a:pt x="889200" y="2089319"/>
                    <a:pt x="1008846" y="2083505"/>
                    <a:pt x="1304616" y="2087673"/>
                  </a:cubicBezTo>
                  <a:cubicBezTo>
                    <a:pt x="1468370" y="1792044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rgbClr val="FCC698"/>
            </a:solidFill>
            <a:ln w="33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6E4059A9-4483-438A-9D94-562717E1B53F}"/>
              </a:ext>
            </a:extLst>
          </p:cNvPr>
          <p:cNvGrpSpPr/>
          <p:nvPr/>
        </p:nvGrpSpPr>
        <p:grpSpPr>
          <a:xfrm>
            <a:off x="3764801" y="40682"/>
            <a:ext cx="8000695" cy="5320246"/>
            <a:chOff x="2408199" y="8683365"/>
            <a:chExt cx="8000695" cy="5320246"/>
          </a:xfrm>
        </p:grpSpPr>
        <p:pic>
          <p:nvPicPr>
            <p:cNvPr id="200" name="Picture 199">
              <a:extLst>
                <a:ext uri="{FF2B5EF4-FFF2-40B4-BE49-F238E27FC236}">
                  <a16:creationId xmlns:a16="http://schemas.microsoft.com/office/drawing/2014/main" id="{D7F69572-A81F-41C8-BA53-FB4B23868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8199" y="9404730"/>
              <a:ext cx="4052356" cy="4598881"/>
            </a:xfrm>
            <a:prstGeom prst="rect">
              <a:avLst/>
            </a:prstGeom>
          </p:spPr>
        </p:pic>
        <p:pic>
          <p:nvPicPr>
            <p:cNvPr id="201" name="Picture 200">
              <a:extLst>
                <a:ext uri="{FF2B5EF4-FFF2-40B4-BE49-F238E27FC236}">
                  <a16:creationId xmlns:a16="http://schemas.microsoft.com/office/drawing/2014/main" id="{E284D370-2298-46B9-BC17-1062D870B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23910" y="9404730"/>
              <a:ext cx="4052356" cy="4598881"/>
            </a:xfrm>
            <a:prstGeom prst="rect">
              <a:avLst/>
            </a:prstGeom>
          </p:spPr>
        </p:pic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EFA0B4B6-2C32-4EE9-9E37-C4F530B70FC1}"/>
                </a:ext>
              </a:extLst>
            </p:cNvPr>
            <p:cNvSpPr txBox="1"/>
            <p:nvPr/>
          </p:nvSpPr>
          <p:spPr>
            <a:xfrm>
              <a:off x="2784973" y="8683365"/>
              <a:ext cx="331102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400" dirty="0">
                  <a:latin typeface="Bahnschrift SemiBold SemiConden" panose="020B0502040204020203" pitchFamily="34" charset="0"/>
                </a:rPr>
                <a:t>Book Issue</a:t>
              </a:r>
              <a:endParaRPr lang="en-IN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551A3F67-E284-4561-B601-BA27A99CF767}"/>
                </a:ext>
              </a:extLst>
            </p:cNvPr>
            <p:cNvSpPr txBox="1"/>
            <p:nvPr/>
          </p:nvSpPr>
          <p:spPr>
            <a:xfrm>
              <a:off x="6528463" y="8683365"/>
              <a:ext cx="388043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400" dirty="0">
                  <a:latin typeface="Bahnschrift SemiBold SemiConden" panose="020B0502040204020203" pitchFamily="34" charset="0"/>
                </a:rPr>
                <a:t>Book Return</a:t>
              </a:r>
              <a:endParaRPr lang="en-IN" dirty="0">
                <a:latin typeface="Bahnschrift SemiBold SemiConden" panose="020B0502040204020203" pitchFamily="34" charset="0"/>
              </a:endParaRPr>
            </a:p>
          </p:txBody>
        </p:sp>
      </p:grpSp>
      <p:sp>
        <p:nvSpPr>
          <p:cNvPr id="204" name="TextBox 203">
            <a:extLst>
              <a:ext uri="{FF2B5EF4-FFF2-40B4-BE49-F238E27FC236}">
                <a16:creationId xmlns:a16="http://schemas.microsoft.com/office/drawing/2014/main" id="{D1D9E11C-5ADB-423B-A3BC-3FAF77631F55}"/>
              </a:ext>
            </a:extLst>
          </p:cNvPr>
          <p:cNvSpPr txBox="1"/>
          <p:nvPr/>
        </p:nvSpPr>
        <p:spPr>
          <a:xfrm>
            <a:off x="33516" y="-3687097"/>
            <a:ext cx="4626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Bahnschrift SemiBold" panose="020B0502040204020203" pitchFamily="34" charset="0"/>
              </a:rPr>
              <a:t>Any Questions?</a:t>
            </a:r>
          </a:p>
        </p:txBody>
      </p: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EAB8EBE6-A597-4296-9B2D-F200EC7EB00C}"/>
              </a:ext>
            </a:extLst>
          </p:cNvPr>
          <p:cNvGrpSpPr/>
          <p:nvPr/>
        </p:nvGrpSpPr>
        <p:grpSpPr>
          <a:xfrm>
            <a:off x="-4330446" y="2637883"/>
            <a:ext cx="2620383" cy="2039491"/>
            <a:chOff x="3814713" y="2457849"/>
            <a:chExt cx="2620383" cy="2039491"/>
          </a:xfrm>
        </p:grpSpPr>
        <p:sp>
          <p:nvSpPr>
            <p:cNvPr id="206" name="Oval 11">
              <a:extLst>
                <a:ext uri="{FF2B5EF4-FFF2-40B4-BE49-F238E27FC236}">
                  <a16:creationId xmlns:a16="http://schemas.microsoft.com/office/drawing/2014/main" id="{81884867-E0CA-4104-93DA-F699964B390E}"/>
                </a:ext>
              </a:extLst>
            </p:cNvPr>
            <p:cNvSpPr/>
            <p:nvPr/>
          </p:nvSpPr>
          <p:spPr>
            <a:xfrm>
              <a:off x="5268194" y="2457849"/>
              <a:ext cx="1166902" cy="1575995"/>
            </a:xfrm>
            <a:custGeom>
              <a:avLst/>
              <a:gdLst/>
              <a:ahLst/>
              <a:cxnLst/>
              <a:rect l="l" t="t" r="r" b="b"/>
              <a:pathLst>
                <a:path w="1080121" h="1458790">
                  <a:moveTo>
                    <a:pt x="648073" y="0"/>
                  </a:moveTo>
                  <a:cubicBezTo>
                    <a:pt x="886687" y="0"/>
                    <a:pt x="1080121" y="193434"/>
                    <a:pt x="1080121" y="432048"/>
                  </a:cubicBezTo>
                  <a:cubicBezTo>
                    <a:pt x="1080121" y="670662"/>
                    <a:pt x="886687" y="864096"/>
                    <a:pt x="648073" y="864096"/>
                  </a:cubicBezTo>
                  <a:lnTo>
                    <a:pt x="589468" y="858188"/>
                  </a:lnTo>
                  <a:lnTo>
                    <a:pt x="242710" y="1458790"/>
                  </a:lnTo>
                  <a:lnTo>
                    <a:pt x="0" y="1318662"/>
                  </a:lnTo>
                  <a:lnTo>
                    <a:pt x="338413" y="732515"/>
                  </a:lnTo>
                  <a:cubicBezTo>
                    <a:pt x="262504" y="655123"/>
                    <a:pt x="216025" y="549014"/>
                    <a:pt x="216025" y="432048"/>
                  </a:cubicBezTo>
                  <a:cubicBezTo>
                    <a:pt x="216025" y="193434"/>
                    <a:pt x="409459" y="0"/>
                    <a:pt x="648073" y="0"/>
                  </a:cubicBezTo>
                  <a:close/>
                </a:path>
              </a:pathLst>
            </a:custGeom>
            <a:solidFill>
              <a:schemeClr val="bg1"/>
            </a:solidFill>
            <a:ln w="25400"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207" name="Freeform 2">
              <a:extLst>
                <a:ext uri="{FF2B5EF4-FFF2-40B4-BE49-F238E27FC236}">
                  <a16:creationId xmlns:a16="http://schemas.microsoft.com/office/drawing/2014/main" id="{3F742765-A764-45BB-A750-D8BF6B33926D}"/>
                </a:ext>
              </a:extLst>
            </p:cNvPr>
            <p:cNvSpPr/>
            <p:nvPr/>
          </p:nvSpPr>
          <p:spPr>
            <a:xfrm>
              <a:off x="4950202" y="3628027"/>
              <a:ext cx="843909" cy="869313"/>
            </a:xfrm>
            <a:custGeom>
              <a:avLst/>
              <a:gdLst>
                <a:gd name="connsiteX0" fmla="*/ 543464 w 1086928"/>
                <a:gd name="connsiteY0" fmla="*/ 0 h 1000664"/>
                <a:gd name="connsiteX1" fmla="*/ 0 w 1086928"/>
                <a:gd name="connsiteY1" fmla="*/ 276045 h 1000664"/>
                <a:gd name="connsiteX2" fmla="*/ 0 w 1086928"/>
                <a:gd name="connsiteY2" fmla="*/ 862641 h 1000664"/>
                <a:gd name="connsiteX3" fmla="*/ 362309 w 1086928"/>
                <a:gd name="connsiteY3" fmla="*/ 974784 h 1000664"/>
                <a:gd name="connsiteX4" fmla="*/ 923026 w 1086928"/>
                <a:gd name="connsiteY4" fmla="*/ 1000664 h 1000664"/>
                <a:gd name="connsiteX5" fmla="*/ 974785 w 1086928"/>
                <a:gd name="connsiteY5" fmla="*/ 793630 h 1000664"/>
                <a:gd name="connsiteX6" fmla="*/ 1017917 w 1086928"/>
                <a:gd name="connsiteY6" fmla="*/ 621101 h 1000664"/>
                <a:gd name="connsiteX7" fmla="*/ 1086928 w 1086928"/>
                <a:gd name="connsiteY7" fmla="*/ 439947 h 1000664"/>
                <a:gd name="connsiteX8" fmla="*/ 1069675 w 1086928"/>
                <a:gd name="connsiteY8" fmla="*/ 224286 h 1000664"/>
                <a:gd name="connsiteX9" fmla="*/ 974785 w 1086928"/>
                <a:gd name="connsiteY9" fmla="*/ 181154 h 1000664"/>
                <a:gd name="connsiteX10" fmla="*/ 491706 w 1086928"/>
                <a:gd name="connsiteY10" fmla="*/ 189781 h 1000664"/>
                <a:gd name="connsiteX11" fmla="*/ 543464 w 1086928"/>
                <a:gd name="connsiteY11" fmla="*/ 0 h 1000664"/>
                <a:gd name="connsiteX0" fmla="*/ 543464 w 1086928"/>
                <a:gd name="connsiteY0" fmla="*/ 0 h 1000664"/>
                <a:gd name="connsiteX1" fmla="*/ 0 w 1086928"/>
                <a:gd name="connsiteY1" fmla="*/ 276045 h 1000664"/>
                <a:gd name="connsiteX2" fmla="*/ 0 w 1086928"/>
                <a:gd name="connsiteY2" fmla="*/ 862641 h 1000664"/>
                <a:gd name="connsiteX3" fmla="*/ 362309 w 1086928"/>
                <a:gd name="connsiteY3" fmla="*/ 974784 h 1000664"/>
                <a:gd name="connsiteX4" fmla="*/ 923026 w 1086928"/>
                <a:gd name="connsiteY4" fmla="*/ 1000664 h 1000664"/>
                <a:gd name="connsiteX5" fmla="*/ 974785 w 1086928"/>
                <a:gd name="connsiteY5" fmla="*/ 793630 h 1000664"/>
                <a:gd name="connsiteX6" fmla="*/ 1017917 w 1086928"/>
                <a:gd name="connsiteY6" fmla="*/ 621101 h 1000664"/>
                <a:gd name="connsiteX7" fmla="*/ 1086928 w 1086928"/>
                <a:gd name="connsiteY7" fmla="*/ 439947 h 1000664"/>
                <a:gd name="connsiteX8" fmla="*/ 1069675 w 1086928"/>
                <a:gd name="connsiteY8" fmla="*/ 224286 h 1000664"/>
                <a:gd name="connsiteX9" fmla="*/ 974785 w 1086928"/>
                <a:gd name="connsiteY9" fmla="*/ 181154 h 1000664"/>
                <a:gd name="connsiteX10" fmla="*/ 491706 w 1086928"/>
                <a:gd name="connsiteY10" fmla="*/ 189781 h 1000664"/>
                <a:gd name="connsiteX11" fmla="*/ 543464 w 1086928"/>
                <a:gd name="connsiteY11" fmla="*/ 0 h 1000664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980502"/>
                <a:gd name="connsiteX1" fmla="*/ 0 w 1086928"/>
                <a:gd name="connsiteY1" fmla="*/ 267418 h 980502"/>
                <a:gd name="connsiteX2" fmla="*/ 0 w 1086928"/>
                <a:gd name="connsiteY2" fmla="*/ 854014 h 980502"/>
                <a:gd name="connsiteX3" fmla="*/ 362309 w 1086928"/>
                <a:gd name="connsiteY3" fmla="*/ 966157 h 980502"/>
                <a:gd name="connsiteX4" fmla="*/ 934932 w 1086928"/>
                <a:gd name="connsiteY4" fmla="*/ 946794 h 980502"/>
                <a:gd name="connsiteX5" fmla="*/ 974785 w 1086928"/>
                <a:gd name="connsiteY5" fmla="*/ 785003 h 980502"/>
                <a:gd name="connsiteX6" fmla="*/ 1017917 w 1086928"/>
                <a:gd name="connsiteY6" fmla="*/ 612474 h 980502"/>
                <a:gd name="connsiteX7" fmla="*/ 1086928 w 1086928"/>
                <a:gd name="connsiteY7" fmla="*/ 431320 h 980502"/>
                <a:gd name="connsiteX8" fmla="*/ 1069675 w 1086928"/>
                <a:gd name="connsiteY8" fmla="*/ 215659 h 980502"/>
                <a:gd name="connsiteX9" fmla="*/ 974785 w 1086928"/>
                <a:gd name="connsiteY9" fmla="*/ 172527 h 980502"/>
                <a:gd name="connsiteX10" fmla="*/ 491706 w 1086928"/>
                <a:gd name="connsiteY10" fmla="*/ 181154 h 980502"/>
                <a:gd name="connsiteX11" fmla="*/ 595223 w 1086928"/>
                <a:gd name="connsiteY11" fmla="*/ 0 h 980502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74785 w 1086928"/>
                <a:gd name="connsiteY5" fmla="*/ 785003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74785 w 1086928"/>
                <a:gd name="connsiteY5" fmla="*/ 785003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81929 w 1086928"/>
                <a:gd name="connsiteY5" fmla="*/ 820721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925407 w 1086928"/>
                <a:gd name="connsiteY0" fmla="*/ 996801 h 1088241"/>
                <a:gd name="connsiteX1" fmla="*/ 981929 w 1086928"/>
                <a:gd name="connsiteY1" fmla="*/ 820721 h 1088241"/>
                <a:gd name="connsiteX2" fmla="*/ 1017917 w 1086928"/>
                <a:gd name="connsiteY2" fmla="*/ 612474 h 1088241"/>
                <a:gd name="connsiteX3" fmla="*/ 1086928 w 1086928"/>
                <a:gd name="connsiteY3" fmla="*/ 431320 h 1088241"/>
                <a:gd name="connsiteX4" fmla="*/ 1069675 w 1086928"/>
                <a:gd name="connsiteY4" fmla="*/ 215659 h 1088241"/>
                <a:gd name="connsiteX5" fmla="*/ 974785 w 1086928"/>
                <a:gd name="connsiteY5" fmla="*/ 172527 h 1088241"/>
                <a:gd name="connsiteX6" fmla="*/ 491706 w 1086928"/>
                <a:gd name="connsiteY6" fmla="*/ 181154 h 1088241"/>
                <a:gd name="connsiteX7" fmla="*/ 595223 w 1086928"/>
                <a:gd name="connsiteY7" fmla="*/ 0 h 1088241"/>
                <a:gd name="connsiteX8" fmla="*/ 0 w 1086928"/>
                <a:gd name="connsiteY8" fmla="*/ 267418 h 1088241"/>
                <a:gd name="connsiteX9" fmla="*/ 0 w 1086928"/>
                <a:gd name="connsiteY9" fmla="*/ 854014 h 1088241"/>
                <a:gd name="connsiteX10" fmla="*/ 362309 w 1086928"/>
                <a:gd name="connsiteY10" fmla="*/ 966157 h 1088241"/>
                <a:gd name="connsiteX11" fmla="*/ 1016847 w 1086928"/>
                <a:gd name="connsiteY11" fmla="*/ 1088241 h 1088241"/>
                <a:gd name="connsiteX0" fmla="*/ 925407 w 1086928"/>
                <a:gd name="connsiteY0" fmla="*/ 996801 h 1088241"/>
                <a:gd name="connsiteX1" fmla="*/ 981929 w 1086928"/>
                <a:gd name="connsiteY1" fmla="*/ 820721 h 1088241"/>
                <a:gd name="connsiteX2" fmla="*/ 1017917 w 1086928"/>
                <a:gd name="connsiteY2" fmla="*/ 612474 h 1088241"/>
                <a:gd name="connsiteX3" fmla="*/ 1086928 w 1086928"/>
                <a:gd name="connsiteY3" fmla="*/ 431320 h 1088241"/>
                <a:gd name="connsiteX4" fmla="*/ 1069675 w 1086928"/>
                <a:gd name="connsiteY4" fmla="*/ 215659 h 1088241"/>
                <a:gd name="connsiteX5" fmla="*/ 974785 w 1086928"/>
                <a:gd name="connsiteY5" fmla="*/ 172527 h 1088241"/>
                <a:gd name="connsiteX6" fmla="*/ 491706 w 1086928"/>
                <a:gd name="connsiteY6" fmla="*/ 181154 h 1088241"/>
                <a:gd name="connsiteX7" fmla="*/ 595223 w 1086928"/>
                <a:gd name="connsiteY7" fmla="*/ 0 h 1088241"/>
                <a:gd name="connsiteX8" fmla="*/ 0 w 1086928"/>
                <a:gd name="connsiteY8" fmla="*/ 267418 h 1088241"/>
                <a:gd name="connsiteX9" fmla="*/ 0 w 1086928"/>
                <a:gd name="connsiteY9" fmla="*/ 854014 h 1088241"/>
                <a:gd name="connsiteX10" fmla="*/ 362309 w 1086928"/>
                <a:gd name="connsiteY10" fmla="*/ 966157 h 1088241"/>
                <a:gd name="connsiteX11" fmla="*/ 1016847 w 1086928"/>
                <a:gd name="connsiteY11" fmla="*/ 1088241 h 108824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11" fmla="*/ 925407 w 1086928"/>
                <a:gd name="connsiteY11" fmla="*/ 996801 h 996801"/>
                <a:gd name="connsiteX0" fmla="*/ 925407 w 1086928"/>
                <a:gd name="connsiteY0" fmla="*/ 996801 h 1038224"/>
                <a:gd name="connsiteX1" fmla="*/ 981929 w 1086928"/>
                <a:gd name="connsiteY1" fmla="*/ 820721 h 1038224"/>
                <a:gd name="connsiteX2" fmla="*/ 1017917 w 1086928"/>
                <a:gd name="connsiteY2" fmla="*/ 612474 h 1038224"/>
                <a:gd name="connsiteX3" fmla="*/ 1086928 w 1086928"/>
                <a:gd name="connsiteY3" fmla="*/ 431320 h 1038224"/>
                <a:gd name="connsiteX4" fmla="*/ 1069675 w 1086928"/>
                <a:gd name="connsiteY4" fmla="*/ 215659 h 1038224"/>
                <a:gd name="connsiteX5" fmla="*/ 974785 w 1086928"/>
                <a:gd name="connsiteY5" fmla="*/ 172527 h 1038224"/>
                <a:gd name="connsiteX6" fmla="*/ 491706 w 1086928"/>
                <a:gd name="connsiteY6" fmla="*/ 181154 h 1038224"/>
                <a:gd name="connsiteX7" fmla="*/ 595223 w 1086928"/>
                <a:gd name="connsiteY7" fmla="*/ 0 h 1038224"/>
                <a:gd name="connsiteX8" fmla="*/ 0 w 1086928"/>
                <a:gd name="connsiteY8" fmla="*/ 267418 h 1038224"/>
                <a:gd name="connsiteX9" fmla="*/ 0 w 1086928"/>
                <a:gd name="connsiteY9" fmla="*/ 854014 h 1038224"/>
                <a:gd name="connsiteX10" fmla="*/ 362309 w 1086928"/>
                <a:gd name="connsiteY10" fmla="*/ 966157 h 1038224"/>
                <a:gd name="connsiteX11" fmla="*/ 743220 w 1086928"/>
                <a:gd name="connsiteY11" fmla="*/ 1038224 h 1038224"/>
                <a:gd name="connsiteX12" fmla="*/ 925407 w 1086928"/>
                <a:gd name="connsiteY12" fmla="*/ 996801 h 1038224"/>
                <a:gd name="connsiteX0" fmla="*/ 925407 w 1086928"/>
                <a:gd name="connsiteY0" fmla="*/ 996801 h 1038224"/>
                <a:gd name="connsiteX1" fmla="*/ 981929 w 1086928"/>
                <a:gd name="connsiteY1" fmla="*/ 820721 h 1038224"/>
                <a:gd name="connsiteX2" fmla="*/ 1017917 w 1086928"/>
                <a:gd name="connsiteY2" fmla="*/ 612474 h 1038224"/>
                <a:gd name="connsiteX3" fmla="*/ 1086928 w 1086928"/>
                <a:gd name="connsiteY3" fmla="*/ 431320 h 1038224"/>
                <a:gd name="connsiteX4" fmla="*/ 1069675 w 1086928"/>
                <a:gd name="connsiteY4" fmla="*/ 215659 h 1038224"/>
                <a:gd name="connsiteX5" fmla="*/ 974785 w 1086928"/>
                <a:gd name="connsiteY5" fmla="*/ 172527 h 1038224"/>
                <a:gd name="connsiteX6" fmla="*/ 491706 w 1086928"/>
                <a:gd name="connsiteY6" fmla="*/ 181154 h 1038224"/>
                <a:gd name="connsiteX7" fmla="*/ 595223 w 1086928"/>
                <a:gd name="connsiteY7" fmla="*/ 0 h 1038224"/>
                <a:gd name="connsiteX8" fmla="*/ 0 w 1086928"/>
                <a:gd name="connsiteY8" fmla="*/ 267418 h 1038224"/>
                <a:gd name="connsiteX9" fmla="*/ 0 w 1086928"/>
                <a:gd name="connsiteY9" fmla="*/ 854014 h 1038224"/>
                <a:gd name="connsiteX10" fmla="*/ 362309 w 1086928"/>
                <a:gd name="connsiteY10" fmla="*/ 966157 h 1038224"/>
                <a:gd name="connsiteX11" fmla="*/ 743220 w 1086928"/>
                <a:gd name="connsiteY11" fmla="*/ 1038224 h 1038224"/>
                <a:gd name="connsiteX12" fmla="*/ 925407 w 1086928"/>
                <a:gd name="connsiteY12" fmla="*/ 996801 h 1038224"/>
                <a:gd name="connsiteX0" fmla="*/ 925407 w 1086928"/>
                <a:gd name="connsiteY0" fmla="*/ 996801 h 1005589"/>
                <a:gd name="connsiteX1" fmla="*/ 981929 w 1086928"/>
                <a:gd name="connsiteY1" fmla="*/ 820721 h 1005589"/>
                <a:gd name="connsiteX2" fmla="*/ 1017917 w 1086928"/>
                <a:gd name="connsiteY2" fmla="*/ 612474 h 1005589"/>
                <a:gd name="connsiteX3" fmla="*/ 1086928 w 1086928"/>
                <a:gd name="connsiteY3" fmla="*/ 431320 h 1005589"/>
                <a:gd name="connsiteX4" fmla="*/ 1069675 w 1086928"/>
                <a:gd name="connsiteY4" fmla="*/ 215659 h 1005589"/>
                <a:gd name="connsiteX5" fmla="*/ 974785 w 1086928"/>
                <a:gd name="connsiteY5" fmla="*/ 172527 h 1005589"/>
                <a:gd name="connsiteX6" fmla="*/ 491706 w 1086928"/>
                <a:gd name="connsiteY6" fmla="*/ 181154 h 1005589"/>
                <a:gd name="connsiteX7" fmla="*/ 595223 w 1086928"/>
                <a:gd name="connsiteY7" fmla="*/ 0 h 1005589"/>
                <a:gd name="connsiteX8" fmla="*/ 0 w 1086928"/>
                <a:gd name="connsiteY8" fmla="*/ 267418 h 1005589"/>
                <a:gd name="connsiteX9" fmla="*/ 0 w 1086928"/>
                <a:gd name="connsiteY9" fmla="*/ 854014 h 1005589"/>
                <a:gd name="connsiteX10" fmla="*/ 362309 w 1086928"/>
                <a:gd name="connsiteY10" fmla="*/ 966157 h 1005589"/>
                <a:gd name="connsiteX11" fmla="*/ 925407 w 1086928"/>
                <a:gd name="connsiteY11" fmla="*/ 996801 h 1005589"/>
                <a:gd name="connsiteX0" fmla="*/ 925407 w 1086928"/>
                <a:gd name="connsiteY0" fmla="*/ 996801 h 1013821"/>
                <a:gd name="connsiteX1" fmla="*/ 981929 w 1086928"/>
                <a:gd name="connsiteY1" fmla="*/ 820721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81929 w 1086928"/>
                <a:gd name="connsiteY1" fmla="*/ 820721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91454 w 1086928"/>
                <a:gd name="connsiteY1" fmla="*/ 823103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91454 w 1086928"/>
                <a:gd name="connsiteY1" fmla="*/ 823103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12" fmla="*/ 991454 w 1086928"/>
                <a:gd name="connsiteY12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12" fmla="*/ 991454 w 1086928"/>
                <a:gd name="connsiteY12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27442 w 1086928"/>
                <a:gd name="connsiteY1" fmla="*/ 638668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27442 w 1086928"/>
                <a:gd name="connsiteY1" fmla="*/ 638668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69675"/>
                <a:gd name="connsiteY0" fmla="*/ 825484 h 1013821"/>
                <a:gd name="connsiteX1" fmla="*/ 1027442 w 1069675"/>
                <a:gd name="connsiteY1" fmla="*/ 638668 h 1013821"/>
                <a:gd name="connsiteX2" fmla="*/ 1051209 w 1069675"/>
                <a:gd name="connsiteY2" fmla="*/ 447988 h 1013821"/>
                <a:gd name="connsiteX3" fmla="*/ 1069675 w 1069675"/>
                <a:gd name="connsiteY3" fmla="*/ 215659 h 1013821"/>
                <a:gd name="connsiteX4" fmla="*/ 974785 w 1069675"/>
                <a:gd name="connsiteY4" fmla="*/ 172527 h 1013821"/>
                <a:gd name="connsiteX5" fmla="*/ 491706 w 1069675"/>
                <a:gd name="connsiteY5" fmla="*/ 181154 h 1013821"/>
                <a:gd name="connsiteX6" fmla="*/ 595223 w 1069675"/>
                <a:gd name="connsiteY6" fmla="*/ 0 h 1013821"/>
                <a:gd name="connsiteX7" fmla="*/ 0 w 1069675"/>
                <a:gd name="connsiteY7" fmla="*/ 267418 h 1013821"/>
                <a:gd name="connsiteX8" fmla="*/ 0 w 1069675"/>
                <a:gd name="connsiteY8" fmla="*/ 854014 h 1013821"/>
                <a:gd name="connsiteX9" fmla="*/ 362309 w 1069675"/>
                <a:gd name="connsiteY9" fmla="*/ 966157 h 1013821"/>
                <a:gd name="connsiteX10" fmla="*/ 925407 w 1069675"/>
                <a:gd name="connsiteY10" fmla="*/ 996801 h 1013821"/>
                <a:gd name="connsiteX11" fmla="*/ 977167 w 1069675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53006 w 1083772"/>
                <a:gd name="connsiteY3" fmla="*/ 182321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107851"/>
                <a:gd name="connsiteY0" fmla="*/ 825484 h 1013821"/>
                <a:gd name="connsiteX1" fmla="*/ 1027442 w 1107851"/>
                <a:gd name="connsiteY1" fmla="*/ 638668 h 1013821"/>
                <a:gd name="connsiteX2" fmla="*/ 1051209 w 1107851"/>
                <a:gd name="connsiteY2" fmla="*/ 447988 h 1013821"/>
                <a:gd name="connsiteX3" fmla="*/ 1053006 w 1107851"/>
                <a:gd name="connsiteY3" fmla="*/ 182321 h 1013821"/>
                <a:gd name="connsiteX4" fmla="*/ 974785 w 1107851"/>
                <a:gd name="connsiteY4" fmla="*/ 172527 h 1013821"/>
                <a:gd name="connsiteX5" fmla="*/ 491706 w 1107851"/>
                <a:gd name="connsiteY5" fmla="*/ 181154 h 1013821"/>
                <a:gd name="connsiteX6" fmla="*/ 595223 w 1107851"/>
                <a:gd name="connsiteY6" fmla="*/ 0 h 1013821"/>
                <a:gd name="connsiteX7" fmla="*/ 0 w 1107851"/>
                <a:gd name="connsiteY7" fmla="*/ 267418 h 1013821"/>
                <a:gd name="connsiteX8" fmla="*/ 0 w 1107851"/>
                <a:gd name="connsiteY8" fmla="*/ 854014 h 1013821"/>
                <a:gd name="connsiteX9" fmla="*/ 362309 w 1107851"/>
                <a:gd name="connsiteY9" fmla="*/ 966157 h 1013821"/>
                <a:gd name="connsiteX10" fmla="*/ 925407 w 1107851"/>
                <a:gd name="connsiteY10" fmla="*/ 996801 h 1013821"/>
                <a:gd name="connsiteX11" fmla="*/ 977167 w 1107851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86692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86692 w 1109996"/>
                <a:gd name="connsiteY11" fmla="*/ 825484 h 1013821"/>
                <a:gd name="connsiteX0" fmla="*/ 986692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86692 w 1109996"/>
                <a:gd name="connsiteY11" fmla="*/ 825484 h 1013821"/>
                <a:gd name="connsiteX0" fmla="*/ 986692 w 1109996"/>
                <a:gd name="connsiteY0" fmla="*/ 825484 h 996152"/>
                <a:gd name="connsiteX1" fmla="*/ 1027442 w 1109996"/>
                <a:gd name="connsiteY1" fmla="*/ 638668 h 996152"/>
                <a:gd name="connsiteX2" fmla="*/ 1055972 w 1109996"/>
                <a:gd name="connsiteY2" fmla="*/ 407507 h 996152"/>
                <a:gd name="connsiteX3" fmla="*/ 1053006 w 1109996"/>
                <a:gd name="connsiteY3" fmla="*/ 182321 h 996152"/>
                <a:gd name="connsiteX4" fmla="*/ 974785 w 1109996"/>
                <a:gd name="connsiteY4" fmla="*/ 172527 h 996152"/>
                <a:gd name="connsiteX5" fmla="*/ 491706 w 1109996"/>
                <a:gd name="connsiteY5" fmla="*/ 181154 h 996152"/>
                <a:gd name="connsiteX6" fmla="*/ 595223 w 1109996"/>
                <a:gd name="connsiteY6" fmla="*/ 0 h 996152"/>
                <a:gd name="connsiteX7" fmla="*/ 0 w 1109996"/>
                <a:gd name="connsiteY7" fmla="*/ 267418 h 996152"/>
                <a:gd name="connsiteX8" fmla="*/ 0 w 1109996"/>
                <a:gd name="connsiteY8" fmla="*/ 854014 h 996152"/>
                <a:gd name="connsiteX9" fmla="*/ 362309 w 1109996"/>
                <a:gd name="connsiteY9" fmla="*/ 966157 h 996152"/>
                <a:gd name="connsiteX10" fmla="*/ 880164 w 1109996"/>
                <a:gd name="connsiteY10" fmla="*/ 972989 h 996152"/>
                <a:gd name="connsiteX11" fmla="*/ 986692 w 1109996"/>
                <a:gd name="connsiteY11" fmla="*/ 825484 h 996152"/>
                <a:gd name="connsiteX0" fmla="*/ 986692 w 1109996"/>
                <a:gd name="connsiteY0" fmla="*/ 825484 h 996152"/>
                <a:gd name="connsiteX1" fmla="*/ 1027442 w 1109996"/>
                <a:gd name="connsiteY1" fmla="*/ 638668 h 996152"/>
                <a:gd name="connsiteX2" fmla="*/ 1055972 w 1109996"/>
                <a:gd name="connsiteY2" fmla="*/ 407507 h 996152"/>
                <a:gd name="connsiteX3" fmla="*/ 1053006 w 1109996"/>
                <a:gd name="connsiteY3" fmla="*/ 182321 h 996152"/>
                <a:gd name="connsiteX4" fmla="*/ 974785 w 1109996"/>
                <a:gd name="connsiteY4" fmla="*/ 172527 h 996152"/>
                <a:gd name="connsiteX5" fmla="*/ 491706 w 1109996"/>
                <a:gd name="connsiteY5" fmla="*/ 181154 h 996152"/>
                <a:gd name="connsiteX6" fmla="*/ 595223 w 1109996"/>
                <a:gd name="connsiteY6" fmla="*/ 0 h 996152"/>
                <a:gd name="connsiteX7" fmla="*/ 0 w 1109996"/>
                <a:gd name="connsiteY7" fmla="*/ 267418 h 996152"/>
                <a:gd name="connsiteX8" fmla="*/ 0 w 1109996"/>
                <a:gd name="connsiteY8" fmla="*/ 854014 h 996152"/>
                <a:gd name="connsiteX9" fmla="*/ 362309 w 1109996"/>
                <a:gd name="connsiteY9" fmla="*/ 966157 h 996152"/>
                <a:gd name="connsiteX10" fmla="*/ 880164 w 1109996"/>
                <a:gd name="connsiteY10" fmla="*/ 972989 h 996152"/>
                <a:gd name="connsiteX11" fmla="*/ 986692 w 1109996"/>
                <a:gd name="connsiteY11" fmla="*/ 825484 h 996152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95044"/>
                <a:gd name="connsiteX1" fmla="*/ 1027442 w 1109996"/>
                <a:gd name="connsiteY1" fmla="*/ 638668 h 995044"/>
                <a:gd name="connsiteX2" fmla="*/ 1055972 w 1109996"/>
                <a:gd name="connsiteY2" fmla="*/ 407507 h 995044"/>
                <a:gd name="connsiteX3" fmla="*/ 1053006 w 1109996"/>
                <a:gd name="connsiteY3" fmla="*/ 182321 h 995044"/>
                <a:gd name="connsiteX4" fmla="*/ 974785 w 1109996"/>
                <a:gd name="connsiteY4" fmla="*/ 172527 h 995044"/>
                <a:gd name="connsiteX5" fmla="*/ 491706 w 1109996"/>
                <a:gd name="connsiteY5" fmla="*/ 181154 h 995044"/>
                <a:gd name="connsiteX6" fmla="*/ 595223 w 1109996"/>
                <a:gd name="connsiteY6" fmla="*/ 0 h 995044"/>
                <a:gd name="connsiteX7" fmla="*/ 0 w 1109996"/>
                <a:gd name="connsiteY7" fmla="*/ 267418 h 995044"/>
                <a:gd name="connsiteX8" fmla="*/ 0 w 1109996"/>
                <a:gd name="connsiteY8" fmla="*/ 854014 h 995044"/>
                <a:gd name="connsiteX9" fmla="*/ 362309 w 1109996"/>
                <a:gd name="connsiteY9" fmla="*/ 966157 h 995044"/>
                <a:gd name="connsiteX10" fmla="*/ 884927 w 1109996"/>
                <a:gd name="connsiteY10" fmla="*/ 984895 h 995044"/>
                <a:gd name="connsiteX11" fmla="*/ 986692 w 1109996"/>
                <a:gd name="connsiteY11" fmla="*/ 825484 h 995044"/>
                <a:gd name="connsiteX0" fmla="*/ 986692 w 1109996"/>
                <a:gd name="connsiteY0" fmla="*/ 825484 h 995044"/>
                <a:gd name="connsiteX1" fmla="*/ 1027442 w 1109996"/>
                <a:gd name="connsiteY1" fmla="*/ 638668 h 995044"/>
                <a:gd name="connsiteX2" fmla="*/ 1055972 w 1109996"/>
                <a:gd name="connsiteY2" fmla="*/ 407507 h 995044"/>
                <a:gd name="connsiteX3" fmla="*/ 1053006 w 1109996"/>
                <a:gd name="connsiteY3" fmla="*/ 182321 h 995044"/>
                <a:gd name="connsiteX4" fmla="*/ 974785 w 1109996"/>
                <a:gd name="connsiteY4" fmla="*/ 172527 h 995044"/>
                <a:gd name="connsiteX5" fmla="*/ 491706 w 1109996"/>
                <a:gd name="connsiteY5" fmla="*/ 181154 h 995044"/>
                <a:gd name="connsiteX6" fmla="*/ 595223 w 1109996"/>
                <a:gd name="connsiteY6" fmla="*/ 0 h 995044"/>
                <a:gd name="connsiteX7" fmla="*/ 0 w 1109996"/>
                <a:gd name="connsiteY7" fmla="*/ 267418 h 995044"/>
                <a:gd name="connsiteX8" fmla="*/ 0 w 1109996"/>
                <a:gd name="connsiteY8" fmla="*/ 854014 h 995044"/>
                <a:gd name="connsiteX9" fmla="*/ 362309 w 1109996"/>
                <a:gd name="connsiteY9" fmla="*/ 966157 h 995044"/>
                <a:gd name="connsiteX10" fmla="*/ 884927 w 1109996"/>
                <a:gd name="connsiteY10" fmla="*/ 984895 h 995044"/>
                <a:gd name="connsiteX11" fmla="*/ 986692 w 1109996"/>
                <a:gd name="connsiteY11" fmla="*/ 825484 h 995044"/>
                <a:gd name="connsiteX0" fmla="*/ 986692 w 1109996"/>
                <a:gd name="connsiteY0" fmla="*/ 825484 h 988698"/>
                <a:gd name="connsiteX1" fmla="*/ 1027442 w 1109996"/>
                <a:gd name="connsiteY1" fmla="*/ 638668 h 988698"/>
                <a:gd name="connsiteX2" fmla="*/ 1055972 w 1109996"/>
                <a:gd name="connsiteY2" fmla="*/ 407507 h 988698"/>
                <a:gd name="connsiteX3" fmla="*/ 1053006 w 1109996"/>
                <a:gd name="connsiteY3" fmla="*/ 182321 h 988698"/>
                <a:gd name="connsiteX4" fmla="*/ 974785 w 1109996"/>
                <a:gd name="connsiteY4" fmla="*/ 172527 h 988698"/>
                <a:gd name="connsiteX5" fmla="*/ 491706 w 1109996"/>
                <a:gd name="connsiteY5" fmla="*/ 181154 h 988698"/>
                <a:gd name="connsiteX6" fmla="*/ 595223 w 1109996"/>
                <a:gd name="connsiteY6" fmla="*/ 0 h 988698"/>
                <a:gd name="connsiteX7" fmla="*/ 0 w 1109996"/>
                <a:gd name="connsiteY7" fmla="*/ 267418 h 988698"/>
                <a:gd name="connsiteX8" fmla="*/ 0 w 1109996"/>
                <a:gd name="connsiteY8" fmla="*/ 854014 h 988698"/>
                <a:gd name="connsiteX9" fmla="*/ 362309 w 1109996"/>
                <a:gd name="connsiteY9" fmla="*/ 966157 h 988698"/>
                <a:gd name="connsiteX10" fmla="*/ 884927 w 1109996"/>
                <a:gd name="connsiteY10" fmla="*/ 984895 h 988698"/>
                <a:gd name="connsiteX11" fmla="*/ 986692 w 1109996"/>
                <a:gd name="connsiteY11" fmla="*/ 825484 h 988698"/>
                <a:gd name="connsiteX0" fmla="*/ 986692 w 1109996"/>
                <a:gd name="connsiteY0" fmla="*/ 825484 h 988698"/>
                <a:gd name="connsiteX1" fmla="*/ 1027442 w 1109996"/>
                <a:gd name="connsiteY1" fmla="*/ 638668 h 988698"/>
                <a:gd name="connsiteX2" fmla="*/ 1055972 w 1109996"/>
                <a:gd name="connsiteY2" fmla="*/ 407507 h 988698"/>
                <a:gd name="connsiteX3" fmla="*/ 1053006 w 1109996"/>
                <a:gd name="connsiteY3" fmla="*/ 182321 h 988698"/>
                <a:gd name="connsiteX4" fmla="*/ 974785 w 1109996"/>
                <a:gd name="connsiteY4" fmla="*/ 172527 h 988698"/>
                <a:gd name="connsiteX5" fmla="*/ 491706 w 1109996"/>
                <a:gd name="connsiteY5" fmla="*/ 181154 h 988698"/>
                <a:gd name="connsiteX6" fmla="*/ 595223 w 1109996"/>
                <a:gd name="connsiteY6" fmla="*/ 0 h 988698"/>
                <a:gd name="connsiteX7" fmla="*/ 0 w 1109996"/>
                <a:gd name="connsiteY7" fmla="*/ 267418 h 988698"/>
                <a:gd name="connsiteX8" fmla="*/ 0 w 1109996"/>
                <a:gd name="connsiteY8" fmla="*/ 854014 h 988698"/>
                <a:gd name="connsiteX9" fmla="*/ 362309 w 1109996"/>
                <a:gd name="connsiteY9" fmla="*/ 966157 h 988698"/>
                <a:gd name="connsiteX10" fmla="*/ 884927 w 1109996"/>
                <a:gd name="connsiteY10" fmla="*/ 984895 h 988698"/>
                <a:gd name="connsiteX11" fmla="*/ 986692 w 1109996"/>
                <a:gd name="connsiteY11" fmla="*/ 825484 h 98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09996" h="988698">
                  <a:moveTo>
                    <a:pt x="986692" y="825484"/>
                  </a:moveTo>
                  <a:cubicBezTo>
                    <a:pt x="1020437" y="795631"/>
                    <a:pt x="1117840" y="750947"/>
                    <a:pt x="1027442" y="638668"/>
                  </a:cubicBezTo>
                  <a:cubicBezTo>
                    <a:pt x="1094896" y="605270"/>
                    <a:pt x="1129012" y="471861"/>
                    <a:pt x="1055972" y="407507"/>
                  </a:cubicBezTo>
                  <a:cubicBezTo>
                    <a:pt x="1119277" y="346733"/>
                    <a:pt x="1137338" y="257382"/>
                    <a:pt x="1053006" y="182321"/>
                  </a:cubicBezTo>
                  <a:cubicBezTo>
                    <a:pt x="1003120" y="171912"/>
                    <a:pt x="1000859" y="175792"/>
                    <a:pt x="974785" y="172527"/>
                  </a:cubicBezTo>
                  <a:lnTo>
                    <a:pt x="491706" y="181154"/>
                  </a:lnTo>
                  <a:lnTo>
                    <a:pt x="595223" y="0"/>
                  </a:lnTo>
                  <a:cubicBezTo>
                    <a:pt x="276045" y="48883"/>
                    <a:pt x="181155" y="175403"/>
                    <a:pt x="0" y="267418"/>
                  </a:cubicBezTo>
                  <a:lnTo>
                    <a:pt x="0" y="854014"/>
                  </a:lnTo>
                  <a:cubicBezTo>
                    <a:pt x="69011" y="856889"/>
                    <a:pt x="189780" y="946029"/>
                    <a:pt x="362309" y="966157"/>
                  </a:cubicBezTo>
                  <a:cubicBezTo>
                    <a:pt x="516544" y="989955"/>
                    <a:pt x="753082" y="992465"/>
                    <a:pt x="884927" y="984895"/>
                  </a:cubicBezTo>
                  <a:cubicBezTo>
                    <a:pt x="1065985" y="980499"/>
                    <a:pt x="1049459" y="866918"/>
                    <a:pt x="986692" y="825484"/>
                  </a:cubicBezTo>
                  <a:close/>
                </a:path>
              </a:pathLst>
            </a:custGeom>
            <a:solidFill>
              <a:srgbClr val="FDCB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F3B6A983-3051-4DD0-A70D-1205C20D895A}"/>
                </a:ext>
              </a:extLst>
            </p:cNvPr>
            <p:cNvSpPr/>
            <p:nvPr/>
          </p:nvSpPr>
          <p:spPr>
            <a:xfrm>
              <a:off x="3814713" y="3815354"/>
              <a:ext cx="869334" cy="68198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5419B5DF-3290-4557-85C9-55D5686F3FBB}"/>
                </a:ext>
              </a:extLst>
            </p:cNvPr>
            <p:cNvSpPr/>
            <p:nvPr/>
          </p:nvSpPr>
          <p:spPr>
            <a:xfrm>
              <a:off x="4684047" y="3846746"/>
              <a:ext cx="266155" cy="5444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  <p:pic>
          <p:nvPicPr>
            <p:cNvPr id="210" name="Graphic 209" descr="Checkmark">
              <a:extLst>
                <a:ext uri="{FF2B5EF4-FFF2-40B4-BE49-F238E27FC236}">
                  <a16:creationId xmlns:a16="http://schemas.microsoft.com/office/drawing/2014/main" id="{6FF18DF4-276C-4060-8C0B-0E3D44D56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47294" y="2602707"/>
              <a:ext cx="650632" cy="650632"/>
            </a:xfrm>
            <a:prstGeom prst="rect">
              <a:avLst/>
            </a:prstGeom>
          </p:spPr>
        </p:pic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A4AEC099-D896-45AA-9AF2-8AF8F15CEF93}"/>
              </a:ext>
            </a:extLst>
          </p:cNvPr>
          <p:cNvGrpSpPr/>
          <p:nvPr/>
        </p:nvGrpSpPr>
        <p:grpSpPr>
          <a:xfrm>
            <a:off x="12970022" y="2951523"/>
            <a:ext cx="2497224" cy="2054565"/>
            <a:chOff x="5878777" y="3816475"/>
            <a:chExt cx="2497224" cy="2054565"/>
          </a:xfrm>
        </p:grpSpPr>
        <p:sp>
          <p:nvSpPr>
            <p:cNvPr id="212" name="Rectangle 18">
              <a:extLst>
                <a:ext uri="{FF2B5EF4-FFF2-40B4-BE49-F238E27FC236}">
                  <a16:creationId xmlns:a16="http://schemas.microsoft.com/office/drawing/2014/main" id="{8F55478D-402D-4AFD-9914-34633C491BF8}"/>
                </a:ext>
              </a:extLst>
            </p:cNvPr>
            <p:cNvSpPr/>
            <p:nvPr/>
          </p:nvSpPr>
          <p:spPr>
            <a:xfrm rot="12600000">
              <a:off x="5925702" y="4224610"/>
              <a:ext cx="933675" cy="1646430"/>
            </a:xfrm>
            <a:custGeom>
              <a:avLst/>
              <a:gdLst/>
              <a:ahLst/>
              <a:cxnLst/>
              <a:rect l="l" t="t" r="r" b="b"/>
              <a:pathLst>
                <a:path w="864239" h="1523986">
                  <a:moveTo>
                    <a:pt x="594436" y="1523986"/>
                  </a:moveTo>
                  <a:lnTo>
                    <a:pt x="314179" y="1523986"/>
                  </a:lnTo>
                  <a:lnTo>
                    <a:pt x="314179" y="847162"/>
                  </a:lnTo>
                  <a:cubicBezTo>
                    <a:pt x="209744" y="818094"/>
                    <a:pt x="116437" y="749439"/>
                    <a:pt x="57955" y="648144"/>
                  </a:cubicBezTo>
                  <a:cubicBezTo>
                    <a:pt x="-61352" y="441498"/>
                    <a:pt x="9449" y="177262"/>
                    <a:pt x="216095" y="57955"/>
                  </a:cubicBezTo>
                  <a:cubicBezTo>
                    <a:pt x="422741" y="-61352"/>
                    <a:pt x="686977" y="9450"/>
                    <a:pt x="806284" y="216096"/>
                  </a:cubicBezTo>
                  <a:cubicBezTo>
                    <a:pt x="925591" y="422742"/>
                    <a:pt x="854789" y="686978"/>
                    <a:pt x="648143" y="806285"/>
                  </a:cubicBezTo>
                  <a:lnTo>
                    <a:pt x="594435" y="830471"/>
                  </a:lnTo>
                  <a:close/>
                </a:path>
              </a:pathLst>
            </a:custGeom>
            <a:solidFill>
              <a:schemeClr val="bg1"/>
            </a:solidFill>
            <a:ln w="25400"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213" name="Multiply 14">
              <a:extLst>
                <a:ext uri="{FF2B5EF4-FFF2-40B4-BE49-F238E27FC236}">
                  <a16:creationId xmlns:a16="http://schemas.microsoft.com/office/drawing/2014/main" id="{BCE4A1A0-3672-4309-8948-F57DF7AE115E}"/>
                </a:ext>
              </a:extLst>
            </p:cNvPr>
            <p:cNvSpPr/>
            <p:nvPr/>
          </p:nvSpPr>
          <p:spPr>
            <a:xfrm>
              <a:off x="5878777" y="5027728"/>
              <a:ext cx="662983" cy="662983"/>
            </a:xfrm>
            <a:prstGeom prst="mathMultiply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214" name="Freeform 19">
              <a:extLst>
                <a:ext uri="{FF2B5EF4-FFF2-40B4-BE49-F238E27FC236}">
                  <a16:creationId xmlns:a16="http://schemas.microsoft.com/office/drawing/2014/main" id="{CB477513-538C-4E07-8706-6CF82C49D200}"/>
                </a:ext>
              </a:extLst>
            </p:cNvPr>
            <p:cNvSpPr/>
            <p:nvPr/>
          </p:nvSpPr>
          <p:spPr>
            <a:xfrm rot="10800000">
              <a:off x="6397896" y="3816475"/>
              <a:ext cx="843909" cy="869313"/>
            </a:xfrm>
            <a:custGeom>
              <a:avLst/>
              <a:gdLst>
                <a:gd name="connsiteX0" fmla="*/ 543464 w 1086928"/>
                <a:gd name="connsiteY0" fmla="*/ 0 h 1000664"/>
                <a:gd name="connsiteX1" fmla="*/ 0 w 1086928"/>
                <a:gd name="connsiteY1" fmla="*/ 276045 h 1000664"/>
                <a:gd name="connsiteX2" fmla="*/ 0 w 1086928"/>
                <a:gd name="connsiteY2" fmla="*/ 862641 h 1000664"/>
                <a:gd name="connsiteX3" fmla="*/ 362309 w 1086928"/>
                <a:gd name="connsiteY3" fmla="*/ 974784 h 1000664"/>
                <a:gd name="connsiteX4" fmla="*/ 923026 w 1086928"/>
                <a:gd name="connsiteY4" fmla="*/ 1000664 h 1000664"/>
                <a:gd name="connsiteX5" fmla="*/ 974785 w 1086928"/>
                <a:gd name="connsiteY5" fmla="*/ 793630 h 1000664"/>
                <a:gd name="connsiteX6" fmla="*/ 1017917 w 1086928"/>
                <a:gd name="connsiteY6" fmla="*/ 621101 h 1000664"/>
                <a:gd name="connsiteX7" fmla="*/ 1086928 w 1086928"/>
                <a:gd name="connsiteY7" fmla="*/ 439947 h 1000664"/>
                <a:gd name="connsiteX8" fmla="*/ 1069675 w 1086928"/>
                <a:gd name="connsiteY8" fmla="*/ 224286 h 1000664"/>
                <a:gd name="connsiteX9" fmla="*/ 974785 w 1086928"/>
                <a:gd name="connsiteY9" fmla="*/ 181154 h 1000664"/>
                <a:gd name="connsiteX10" fmla="*/ 491706 w 1086928"/>
                <a:gd name="connsiteY10" fmla="*/ 189781 h 1000664"/>
                <a:gd name="connsiteX11" fmla="*/ 543464 w 1086928"/>
                <a:gd name="connsiteY11" fmla="*/ 0 h 1000664"/>
                <a:gd name="connsiteX0" fmla="*/ 543464 w 1086928"/>
                <a:gd name="connsiteY0" fmla="*/ 0 h 1000664"/>
                <a:gd name="connsiteX1" fmla="*/ 0 w 1086928"/>
                <a:gd name="connsiteY1" fmla="*/ 276045 h 1000664"/>
                <a:gd name="connsiteX2" fmla="*/ 0 w 1086928"/>
                <a:gd name="connsiteY2" fmla="*/ 862641 h 1000664"/>
                <a:gd name="connsiteX3" fmla="*/ 362309 w 1086928"/>
                <a:gd name="connsiteY3" fmla="*/ 974784 h 1000664"/>
                <a:gd name="connsiteX4" fmla="*/ 923026 w 1086928"/>
                <a:gd name="connsiteY4" fmla="*/ 1000664 h 1000664"/>
                <a:gd name="connsiteX5" fmla="*/ 974785 w 1086928"/>
                <a:gd name="connsiteY5" fmla="*/ 793630 h 1000664"/>
                <a:gd name="connsiteX6" fmla="*/ 1017917 w 1086928"/>
                <a:gd name="connsiteY6" fmla="*/ 621101 h 1000664"/>
                <a:gd name="connsiteX7" fmla="*/ 1086928 w 1086928"/>
                <a:gd name="connsiteY7" fmla="*/ 439947 h 1000664"/>
                <a:gd name="connsiteX8" fmla="*/ 1069675 w 1086928"/>
                <a:gd name="connsiteY8" fmla="*/ 224286 h 1000664"/>
                <a:gd name="connsiteX9" fmla="*/ 974785 w 1086928"/>
                <a:gd name="connsiteY9" fmla="*/ 181154 h 1000664"/>
                <a:gd name="connsiteX10" fmla="*/ 491706 w 1086928"/>
                <a:gd name="connsiteY10" fmla="*/ 189781 h 1000664"/>
                <a:gd name="connsiteX11" fmla="*/ 543464 w 1086928"/>
                <a:gd name="connsiteY11" fmla="*/ 0 h 1000664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980502"/>
                <a:gd name="connsiteX1" fmla="*/ 0 w 1086928"/>
                <a:gd name="connsiteY1" fmla="*/ 267418 h 980502"/>
                <a:gd name="connsiteX2" fmla="*/ 0 w 1086928"/>
                <a:gd name="connsiteY2" fmla="*/ 854014 h 980502"/>
                <a:gd name="connsiteX3" fmla="*/ 362309 w 1086928"/>
                <a:gd name="connsiteY3" fmla="*/ 966157 h 980502"/>
                <a:gd name="connsiteX4" fmla="*/ 934932 w 1086928"/>
                <a:gd name="connsiteY4" fmla="*/ 946794 h 980502"/>
                <a:gd name="connsiteX5" fmla="*/ 974785 w 1086928"/>
                <a:gd name="connsiteY5" fmla="*/ 785003 h 980502"/>
                <a:gd name="connsiteX6" fmla="*/ 1017917 w 1086928"/>
                <a:gd name="connsiteY6" fmla="*/ 612474 h 980502"/>
                <a:gd name="connsiteX7" fmla="*/ 1086928 w 1086928"/>
                <a:gd name="connsiteY7" fmla="*/ 431320 h 980502"/>
                <a:gd name="connsiteX8" fmla="*/ 1069675 w 1086928"/>
                <a:gd name="connsiteY8" fmla="*/ 215659 h 980502"/>
                <a:gd name="connsiteX9" fmla="*/ 974785 w 1086928"/>
                <a:gd name="connsiteY9" fmla="*/ 172527 h 980502"/>
                <a:gd name="connsiteX10" fmla="*/ 491706 w 1086928"/>
                <a:gd name="connsiteY10" fmla="*/ 181154 h 980502"/>
                <a:gd name="connsiteX11" fmla="*/ 595223 w 1086928"/>
                <a:gd name="connsiteY11" fmla="*/ 0 h 980502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74785 w 1086928"/>
                <a:gd name="connsiteY5" fmla="*/ 785003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74785 w 1086928"/>
                <a:gd name="connsiteY5" fmla="*/ 785003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81929 w 1086928"/>
                <a:gd name="connsiteY5" fmla="*/ 820721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925407 w 1086928"/>
                <a:gd name="connsiteY0" fmla="*/ 996801 h 1088241"/>
                <a:gd name="connsiteX1" fmla="*/ 981929 w 1086928"/>
                <a:gd name="connsiteY1" fmla="*/ 820721 h 1088241"/>
                <a:gd name="connsiteX2" fmla="*/ 1017917 w 1086928"/>
                <a:gd name="connsiteY2" fmla="*/ 612474 h 1088241"/>
                <a:gd name="connsiteX3" fmla="*/ 1086928 w 1086928"/>
                <a:gd name="connsiteY3" fmla="*/ 431320 h 1088241"/>
                <a:gd name="connsiteX4" fmla="*/ 1069675 w 1086928"/>
                <a:gd name="connsiteY4" fmla="*/ 215659 h 1088241"/>
                <a:gd name="connsiteX5" fmla="*/ 974785 w 1086928"/>
                <a:gd name="connsiteY5" fmla="*/ 172527 h 1088241"/>
                <a:gd name="connsiteX6" fmla="*/ 491706 w 1086928"/>
                <a:gd name="connsiteY6" fmla="*/ 181154 h 1088241"/>
                <a:gd name="connsiteX7" fmla="*/ 595223 w 1086928"/>
                <a:gd name="connsiteY7" fmla="*/ 0 h 1088241"/>
                <a:gd name="connsiteX8" fmla="*/ 0 w 1086928"/>
                <a:gd name="connsiteY8" fmla="*/ 267418 h 1088241"/>
                <a:gd name="connsiteX9" fmla="*/ 0 w 1086928"/>
                <a:gd name="connsiteY9" fmla="*/ 854014 h 1088241"/>
                <a:gd name="connsiteX10" fmla="*/ 362309 w 1086928"/>
                <a:gd name="connsiteY10" fmla="*/ 966157 h 1088241"/>
                <a:gd name="connsiteX11" fmla="*/ 1016847 w 1086928"/>
                <a:gd name="connsiteY11" fmla="*/ 1088241 h 1088241"/>
                <a:gd name="connsiteX0" fmla="*/ 925407 w 1086928"/>
                <a:gd name="connsiteY0" fmla="*/ 996801 h 1088241"/>
                <a:gd name="connsiteX1" fmla="*/ 981929 w 1086928"/>
                <a:gd name="connsiteY1" fmla="*/ 820721 h 1088241"/>
                <a:gd name="connsiteX2" fmla="*/ 1017917 w 1086928"/>
                <a:gd name="connsiteY2" fmla="*/ 612474 h 1088241"/>
                <a:gd name="connsiteX3" fmla="*/ 1086928 w 1086928"/>
                <a:gd name="connsiteY3" fmla="*/ 431320 h 1088241"/>
                <a:gd name="connsiteX4" fmla="*/ 1069675 w 1086928"/>
                <a:gd name="connsiteY4" fmla="*/ 215659 h 1088241"/>
                <a:gd name="connsiteX5" fmla="*/ 974785 w 1086928"/>
                <a:gd name="connsiteY5" fmla="*/ 172527 h 1088241"/>
                <a:gd name="connsiteX6" fmla="*/ 491706 w 1086928"/>
                <a:gd name="connsiteY6" fmla="*/ 181154 h 1088241"/>
                <a:gd name="connsiteX7" fmla="*/ 595223 w 1086928"/>
                <a:gd name="connsiteY7" fmla="*/ 0 h 1088241"/>
                <a:gd name="connsiteX8" fmla="*/ 0 w 1086928"/>
                <a:gd name="connsiteY8" fmla="*/ 267418 h 1088241"/>
                <a:gd name="connsiteX9" fmla="*/ 0 w 1086928"/>
                <a:gd name="connsiteY9" fmla="*/ 854014 h 1088241"/>
                <a:gd name="connsiteX10" fmla="*/ 362309 w 1086928"/>
                <a:gd name="connsiteY10" fmla="*/ 966157 h 1088241"/>
                <a:gd name="connsiteX11" fmla="*/ 1016847 w 1086928"/>
                <a:gd name="connsiteY11" fmla="*/ 1088241 h 108824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11" fmla="*/ 925407 w 1086928"/>
                <a:gd name="connsiteY11" fmla="*/ 996801 h 996801"/>
                <a:gd name="connsiteX0" fmla="*/ 925407 w 1086928"/>
                <a:gd name="connsiteY0" fmla="*/ 996801 h 1038224"/>
                <a:gd name="connsiteX1" fmla="*/ 981929 w 1086928"/>
                <a:gd name="connsiteY1" fmla="*/ 820721 h 1038224"/>
                <a:gd name="connsiteX2" fmla="*/ 1017917 w 1086928"/>
                <a:gd name="connsiteY2" fmla="*/ 612474 h 1038224"/>
                <a:gd name="connsiteX3" fmla="*/ 1086928 w 1086928"/>
                <a:gd name="connsiteY3" fmla="*/ 431320 h 1038224"/>
                <a:gd name="connsiteX4" fmla="*/ 1069675 w 1086928"/>
                <a:gd name="connsiteY4" fmla="*/ 215659 h 1038224"/>
                <a:gd name="connsiteX5" fmla="*/ 974785 w 1086928"/>
                <a:gd name="connsiteY5" fmla="*/ 172527 h 1038224"/>
                <a:gd name="connsiteX6" fmla="*/ 491706 w 1086928"/>
                <a:gd name="connsiteY6" fmla="*/ 181154 h 1038224"/>
                <a:gd name="connsiteX7" fmla="*/ 595223 w 1086928"/>
                <a:gd name="connsiteY7" fmla="*/ 0 h 1038224"/>
                <a:gd name="connsiteX8" fmla="*/ 0 w 1086928"/>
                <a:gd name="connsiteY8" fmla="*/ 267418 h 1038224"/>
                <a:gd name="connsiteX9" fmla="*/ 0 w 1086928"/>
                <a:gd name="connsiteY9" fmla="*/ 854014 h 1038224"/>
                <a:gd name="connsiteX10" fmla="*/ 362309 w 1086928"/>
                <a:gd name="connsiteY10" fmla="*/ 966157 h 1038224"/>
                <a:gd name="connsiteX11" fmla="*/ 743220 w 1086928"/>
                <a:gd name="connsiteY11" fmla="*/ 1038224 h 1038224"/>
                <a:gd name="connsiteX12" fmla="*/ 925407 w 1086928"/>
                <a:gd name="connsiteY12" fmla="*/ 996801 h 1038224"/>
                <a:gd name="connsiteX0" fmla="*/ 925407 w 1086928"/>
                <a:gd name="connsiteY0" fmla="*/ 996801 h 1038224"/>
                <a:gd name="connsiteX1" fmla="*/ 981929 w 1086928"/>
                <a:gd name="connsiteY1" fmla="*/ 820721 h 1038224"/>
                <a:gd name="connsiteX2" fmla="*/ 1017917 w 1086928"/>
                <a:gd name="connsiteY2" fmla="*/ 612474 h 1038224"/>
                <a:gd name="connsiteX3" fmla="*/ 1086928 w 1086928"/>
                <a:gd name="connsiteY3" fmla="*/ 431320 h 1038224"/>
                <a:gd name="connsiteX4" fmla="*/ 1069675 w 1086928"/>
                <a:gd name="connsiteY4" fmla="*/ 215659 h 1038224"/>
                <a:gd name="connsiteX5" fmla="*/ 974785 w 1086928"/>
                <a:gd name="connsiteY5" fmla="*/ 172527 h 1038224"/>
                <a:gd name="connsiteX6" fmla="*/ 491706 w 1086928"/>
                <a:gd name="connsiteY6" fmla="*/ 181154 h 1038224"/>
                <a:gd name="connsiteX7" fmla="*/ 595223 w 1086928"/>
                <a:gd name="connsiteY7" fmla="*/ 0 h 1038224"/>
                <a:gd name="connsiteX8" fmla="*/ 0 w 1086928"/>
                <a:gd name="connsiteY8" fmla="*/ 267418 h 1038224"/>
                <a:gd name="connsiteX9" fmla="*/ 0 w 1086928"/>
                <a:gd name="connsiteY9" fmla="*/ 854014 h 1038224"/>
                <a:gd name="connsiteX10" fmla="*/ 362309 w 1086928"/>
                <a:gd name="connsiteY10" fmla="*/ 966157 h 1038224"/>
                <a:gd name="connsiteX11" fmla="*/ 743220 w 1086928"/>
                <a:gd name="connsiteY11" fmla="*/ 1038224 h 1038224"/>
                <a:gd name="connsiteX12" fmla="*/ 925407 w 1086928"/>
                <a:gd name="connsiteY12" fmla="*/ 996801 h 1038224"/>
                <a:gd name="connsiteX0" fmla="*/ 925407 w 1086928"/>
                <a:gd name="connsiteY0" fmla="*/ 996801 h 1005589"/>
                <a:gd name="connsiteX1" fmla="*/ 981929 w 1086928"/>
                <a:gd name="connsiteY1" fmla="*/ 820721 h 1005589"/>
                <a:gd name="connsiteX2" fmla="*/ 1017917 w 1086928"/>
                <a:gd name="connsiteY2" fmla="*/ 612474 h 1005589"/>
                <a:gd name="connsiteX3" fmla="*/ 1086928 w 1086928"/>
                <a:gd name="connsiteY3" fmla="*/ 431320 h 1005589"/>
                <a:gd name="connsiteX4" fmla="*/ 1069675 w 1086928"/>
                <a:gd name="connsiteY4" fmla="*/ 215659 h 1005589"/>
                <a:gd name="connsiteX5" fmla="*/ 974785 w 1086928"/>
                <a:gd name="connsiteY5" fmla="*/ 172527 h 1005589"/>
                <a:gd name="connsiteX6" fmla="*/ 491706 w 1086928"/>
                <a:gd name="connsiteY6" fmla="*/ 181154 h 1005589"/>
                <a:gd name="connsiteX7" fmla="*/ 595223 w 1086928"/>
                <a:gd name="connsiteY7" fmla="*/ 0 h 1005589"/>
                <a:gd name="connsiteX8" fmla="*/ 0 w 1086928"/>
                <a:gd name="connsiteY8" fmla="*/ 267418 h 1005589"/>
                <a:gd name="connsiteX9" fmla="*/ 0 w 1086928"/>
                <a:gd name="connsiteY9" fmla="*/ 854014 h 1005589"/>
                <a:gd name="connsiteX10" fmla="*/ 362309 w 1086928"/>
                <a:gd name="connsiteY10" fmla="*/ 966157 h 1005589"/>
                <a:gd name="connsiteX11" fmla="*/ 925407 w 1086928"/>
                <a:gd name="connsiteY11" fmla="*/ 996801 h 1005589"/>
                <a:gd name="connsiteX0" fmla="*/ 925407 w 1086928"/>
                <a:gd name="connsiteY0" fmla="*/ 996801 h 1013821"/>
                <a:gd name="connsiteX1" fmla="*/ 981929 w 1086928"/>
                <a:gd name="connsiteY1" fmla="*/ 820721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81929 w 1086928"/>
                <a:gd name="connsiteY1" fmla="*/ 820721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91454 w 1086928"/>
                <a:gd name="connsiteY1" fmla="*/ 823103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91454 w 1086928"/>
                <a:gd name="connsiteY1" fmla="*/ 823103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12" fmla="*/ 991454 w 1086928"/>
                <a:gd name="connsiteY12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12" fmla="*/ 991454 w 1086928"/>
                <a:gd name="connsiteY12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27442 w 1086928"/>
                <a:gd name="connsiteY1" fmla="*/ 638668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27442 w 1086928"/>
                <a:gd name="connsiteY1" fmla="*/ 638668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69675"/>
                <a:gd name="connsiteY0" fmla="*/ 825484 h 1013821"/>
                <a:gd name="connsiteX1" fmla="*/ 1027442 w 1069675"/>
                <a:gd name="connsiteY1" fmla="*/ 638668 h 1013821"/>
                <a:gd name="connsiteX2" fmla="*/ 1051209 w 1069675"/>
                <a:gd name="connsiteY2" fmla="*/ 447988 h 1013821"/>
                <a:gd name="connsiteX3" fmla="*/ 1069675 w 1069675"/>
                <a:gd name="connsiteY3" fmla="*/ 215659 h 1013821"/>
                <a:gd name="connsiteX4" fmla="*/ 974785 w 1069675"/>
                <a:gd name="connsiteY4" fmla="*/ 172527 h 1013821"/>
                <a:gd name="connsiteX5" fmla="*/ 491706 w 1069675"/>
                <a:gd name="connsiteY5" fmla="*/ 181154 h 1013821"/>
                <a:gd name="connsiteX6" fmla="*/ 595223 w 1069675"/>
                <a:gd name="connsiteY6" fmla="*/ 0 h 1013821"/>
                <a:gd name="connsiteX7" fmla="*/ 0 w 1069675"/>
                <a:gd name="connsiteY7" fmla="*/ 267418 h 1013821"/>
                <a:gd name="connsiteX8" fmla="*/ 0 w 1069675"/>
                <a:gd name="connsiteY8" fmla="*/ 854014 h 1013821"/>
                <a:gd name="connsiteX9" fmla="*/ 362309 w 1069675"/>
                <a:gd name="connsiteY9" fmla="*/ 966157 h 1013821"/>
                <a:gd name="connsiteX10" fmla="*/ 925407 w 1069675"/>
                <a:gd name="connsiteY10" fmla="*/ 996801 h 1013821"/>
                <a:gd name="connsiteX11" fmla="*/ 977167 w 1069675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53006 w 1083772"/>
                <a:gd name="connsiteY3" fmla="*/ 182321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107851"/>
                <a:gd name="connsiteY0" fmla="*/ 825484 h 1013821"/>
                <a:gd name="connsiteX1" fmla="*/ 1027442 w 1107851"/>
                <a:gd name="connsiteY1" fmla="*/ 638668 h 1013821"/>
                <a:gd name="connsiteX2" fmla="*/ 1051209 w 1107851"/>
                <a:gd name="connsiteY2" fmla="*/ 447988 h 1013821"/>
                <a:gd name="connsiteX3" fmla="*/ 1053006 w 1107851"/>
                <a:gd name="connsiteY3" fmla="*/ 182321 h 1013821"/>
                <a:gd name="connsiteX4" fmla="*/ 974785 w 1107851"/>
                <a:gd name="connsiteY4" fmla="*/ 172527 h 1013821"/>
                <a:gd name="connsiteX5" fmla="*/ 491706 w 1107851"/>
                <a:gd name="connsiteY5" fmla="*/ 181154 h 1013821"/>
                <a:gd name="connsiteX6" fmla="*/ 595223 w 1107851"/>
                <a:gd name="connsiteY6" fmla="*/ 0 h 1013821"/>
                <a:gd name="connsiteX7" fmla="*/ 0 w 1107851"/>
                <a:gd name="connsiteY7" fmla="*/ 267418 h 1013821"/>
                <a:gd name="connsiteX8" fmla="*/ 0 w 1107851"/>
                <a:gd name="connsiteY8" fmla="*/ 854014 h 1013821"/>
                <a:gd name="connsiteX9" fmla="*/ 362309 w 1107851"/>
                <a:gd name="connsiteY9" fmla="*/ 966157 h 1013821"/>
                <a:gd name="connsiteX10" fmla="*/ 925407 w 1107851"/>
                <a:gd name="connsiteY10" fmla="*/ 996801 h 1013821"/>
                <a:gd name="connsiteX11" fmla="*/ 977167 w 1107851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86692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86692 w 1109996"/>
                <a:gd name="connsiteY11" fmla="*/ 825484 h 1013821"/>
                <a:gd name="connsiteX0" fmla="*/ 986692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86692 w 1109996"/>
                <a:gd name="connsiteY11" fmla="*/ 825484 h 1013821"/>
                <a:gd name="connsiteX0" fmla="*/ 986692 w 1109996"/>
                <a:gd name="connsiteY0" fmla="*/ 825484 h 996152"/>
                <a:gd name="connsiteX1" fmla="*/ 1027442 w 1109996"/>
                <a:gd name="connsiteY1" fmla="*/ 638668 h 996152"/>
                <a:gd name="connsiteX2" fmla="*/ 1055972 w 1109996"/>
                <a:gd name="connsiteY2" fmla="*/ 407507 h 996152"/>
                <a:gd name="connsiteX3" fmla="*/ 1053006 w 1109996"/>
                <a:gd name="connsiteY3" fmla="*/ 182321 h 996152"/>
                <a:gd name="connsiteX4" fmla="*/ 974785 w 1109996"/>
                <a:gd name="connsiteY4" fmla="*/ 172527 h 996152"/>
                <a:gd name="connsiteX5" fmla="*/ 491706 w 1109996"/>
                <a:gd name="connsiteY5" fmla="*/ 181154 h 996152"/>
                <a:gd name="connsiteX6" fmla="*/ 595223 w 1109996"/>
                <a:gd name="connsiteY6" fmla="*/ 0 h 996152"/>
                <a:gd name="connsiteX7" fmla="*/ 0 w 1109996"/>
                <a:gd name="connsiteY7" fmla="*/ 267418 h 996152"/>
                <a:gd name="connsiteX8" fmla="*/ 0 w 1109996"/>
                <a:gd name="connsiteY8" fmla="*/ 854014 h 996152"/>
                <a:gd name="connsiteX9" fmla="*/ 362309 w 1109996"/>
                <a:gd name="connsiteY9" fmla="*/ 966157 h 996152"/>
                <a:gd name="connsiteX10" fmla="*/ 880164 w 1109996"/>
                <a:gd name="connsiteY10" fmla="*/ 972989 h 996152"/>
                <a:gd name="connsiteX11" fmla="*/ 986692 w 1109996"/>
                <a:gd name="connsiteY11" fmla="*/ 825484 h 996152"/>
                <a:gd name="connsiteX0" fmla="*/ 986692 w 1109996"/>
                <a:gd name="connsiteY0" fmla="*/ 825484 h 996152"/>
                <a:gd name="connsiteX1" fmla="*/ 1027442 w 1109996"/>
                <a:gd name="connsiteY1" fmla="*/ 638668 h 996152"/>
                <a:gd name="connsiteX2" fmla="*/ 1055972 w 1109996"/>
                <a:gd name="connsiteY2" fmla="*/ 407507 h 996152"/>
                <a:gd name="connsiteX3" fmla="*/ 1053006 w 1109996"/>
                <a:gd name="connsiteY3" fmla="*/ 182321 h 996152"/>
                <a:gd name="connsiteX4" fmla="*/ 974785 w 1109996"/>
                <a:gd name="connsiteY4" fmla="*/ 172527 h 996152"/>
                <a:gd name="connsiteX5" fmla="*/ 491706 w 1109996"/>
                <a:gd name="connsiteY5" fmla="*/ 181154 h 996152"/>
                <a:gd name="connsiteX6" fmla="*/ 595223 w 1109996"/>
                <a:gd name="connsiteY6" fmla="*/ 0 h 996152"/>
                <a:gd name="connsiteX7" fmla="*/ 0 w 1109996"/>
                <a:gd name="connsiteY7" fmla="*/ 267418 h 996152"/>
                <a:gd name="connsiteX8" fmla="*/ 0 w 1109996"/>
                <a:gd name="connsiteY8" fmla="*/ 854014 h 996152"/>
                <a:gd name="connsiteX9" fmla="*/ 362309 w 1109996"/>
                <a:gd name="connsiteY9" fmla="*/ 966157 h 996152"/>
                <a:gd name="connsiteX10" fmla="*/ 880164 w 1109996"/>
                <a:gd name="connsiteY10" fmla="*/ 972989 h 996152"/>
                <a:gd name="connsiteX11" fmla="*/ 986692 w 1109996"/>
                <a:gd name="connsiteY11" fmla="*/ 825484 h 996152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95044"/>
                <a:gd name="connsiteX1" fmla="*/ 1027442 w 1109996"/>
                <a:gd name="connsiteY1" fmla="*/ 638668 h 995044"/>
                <a:gd name="connsiteX2" fmla="*/ 1055972 w 1109996"/>
                <a:gd name="connsiteY2" fmla="*/ 407507 h 995044"/>
                <a:gd name="connsiteX3" fmla="*/ 1053006 w 1109996"/>
                <a:gd name="connsiteY3" fmla="*/ 182321 h 995044"/>
                <a:gd name="connsiteX4" fmla="*/ 974785 w 1109996"/>
                <a:gd name="connsiteY4" fmla="*/ 172527 h 995044"/>
                <a:gd name="connsiteX5" fmla="*/ 491706 w 1109996"/>
                <a:gd name="connsiteY5" fmla="*/ 181154 h 995044"/>
                <a:gd name="connsiteX6" fmla="*/ 595223 w 1109996"/>
                <a:gd name="connsiteY6" fmla="*/ 0 h 995044"/>
                <a:gd name="connsiteX7" fmla="*/ 0 w 1109996"/>
                <a:gd name="connsiteY7" fmla="*/ 267418 h 995044"/>
                <a:gd name="connsiteX8" fmla="*/ 0 w 1109996"/>
                <a:gd name="connsiteY8" fmla="*/ 854014 h 995044"/>
                <a:gd name="connsiteX9" fmla="*/ 362309 w 1109996"/>
                <a:gd name="connsiteY9" fmla="*/ 966157 h 995044"/>
                <a:gd name="connsiteX10" fmla="*/ 884927 w 1109996"/>
                <a:gd name="connsiteY10" fmla="*/ 984895 h 995044"/>
                <a:gd name="connsiteX11" fmla="*/ 986692 w 1109996"/>
                <a:gd name="connsiteY11" fmla="*/ 825484 h 995044"/>
                <a:gd name="connsiteX0" fmla="*/ 986692 w 1109996"/>
                <a:gd name="connsiteY0" fmla="*/ 825484 h 995044"/>
                <a:gd name="connsiteX1" fmla="*/ 1027442 w 1109996"/>
                <a:gd name="connsiteY1" fmla="*/ 638668 h 995044"/>
                <a:gd name="connsiteX2" fmla="*/ 1055972 w 1109996"/>
                <a:gd name="connsiteY2" fmla="*/ 407507 h 995044"/>
                <a:gd name="connsiteX3" fmla="*/ 1053006 w 1109996"/>
                <a:gd name="connsiteY3" fmla="*/ 182321 h 995044"/>
                <a:gd name="connsiteX4" fmla="*/ 974785 w 1109996"/>
                <a:gd name="connsiteY4" fmla="*/ 172527 h 995044"/>
                <a:gd name="connsiteX5" fmla="*/ 491706 w 1109996"/>
                <a:gd name="connsiteY5" fmla="*/ 181154 h 995044"/>
                <a:gd name="connsiteX6" fmla="*/ 595223 w 1109996"/>
                <a:gd name="connsiteY6" fmla="*/ 0 h 995044"/>
                <a:gd name="connsiteX7" fmla="*/ 0 w 1109996"/>
                <a:gd name="connsiteY7" fmla="*/ 267418 h 995044"/>
                <a:gd name="connsiteX8" fmla="*/ 0 w 1109996"/>
                <a:gd name="connsiteY8" fmla="*/ 854014 h 995044"/>
                <a:gd name="connsiteX9" fmla="*/ 362309 w 1109996"/>
                <a:gd name="connsiteY9" fmla="*/ 966157 h 995044"/>
                <a:gd name="connsiteX10" fmla="*/ 884927 w 1109996"/>
                <a:gd name="connsiteY10" fmla="*/ 984895 h 995044"/>
                <a:gd name="connsiteX11" fmla="*/ 986692 w 1109996"/>
                <a:gd name="connsiteY11" fmla="*/ 825484 h 995044"/>
                <a:gd name="connsiteX0" fmla="*/ 986692 w 1109996"/>
                <a:gd name="connsiteY0" fmla="*/ 825484 h 988698"/>
                <a:gd name="connsiteX1" fmla="*/ 1027442 w 1109996"/>
                <a:gd name="connsiteY1" fmla="*/ 638668 h 988698"/>
                <a:gd name="connsiteX2" fmla="*/ 1055972 w 1109996"/>
                <a:gd name="connsiteY2" fmla="*/ 407507 h 988698"/>
                <a:gd name="connsiteX3" fmla="*/ 1053006 w 1109996"/>
                <a:gd name="connsiteY3" fmla="*/ 182321 h 988698"/>
                <a:gd name="connsiteX4" fmla="*/ 974785 w 1109996"/>
                <a:gd name="connsiteY4" fmla="*/ 172527 h 988698"/>
                <a:gd name="connsiteX5" fmla="*/ 491706 w 1109996"/>
                <a:gd name="connsiteY5" fmla="*/ 181154 h 988698"/>
                <a:gd name="connsiteX6" fmla="*/ 595223 w 1109996"/>
                <a:gd name="connsiteY6" fmla="*/ 0 h 988698"/>
                <a:gd name="connsiteX7" fmla="*/ 0 w 1109996"/>
                <a:gd name="connsiteY7" fmla="*/ 267418 h 988698"/>
                <a:gd name="connsiteX8" fmla="*/ 0 w 1109996"/>
                <a:gd name="connsiteY8" fmla="*/ 854014 h 988698"/>
                <a:gd name="connsiteX9" fmla="*/ 362309 w 1109996"/>
                <a:gd name="connsiteY9" fmla="*/ 966157 h 988698"/>
                <a:gd name="connsiteX10" fmla="*/ 884927 w 1109996"/>
                <a:gd name="connsiteY10" fmla="*/ 984895 h 988698"/>
                <a:gd name="connsiteX11" fmla="*/ 986692 w 1109996"/>
                <a:gd name="connsiteY11" fmla="*/ 825484 h 988698"/>
                <a:gd name="connsiteX0" fmla="*/ 986692 w 1109996"/>
                <a:gd name="connsiteY0" fmla="*/ 825484 h 988698"/>
                <a:gd name="connsiteX1" fmla="*/ 1027442 w 1109996"/>
                <a:gd name="connsiteY1" fmla="*/ 638668 h 988698"/>
                <a:gd name="connsiteX2" fmla="*/ 1055972 w 1109996"/>
                <a:gd name="connsiteY2" fmla="*/ 407507 h 988698"/>
                <a:gd name="connsiteX3" fmla="*/ 1053006 w 1109996"/>
                <a:gd name="connsiteY3" fmla="*/ 182321 h 988698"/>
                <a:gd name="connsiteX4" fmla="*/ 974785 w 1109996"/>
                <a:gd name="connsiteY4" fmla="*/ 172527 h 988698"/>
                <a:gd name="connsiteX5" fmla="*/ 491706 w 1109996"/>
                <a:gd name="connsiteY5" fmla="*/ 181154 h 988698"/>
                <a:gd name="connsiteX6" fmla="*/ 595223 w 1109996"/>
                <a:gd name="connsiteY6" fmla="*/ 0 h 988698"/>
                <a:gd name="connsiteX7" fmla="*/ 0 w 1109996"/>
                <a:gd name="connsiteY7" fmla="*/ 267418 h 988698"/>
                <a:gd name="connsiteX8" fmla="*/ 0 w 1109996"/>
                <a:gd name="connsiteY8" fmla="*/ 854014 h 988698"/>
                <a:gd name="connsiteX9" fmla="*/ 362309 w 1109996"/>
                <a:gd name="connsiteY9" fmla="*/ 966157 h 988698"/>
                <a:gd name="connsiteX10" fmla="*/ 884927 w 1109996"/>
                <a:gd name="connsiteY10" fmla="*/ 984895 h 988698"/>
                <a:gd name="connsiteX11" fmla="*/ 986692 w 1109996"/>
                <a:gd name="connsiteY11" fmla="*/ 825484 h 98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09996" h="988698">
                  <a:moveTo>
                    <a:pt x="986692" y="825484"/>
                  </a:moveTo>
                  <a:cubicBezTo>
                    <a:pt x="1020437" y="795631"/>
                    <a:pt x="1117840" y="750947"/>
                    <a:pt x="1027442" y="638668"/>
                  </a:cubicBezTo>
                  <a:cubicBezTo>
                    <a:pt x="1094896" y="605270"/>
                    <a:pt x="1129012" y="471861"/>
                    <a:pt x="1055972" y="407507"/>
                  </a:cubicBezTo>
                  <a:cubicBezTo>
                    <a:pt x="1119277" y="346733"/>
                    <a:pt x="1137338" y="257382"/>
                    <a:pt x="1053006" y="182321"/>
                  </a:cubicBezTo>
                  <a:cubicBezTo>
                    <a:pt x="1003120" y="171912"/>
                    <a:pt x="1000859" y="175792"/>
                    <a:pt x="974785" y="172527"/>
                  </a:cubicBezTo>
                  <a:lnTo>
                    <a:pt x="491706" y="181154"/>
                  </a:lnTo>
                  <a:lnTo>
                    <a:pt x="595223" y="0"/>
                  </a:lnTo>
                  <a:cubicBezTo>
                    <a:pt x="276045" y="48883"/>
                    <a:pt x="181155" y="175403"/>
                    <a:pt x="0" y="267418"/>
                  </a:cubicBezTo>
                  <a:lnTo>
                    <a:pt x="0" y="854014"/>
                  </a:lnTo>
                  <a:cubicBezTo>
                    <a:pt x="69011" y="856889"/>
                    <a:pt x="189780" y="946029"/>
                    <a:pt x="362309" y="966157"/>
                  </a:cubicBezTo>
                  <a:cubicBezTo>
                    <a:pt x="516544" y="989955"/>
                    <a:pt x="753082" y="992465"/>
                    <a:pt x="884927" y="984895"/>
                  </a:cubicBezTo>
                  <a:cubicBezTo>
                    <a:pt x="1065985" y="980499"/>
                    <a:pt x="1049459" y="866918"/>
                    <a:pt x="986692" y="825484"/>
                  </a:cubicBezTo>
                  <a:close/>
                </a:path>
              </a:pathLst>
            </a:custGeom>
            <a:solidFill>
              <a:srgbClr val="FDCB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83FCE59A-F125-47D8-82E7-5BEF82CBFBA3}"/>
                </a:ext>
              </a:extLst>
            </p:cNvPr>
            <p:cNvSpPr/>
            <p:nvPr/>
          </p:nvSpPr>
          <p:spPr>
            <a:xfrm rot="10800000">
              <a:off x="7507958" y="3816475"/>
              <a:ext cx="868043" cy="68198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A51A290F-DC46-4ED0-BF22-94C754BD169B}"/>
                </a:ext>
              </a:extLst>
            </p:cNvPr>
            <p:cNvSpPr/>
            <p:nvPr/>
          </p:nvSpPr>
          <p:spPr>
            <a:xfrm rot="10800000">
              <a:off x="7241804" y="3922576"/>
              <a:ext cx="266155" cy="544494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</p:grpSp>
    </p:spTree>
    <p:extLst>
      <p:ext uri="{BB962C8B-B14F-4D97-AF65-F5344CB8AC3E}">
        <p14:creationId xmlns:p14="http://schemas.microsoft.com/office/powerpoint/2010/main" val="21849021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6" y="23833"/>
            <a:ext cx="12192000" cy="683416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53D5B9D-AC85-45D9-94B9-BDD5F5DE25E8}"/>
              </a:ext>
            </a:extLst>
          </p:cNvPr>
          <p:cNvGrpSpPr/>
          <p:nvPr/>
        </p:nvGrpSpPr>
        <p:grpSpPr>
          <a:xfrm>
            <a:off x="-3868808" y="2635058"/>
            <a:ext cx="7560768" cy="7969938"/>
            <a:chOff x="532492" y="7117344"/>
            <a:chExt cx="11209565" cy="108669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0" name="Oval 19"/>
            <p:cNvSpPr/>
            <p:nvPr/>
          </p:nvSpPr>
          <p:spPr>
            <a:xfrm>
              <a:off x="532492" y="7117344"/>
              <a:ext cx="11209565" cy="10866957"/>
            </a:xfrm>
            <a:prstGeom prst="ellipse">
              <a:avLst/>
            </a:prstGeom>
            <a:solidFill>
              <a:srgbClr val="A5A7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1134855" y="7404843"/>
              <a:ext cx="10039350" cy="10406257"/>
            </a:xfrm>
            <a:prstGeom prst="ellipse">
              <a:avLst/>
            </a:prstGeom>
            <a:solidFill>
              <a:srgbClr val="909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630403" y="7807439"/>
              <a:ext cx="8979439" cy="9150309"/>
            </a:xfrm>
            <a:prstGeom prst="ellipse">
              <a:avLst/>
            </a:prstGeom>
            <a:solidFill>
              <a:srgbClr val="8688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2231611" y="8277011"/>
              <a:ext cx="7845839" cy="8046507"/>
            </a:xfrm>
            <a:prstGeom prst="ellipse">
              <a:avLst/>
            </a:prstGeom>
            <a:solidFill>
              <a:srgbClr val="CDC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6432" y="7329467"/>
              <a:ext cx="7531333" cy="5280970"/>
            </a:xfrm>
            <a:prstGeom prst="rect">
              <a:avLst/>
            </a:prstGeom>
            <a:ln>
              <a:noFill/>
            </a:ln>
            <a:effectLst/>
          </p:spPr>
        </p:pic>
      </p:grpSp>
      <p:sp>
        <p:nvSpPr>
          <p:cNvPr id="135" name="Oval 134">
            <a:extLst>
              <a:ext uri="{FF2B5EF4-FFF2-40B4-BE49-F238E27FC236}">
                <a16:creationId xmlns:a16="http://schemas.microsoft.com/office/drawing/2014/main" id="{747BA936-3FEF-459B-8CBB-9338F81C86D7}"/>
              </a:ext>
            </a:extLst>
          </p:cNvPr>
          <p:cNvSpPr/>
          <p:nvPr/>
        </p:nvSpPr>
        <p:spPr>
          <a:xfrm flipH="1">
            <a:off x="3606176" y="4068125"/>
            <a:ext cx="322635" cy="322635"/>
          </a:xfrm>
          <a:prstGeom prst="ellipse">
            <a:avLst/>
          </a:prstGeom>
          <a:solidFill>
            <a:srgbClr val="868856"/>
          </a:solidFill>
          <a:ln>
            <a:solidFill>
              <a:srgbClr val="868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0343CF1A-3779-4FCE-9922-E5062B42F142}"/>
              </a:ext>
            </a:extLst>
          </p:cNvPr>
          <p:cNvSpPr/>
          <p:nvPr/>
        </p:nvSpPr>
        <p:spPr>
          <a:xfrm flipH="1" flipV="1">
            <a:off x="1282219" y="2189627"/>
            <a:ext cx="174789" cy="174789"/>
          </a:xfrm>
          <a:prstGeom prst="ellipse">
            <a:avLst/>
          </a:prstGeom>
          <a:solidFill>
            <a:srgbClr val="868856"/>
          </a:solidFill>
          <a:ln>
            <a:solidFill>
              <a:srgbClr val="868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70130A97-455F-4B0A-8F9B-A13A9F9EB074}"/>
              </a:ext>
            </a:extLst>
          </p:cNvPr>
          <p:cNvSpPr/>
          <p:nvPr/>
        </p:nvSpPr>
        <p:spPr>
          <a:xfrm flipH="1" flipV="1">
            <a:off x="2138997" y="2636510"/>
            <a:ext cx="174789" cy="174789"/>
          </a:xfrm>
          <a:prstGeom prst="ellipse">
            <a:avLst/>
          </a:prstGeom>
          <a:solidFill>
            <a:srgbClr val="868856"/>
          </a:solidFill>
          <a:ln>
            <a:solidFill>
              <a:srgbClr val="868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3D55465C-5B7A-4EA3-8BA0-DE2A67C1F240}"/>
              </a:ext>
            </a:extLst>
          </p:cNvPr>
          <p:cNvSpPr/>
          <p:nvPr/>
        </p:nvSpPr>
        <p:spPr>
          <a:xfrm flipH="1" flipV="1">
            <a:off x="2981251" y="3379800"/>
            <a:ext cx="174789" cy="174789"/>
          </a:xfrm>
          <a:prstGeom prst="ellipse">
            <a:avLst/>
          </a:prstGeom>
          <a:solidFill>
            <a:srgbClr val="868856"/>
          </a:solidFill>
          <a:ln>
            <a:solidFill>
              <a:srgbClr val="868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995B197C-3152-4E2A-9966-447AD2EF3D56}"/>
              </a:ext>
            </a:extLst>
          </p:cNvPr>
          <p:cNvSpPr/>
          <p:nvPr/>
        </p:nvSpPr>
        <p:spPr>
          <a:xfrm flipH="1" flipV="1">
            <a:off x="4040478" y="5214516"/>
            <a:ext cx="174789" cy="174789"/>
          </a:xfrm>
          <a:prstGeom prst="ellipse">
            <a:avLst/>
          </a:prstGeom>
          <a:solidFill>
            <a:srgbClr val="868856"/>
          </a:solidFill>
          <a:ln>
            <a:solidFill>
              <a:srgbClr val="8688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0EF8AEC-30C1-4E28-A187-55817D9F8728}"/>
              </a:ext>
            </a:extLst>
          </p:cNvPr>
          <p:cNvGrpSpPr/>
          <p:nvPr/>
        </p:nvGrpSpPr>
        <p:grpSpPr>
          <a:xfrm>
            <a:off x="10736827" y="4315289"/>
            <a:ext cx="1488689" cy="2518878"/>
            <a:chOff x="8317149" y="1752616"/>
            <a:chExt cx="3205576" cy="5105385"/>
          </a:xfrm>
        </p:grpSpPr>
        <p:sp>
          <p:nvSpPr>
            <p:cNvPr id="147" name="Freeform: Shape 7">
              <a:extLst>
                <a:ext uri="{FF2B5EF4-FFF2-40B4-BE49-F238E27FC236}">
                  <a16:creationId xmlns:a16="http://schemas.microsoft.com/office/drawing/2014/main" id="{8F12B15E-8653-4116-B523-DF006CEB0B42}"/>
                </a:ext>
              </a:extLst>
            </p:cNvPr>
            <p:cNvSpPr/>
            <p:nvPr/>
          </p:nvSpPr>
          <p:spPr>
            <a:xfrm flipH="1">
              <a:off x="9800026" y="2211444"/>
              <a:ext cx="814526" cy="1423068"/>
            </a:xfrm>
            <a:custGeom>
              <a:avLst/>
              <a:gdLst>
                <a:gd name="connsiteX0" fmla="*/ 693217 w 725213"/>
                <a:gd name="connsiteY0" fmla="*/ 121584 h 1216487"/>
                <a:gd name="connsiteX1" fmla="*/ 697896 w 725213"/>
                <a:gd name="connsiteY1" fmla="*/ 166033 h 1216487"/>
                <a:gd name="connsiteX2" fmla="*/ 697896 w 725213"/>
                <a:gd name="connsiteY2" fmla="*/ 273645 h 1216487"/>
                <a:gd name="connsiteX3" fmla="*/ 655787 w 725213"/>
                <a:gd name="connsiteY3" fmla="*/ 456118 h 1216487"/>
                <a:gd name="connsiteX4" fmla="*/ 599641 w 725213"/>
                <a:gd name="connsiteY4" fmla="*/ 589464 h 1216487"/>
                <a:gd name="connsiteX5" fmla="*/ 543496 w 725213"/>
                <a:gd name="connsiteY5" fmla="*/ 666664 h 1216487"/>
                <a:gd name="connsiteX6" fmla="*/ 513084 w 725213"/>
                <a:gd name="connsiteY6" fmla="*/ 734507 h 1216487"/>
                <a:gd name="connsiteX7" fmla="*/ 452259 w 725213"/>
                <a:gd name="connsiteY7" fmla="*/ 750883 h 1216487"/>
                <a:gd name="connsiteX8" fmla="*/ 274465 w 725213"/>
                <a:gd name="connsiteY8" fmla="*/ 661986 h 1216487"/>
                <a:gd name="connsiteX9" fmla="*/ 501387 w 725213"/>
                <a:gd name="connsiteY9" fmla="*/ 764919 h 1216487"/>
                <a:gd name="connsiteX10" fmla="*/ 508405 w 725213"/>
                <a:gd name="connsiteY10" fmla="*/ 776616 h 1216487"/>
                <a:gd name="connsiteX11" fmla="*/ 475653 w 725213"/>
                <a:gd name="connsiteY11" fmla="*/ 1059684 h 1216487"/>
                <a:gd name="connsiteX12" fmla="*/ 456938 w 725213"/>
                <a:gd name="connsiteY12" fmla="*/ 1143902 h 1216487"/>
                <a:gd name="connsiteX13" fmla="*/ 438223 w 725213"/>
                <a:gd name="connsiteY13" fmla="*/ 1183672 h 1216487"/>
                <a:gd name="connsiteX14" fmla="*/ 253410 w 725213"/>
                <a:gd name="connsiteY14" fmla="*/ 926338 h 1216487"/>
                <a:gd name="connsiteX15" fmla="*/ 143459 w 725213"/>
                <a:gd name="connsiteY15" fmla="*/ 849138 h 1216487"/>
                <a:gd name="connsiteX16" fmla="*/ 59240 w 725213"/>
                <a:gd name="connsiteY16" fmla="*/ 605840 h 1216487"/>
                <a:gd name="connsiteX17" fmla="*/ 103689 w 725213"/>
                <a:gd name="connsiteY17" fmla="*/ 406991 h 1216487"/>
                <a:gd name="connsiteX18" fmla="*/ 192586 w 725213"/>
                <a:gd name="connsiteY18" fmla="*/ 411670 h 1216487"/>
                <a:gd name="connsiteX19" fmla="*/ 99010 w 725213"/>
                <a:gd name="connsiteY19" fmla="*/ 336809 h 1216487"/>
                <a:gd name="connsiteX20" fmla="*/ 66258 w 725213"/>
                <a:gd name="connsiteY20" fmla="*/ 261948 h 1216487"/>
                <a:gd name="connsiteX21" fmla="*/ 56901 w 725213"/>
                <a:gd name="connsiteY21" fmla="*/ 163694 h 1216487"/>
                <a:gd name="connsiteX22" fmla="*/ 204283 w 725213"/>
                <a:gd name="connsiteY22" fmla="*/ 297039 h 1216487"/>
                <a:gd name="connsiteX23" fmla="*/ 234695 w 725213"/>
                <a:gd name="connsiteY23" fmla="*/ 217500 h 1216487"/>
                <a:gd name="connsiteX24" fmla="*/ 279144 w 725213"/>
                <a:gd name="connsiteY24" fmla="*/ 170712 h 1216487"/>
                <a:gd name="connsiteX25" fmla="*/ 363362 w 725213"/>
                <a:gd name="connsiteY25" fmla="*/ 109887 h 1216487"/>
                <a:gd name="connsiteX26" fmla="*/ 506066 w 725213"/>
                <a:gd name="connsiteY26" fmla="*/ 63099 h 1216487"/>
                <a:gd name="connsiteX27" fmla="*/ 693217 w 725213"/>
                <a:gd name="connsiteY27" fmla="*/ 121584 h 1216487"/>
                <a:gd name="connsiteX0" fmla="*/ 650223 w 654902"/>
                <a:gd name="connsiteY0" fmla="*/ 78590 h 1140678"/>
                <a:gd name="connsiteX1" fmla="*/ 654902 w 654902"/>
                <a:gd name="connsiteY1" fmla="*/ 123039 h 1140678"/>
                <a:gd name="connsiteX2" fmla="*/ 654902 w 654902"/>
                <a:gd name="connsiteY2" fmla="*/ 230651 h 1140678"/>
                <a:gd name="connsiteX3" fmla="*/ 612793 w 654902"/>
                <a:gd name="connsiteY3" fmla="*/ 413124 h 1140678"/>
                <a:gd name="connsiteX4" fmla="*/ 556647 w 654902"/>
                <a:gd name="connsiteY4" fmla="*/ 546470 h 1140678"/>
                <a:gd name="connsiteX5" fmla="*/ 500502 w 654902"/>
                <a:gd name="connsiteY5" fmla="*/ 623670 h 1140678"/>
                <a:gd name="connsiteX6" fmla="*/ 470090 w 654902"/>
                <a:gd name="connsiteY6" fmla="*/ 691513 h 1140678"/>
                <a:gd name="connsiteX7" fmla="*/ 409265 w 654902"/>
                <a:gd name="connsiteY7" fmla="*/ 707889 h 1140678"/>
                <a:gd name="connsiteX8" fmla="*/ 231471 w 654902"/>
                <a:gd name="connsiteY8" fmla="*/ 618992 h 1140678"/>
                <a:gd name="connsiteX9" fmla="*/ 458393 w 654902"/>
                <a:gd name="connsiteY9" fmla="*/ 721925 h 1140678"/>
                <a:gd name="connsiteX10" fmla="*/ 465411 w 654902"/>
                <a:gd name="connsiteY10" fmla="*/ 733622 h 1140678"/>
                <a:gd name="connsiteX11" fmla="*/ 432659 w 654902"/>
                <a:gd name="connsiteY11" fmla="*/ 1016690 h 1140678"/>
                <a:gd name="connsiteX12" fmla="*/ 413944 w 654902"/>
                <a:gd name="connsiteY12" fmla="*/ 1100908 h 1140678"/>
                <a:gd name="connsiteX13" fmla="*/ 395229 w 654902"/>
                <a:gd name="connsiteY13" fmla="*/ 1140678 h 1140678"/>
                <a:gd name="connsiteX14" fmla="*/ 210416 w 654902"/>
                <a:gd name="connsiteY14" fmla="*/ 883344 h 1140678"/>
                <a:gd name="connsiteX15" fmla="*/ 100465 w 654902"/>
                <a:gd name="connsiteY15" fmla="*/ 806144 h 1140678"/>
                <a:gd name="connsiteX16" fmla="*/ 16246 w 654902"/>
                <a:gd name="connsiteY16" fmla="*/ 562846 h 1140678"/>
                <a:gd name="connsiteX17" fmla="*/ 57735 w 654902"/>
                <a:gd name="connsiteY17" fmla="*/ 346242 h 1140678"/>
                <a:gd name="connsiteX18" fmla="*/ 149592 w 654902"/>
                <a:gd name="connsiteY18" fmla="*/ 368676 h 1140678"/>
                <a:gd name="connsiteX19" fmla="*/ 56016 w 654902"/>
                <a:gd name="connsiteY19" fmla="*/ 293815 h 1140678"/>
                <a:gd name="connsiteX20" fmla="*/ 23264 w 654902"/>
                <a:gd name="connsiteY20" fmla="*/ 218954 h 1140678"/>
                <a:gd name="connsiteX21" fmla="*/ 13907 w 654902"/>
                <a:gd name="connsiteY21" fmla="*/ 120700 h 1140678"/>
                <a:gd name="connsiteX22" fmla="*/ 161289 w 654902"/>
                <a:gd name="connsiteY22" fmla="*/ 254045 h 1140678"/>
                <a:gd name="connsiteX23" fmla="*/ 191701 w 654902"/>
                <a:gd name="connsiteY23" fmla="*/ 174506 h 1140678"/>
                <a:gd name="connsiteX24" fmla="*/ 236150 w 654902"/>
                <a:gd name="connsiteY24" fmla="*/ 127718 h 1140678"/>
                <a:gd name="connsiteX25" fmla="*/ 320368 w 654902"/>
                <a:gd name="connsiteY25" fmla="*/ 66893 h 1140678"/>
                <a:gd name="connsiteX26" fmla="*/ 463072 w 654902"/>
                <a:gd name="connsiteY26" fmla="*/ 20105 h 1140678"/>
                <a:gd name="connsiteX27" fmla="*/ 650223 w 654902"/>
                <a:gd name="connsiteY27" fmla="*/ 78590 h 1140678"/>
                <a:gd name="connsiteX0" fmla="*/ 648214 w 652893"/>
                <a:gd name="connsiteY0" fmla="*/ 78590 h 1140678"/>
                <a:gd name="connsiteX1" fmla="*/ 652893 w 652893"/>
                <a:gd name="connsiteY1" fmla="*/ 123039 h 1140678"/>
                <a:gd name="connsiteX2" fmla="*/ 652893 w 652893"/>
                <a:gd name="connsiteY2" fmla="*/ 230651 h 1140678"/>
                <a:gd name="connsiteX3" fmla="*/ 610784 w 652893"/>
                <a:gd name="connsiteY3" fmla="*/ 413124 h 1140678"/>
                <a:gd name="connsiteX4" fmla="*/ 554638 w 652893"/>
                <a:gd name="connsiteY4" fmla="*/ 546470 h 1140678"/>
                <a:gd name="connsiteX5" fmla="*/ 498493 w 652893"/>
                <a:gd name="connsiteY5" fmla="*/ 623670 h 1140678"/>
                <a:gd name="connsiteX6" fmla="*/ 468081 w 652893"/>
                <a:gd name="connsiteY6" fmla="*/ 691513 h 1140678"/>
                <a:gd name="connsiteX7" fmla="*/ 407256 w 652893"/>
                <a:gd name="connsiteY7" fmla="*/ 707889 h 1140678"/>
                <a:gd name="connsiteX8" fmla="*/ 229462 w 652893"/>
                <a:gd name="connsiteY8" fmla="*/ 618992 h 1140678"/>
                <a:gd name="connsiteX9" fmla="*/ 456384 w 652893"/>
                <a:gd name="connsiteY9" fmla="*/ 721925 h 1140678"/>
                <a:gd name="connsiteX10" fmla="*/ 463402 w 652893"/>
                <a:gd name="connsiteY10" fmla="*/ 733622 h 1140678"/>
                <a:gd name="connsiteX11" fmla="*/ 430650 w 652893"/>
                <a:gd name="connsiteY11" fmla="*/ 1016690 h 1140678"/>
                <a:gd name="connsiteX12" fmla="*/ 411935 w 652893"/>
                <a:gd name="connsiteY12" fmla="*/ 1100908 h 1140678"/>
                <a:gd name="connsiteX13" fmla="*/ 393220 w 652893"/>
                <a:gd name="connsiteY13" fmla="*/ 1140678 h 1140678"/>
                <a:gd name="connsiteX14" fmla="*/ 208407 w 652893"/>
                <a:gd name="connsiteY14" fmla="*/ 883344 h 1140678"/>
                <a:gd name="connsiteX15" fmla="*/ 98456 w 652893"/>
                <a:gd name="connsiteY15" fmla="*/ 806144 h 1140678"/>
                <a:gd name="connsiteX16" fmla="*/ 14237 w 652893"/>
                <a:gd name="connsiteY16" fmla="*/ 562846 h 1140678"/>
                <a:gd name="connsiteX17" fmla="*/ 55726 w 652893"/>
                <a:gd name="connsiteY17" fmla="*/ 346242 h 1140678"/>
                <a:gd name="connsiteX18" fmla="*/ 147583 w 652893"/>
                <a:gd name="connsiteY18" fmla="*/ 368676 h 1140678"/>
                <a:gd name="connsiteX19" fmla="*/ 54007 w 652893"/>
                <a:gd name="connsiteY19" fmla="*/ 293815 h 1140678"/>
                <a:gd name="connsiteX20" fmla="*/ 21255 w 652893"/>
                <a:gd name="connsiteY20" fmla="*/ 218954 h 1140678"/>
                <a:gd name="connsiteX21" fmla="*/ 11898 w 652893"/>
                <a:gd name="connsiteY21" fmla="*/ 111822 h 1140678"/>
                <a:gd name="connsiteX22" fmla="*/ 159280 w 652893"/>
                <a:gd name="connsiteY22" fmla="*/ 254045 h 1140678"/>
                <a:gd name="connsiteX23" fmla="*/ 189692 w 652893"/>
                <a:gd name="connsiteY23" fmla="*/ 174506 h 1140678"/>
                <a:gd name="connsiteX24" fmla="*/ 234141 w 652893"/>
                <a:gd name="connsiteY24" fmla="*/ 127718 h 1140678"/>
                <a:gd name="connsiteX25" fmla="*/ 318359 w 652893"/>
                <a:gd name="connsiteY25" fmla="*/ 66893 h 1140678"/>
                <a:gd name="connsiteX26" fmla="*/ 461063 w 652893"/>
                <a:gd name="connsiteY26" fmla="*/ 20105 h 1140678"/>
                <a:gd name="connsiteX27" fmla="*/ 648214 w 652893"/>
                <a:gd name="connsiteY27" fmla="*/ 78590 h 114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52893" h="1140678">
                  <a:moveTo>
                    <a:pt x="648214" y="78590"/>
                  </a:moveTo>
                  <a:cubicBezTo>
                    <a:pt x="650554" y="99645"/>
                    <a:pt x="652893" y="109003"/>
                    <a:pt x="652893" y="123039"/>
                  </a:cubicBezTo>
                  <a:lnTo>
                    <a:pt x="652893" y="230651"/>
                  </a:lnTo>
                  <a:cubicBezTo>
                    <a:pt x="615463" y="289136"/>
                    <a:pt x="608445" y="340603"/>
                    <a:pt x="610784" y="413124"/>
                  </a:cubicBezTo>
                  <a:cubicBezTo>
                    <a:pt x="613123" y="462252"/>
                    <a:pt x="589729" y="509040"/>
                    <a:pt x="554638" y="546470"/>
                  </a:cubicBezTo>
                  <a:cubicBezTo>
                    <a:pt x="533584" y="569864"/>
                    <a:pt x="517208" y="586240"/>
                    <a:pt x="498493" y="623670"/>
                  </a:cubicBezTo>
                  <a:cubicBezTo>
                    <a:pt x="486796" y="649404"/>
                    <a:pt x="479778" y="670458"/>
                    <a:pt x="468081" y="691513"/>
                  </a:cubicBezTo>
                  <a:cubicBezTo>
                    <a:pt x="456384" y="721925"/>
                    <a:pt x="430650" y="719586"/>
                    <a:pt x="407256" y="707889"/>
                  </a:cubicBezTo>
                  <a:cubicBezTo>
                    <a:pt x="344093" y="672798"/>
                    <a:pt x="271571" y="656422"/>
                    <a:pt x="229462" y="618992"/>
                  </a:cubicBezTo>
                  <a:cubicBezTo>
                    <a:pt x="290286" y="656422"/>
                    <a:pt x="369826" y="698531"/>
                    <a:pt x="456384" y="721925"/>
                  </a:cubicBezTo>
                  <a:cubicBezTo>
                    <a:pt x="461063" y="724265"/>
                    <a:pt x="463402" y="728943"/>
                    <a:pt x="463402" y="733622"/>
                  </a:cubicBezTo>
                  <a:cubicBezTo>
                    <a:pt x="482117" y="831877"/>
                    <a:pt x="442347" y="920774"/>
                    <a:pt x="430650" y="1016690"/>
                  </a:cubicBezTo>
                  <a:cubicBezTo>
                    <a:pt x="428311" y="1044762"/>
                    <a:pt x="418953" y="1072835"/>
                    <a:pt x="411935" y="1100908"/>
                  </a:cubicBezTo>
                  <a:cubicBezTo>
                    <a:pt x="397899" y="1110266"/>
                    <a:pt x="418953" y="1135999"/>
                    <a:pt x="393220" y="1140678"/>
                  </a:cubicBezTo>
                  <a:cubicBezTo>
                    <a:pt x="346432" y="1044762"/>
                    <a:pt x="273911" y="965223"/>
                    <a:pt x="208407" y="883344"/>
                  </a:cubicBezTo>
                  <a:cubicBezTo>
                    <a:pt x="180335" y="850592"/>
                    <a:pt x="135886" y="829538"/>
                    <a:pt x="98456" y="806144"/>
                  </a:cubicBezTo>
                  <a:cubicBezTo>
                    <a:pt x="9558" y="749998"/>
                    <a:pt x="-20854" y="658761"/>
                    <a:pt x="14237" y="562846"/>
                  </a:cubicBezTo>
                  <a:cubicBezTo>
                    <a:pt x="39971" y="499682"/>
                    <a:pt x="44029" y="414085"/>
                    <a:pt x="55726" y="346242"/>
                  </a:cubicBezTo>
                  <a:cubicBezTo>
                    <a:pt x="83799" y="360278"/>
                    <a:pt x="114831" y="406106"/>
                    <a:pt x="147583" y="368676"/>
                  </a:cubicBezTo>
                  <a:cubicBezTo>
                    <a:pt x="82080" y="368676"/>
                    <a:pt x="70383" y="354639"/>
                    <a:pt x="54007" y="293815"/>
                  </a:cubicBezTo>
                  <a:cubicBezTo>
                    <a:pt x="46989" y="268082"/>
                    <a:pt x="28273" y="249286"/>
                    <a:pt x="21255" y="218954"/>
                  </a:cubicBezTo>
                  <a:cubicBezTo>
                    <a:pt x="14237" y="188622"/>
                    <a:pt x="-13836" y="144573"/>
                    <a:pt x="11898" y="111822"/>
                  </a:cubicBezTo>
                  <a:cubicBezTo>
                    <a:pt x="86759" y="109482"/>
                    <a:pt x="154601" y="151112"/>
                    <a:pt x="159280" y="254045"/>
                  </a:cubicBezTo>
                  <a:cubicBezTo>
                    <a:pt x="192032" y="235330"/>
                    <a:pt x="192032" y="204918"/>
                    <a:pt x="189692" y="174506"/>
                  </a:cubicBezTo>
                  <a:cubicBezTo>
                    <a:pt x="187353" y="141754"/>
                    <a:pt x="194371" y="120700"/>
                    <a:pt x="234141" y="127718"/>
                  </a:cubicBezTo>
                  <a:cubicBezTo>
                    <a:pt x="283268" y="137075"/>
                    <a:pt x="304323" y="106663"/>
                    <a:pt x="318359" y="66893"/>
                  </a:cubicBezTo>
                  <a:cubicBezTo>
                    <a:pt x="337074" y="6069"/>
                    <a:pt x="411935" y="-22004"/>
                    <a:pt x="461063" y="20105"/>
                  </a:cubicBezTo>
                  <a:cubicBezTo>
                    <a:pt x="514869" y="57536"/>
                    <a:pt x="587390" y="66893"/>
                    <a:pt x="648214" y="7859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8">
              <a:extLst>
                <a:ext uri="{FF2B5EF4-FFF2-40B4-BE49-F238E27FC236}">
                  <a16:creationId xmlns:a16="http://schemas.microsoft.com/office/drawing/2014/main" id="{9BFD3104-E84B-424A-A572-71F1F956FAC6}"/>
                </a:ext>
              </a:extLst>
            </p:cNvPr>
            <p:cNvSpPr/>
            <p:nvPr/>
          </p:nvSpPr>
          <p:spPr>
            <a:xfrm flipH="1">
              <a:off x="9304630" y="2812242"/>
              <a:ext cx="2218095" cy="1955426"/>
            </a:xfrm>
            <a:custGeom>
              <a:avLst/>
              <a:gdLst>
                <a:gd name="connsiteX0" fmla="*/ 1731761 w 1777943"/>
                <a:gd name="connsiteY0" fmla="*/ 1163792 h 1567397"/>
                <a:gd name="connsiteX1" fmla="*/ 1729422 w 1777943"/>
                <a:gd name="connsiteY1" fmla="*/ 1009392 h 1567397"/>
                <a:gd name="connsiteX2" fmla="*/ 1717725 w 1777943"/>
                <a:gd name="connsiteY2" fmla="*/ 971961 h 1567397"/>
                <a:gd name="connsiteX3" fmla="*/ 1663918 w 1777943"/>
                <a:gd name="connsiteY3" fmla="*/ 567245 h 1567397"/>
                <a:gd name="connsiteX4" fmla="*/ 1633506 w 1777943"/>
                <a:gd name="connsiteY4" fmla="*/ 461972 h 1567397"/>
                <a:gd name="connsiteX5" fmla="*/ 1523554 w 1777943"/>
                <a:gd name="connsiteY5" fmla="*/ 314590 h 1567397"/>
                <a:gd name="connsiteX6" fmla="*/ 1296633 w 1777943"/>
                <a:gd name="connsiteY6" fmla="*/ 192941 h 1567397"/>
                <a:gd name="connsiteX7" fmla="*/ 1294293 w 1777943"/>
                <a:gd name="connsiteY7" fmla="*/ 249087 h 1567397"/>
                <a:gd name="connsiteX8" fmla="*/ 1298972 w 1777943"/>
                <a:gd name="connsiteY8" fmla="*/ 330966 h 1567397"/>
                <a:gd name="connsiteX9" fmla="*/ 1284936 w 1777943"/>
                <a:gd name="connsiteY9" fmla="*/ 354360 h 1567397"/>
                <a:gd name="connsiteX10" fmla="*/ 1270899 w 1777943"/>
                <a:gd name="connsiteY10" fmla="*/ 349681 h 1567397"/>
                <a:gd name="connsiteX11" fmla="*/ 1280257 w 1777943"/>
                <a:gd name="connsiteY11" fmla="*/ 328627 h 1567397"/>
                <a:gd name="connsiteX12" fmla="*/ 1277918 w 1777943"/>
                <a:gd name="connsiteY12" fmla="*/ 263123 h 1567397"/>
                <a:gd name="connsiteX13" fmla="*/ 1263881 w 1777943"/>
                <a:gd name="connsiteY13" fmla="*/ 148493 h 1567397"/>
                <a:gd name="connsiteX14" fmla="*/ 1247505 w 1777943"/>
                <a:gd name="connsiteY14" fmla="*/ 134456 h 1567397"/>
                <a:gd name="connsiteX15" fmla="*/ 1224111 w 1777943"/>
                <a:gd name="connsiteY15" fmla="*/ 132117 h 1567397"/>
                <a:gd name="connsiteX16" fmla="*/ 1196039 w 1777943"/>
                <a:gd name="connsiteY16" fmla="*/ 213996 h 1567397"/>
                <a:gd name="connsiteX17" fmla="*/ 1184342 w 1777943"/>
                <a:gd name="connsiteY17" fmla="*/ 253766 h 1567397"/>
                <a:gd name="connsiteX18" fmla="*/ 1172645 w 1777943"/>
                <a:gd name="connsiteY18" fmla="*/ 394130 h 1567397"/>
                <a:gd name="connsiteX19" fmla="*/ 1128196 w 1777943"/>
                <a:gd name="connsiteY19" fmla="*/ 635088 h 1567397"/>
                <a:gd name="connsiteX20" fmla="*/ 835771 w 1777943"/>
                <a:gd name="connsiteY20" fmla="*/ 307572 h 1567397"/>
                <a:gd name="connsiteX21" fmla="*/ 760910 w 1777943"/>
                <a:gd name="connsiteY21" fmla="*/ 221014 h 1567397"/>
                <a:gd name="connsiteX22" fmla="*/ 756232 w 1777943"/>
                <a:gd name="connsiteY22" fmla="*/ 68953 h 1567397"/>
                <a:gd name="connsiteX23" fmla="*/ 737516 w 1777943"/>
                <a:gd name="connsiteY23" fmla="*/ 43220 h 1567397"/>
                <a:gd name="connsiteX24" fmla="*/ 601831 w 1777943"/>
                <a:gd name="connsiteY24" fmla="*/ 192941 h 1567397"/>
                <a:gd name="connsiteX25" fmla="*/ 627565 w 1777943"/>
                <a:gd name="connsiteY25" fmla="*/ 359039 h 1567397"/>
                <a:gd name="connsiteX26" fmla="*/ 629904 w 1777943"/>
                <a:gd name="connsiteY26" fmla="*/ 361378 h 1567397"/>
                <a:gd name="connsiteX27" fmla="*/ 646280 w 1777943"/>
                <a:gd name="connsiteY27" fmla="*/ 267802 h 1567397"/>
                <a:gd name="connsiteX28" fmla="*/ 730498 w 1777943"/>
                <a:gd name="connsiteY28" fmla="*/ 230372 h 1567397"/>
                <a:gd name="connsiteX29" fmla="*/ 646280 w 1777943"/>
                <a:gd name="connsiteY29" fmla="*/ 370736 h 1567397"/>
                <a:gd name="connsiteX30" fmla="*/ 629904 w 1777943"/>
                <a:gd name="connsiteY30" fmla="*/ 394130 h 1567397"/>
                <a:gd name="connsiteX31" fmla="*/ 606510 w 1777943"/>
                <a:gd name="connsiteY31" fmla="*/ 373075 h 1567397"/>
                <a:gd name="connsiteX32" fmla="*/ 578437 w 1777943"/>
                <a:gd name="connsiteY32" fmla="*/ 204638 h 1567397"/>
                <a:gd name="connsiteX33" fmla="*/ 470825 w 1777943"/>
                <a:gd name="connsiteY33" fmla="*/ 242069 h 1567397"/>
                <a:gd name="connsiteX34" fmla="*/ 314085 w 1777943"/>
                <a:gd name="connsiteY34" fmla="*/ 326287 h 1567397"/>
                <a:gd name="connsiteX35" fmla="*/ 288352 w 1777943"/>
                <a:gd name="connsiteY35" fmla="*/ 340323 h 1567397"/>
                <a:gd name="connsiteX36" fmla="*/ 147988 w 1777943"/>
                <a:gd name="connsiteY36" fmla="*/ 585960 h 1567397"/>
                <a:gd name="connsiteX37" fmla="*/ 73127 w 1777943"/>
                <a:gd name="connsiteY37" fmla="*/ 810543 h 1567397"/>
                <a:gd name="connsiteX38" fmla="*/ 122254 w 1777943"/>
                <a:gd name="connsiteY38" fmla="*/ 918155 h 1567397"/>
                <a:gd name="connsiteX39" fmla="*/ 307067 w 1777943"/>
                <a:gd name="connsiteY39" fmla="*/ 1114665 h 1567397"/>
                <a:gd name="connsiteX40" fmla="*/ 311746 w 1777943"/>
                <a:gd name="connsiteY40" fmla="*/ 1124022 h 1567397"/>
                <a:gd name="connsiteX41" fmla="*/ 307067 w 1777943"/>
                <a:gd name="connsiteY41" fmla="*/ 1117004 h 1567397"/>
                <a:gd name="connsiteX42" fmla="*/ 318764 w 1777943"/>
                <a:gd name="connsiteY42" fmla="*/ 1147416 h 1567397"/>
                <a:gd name="connsiteX43" fmla="*/ 257940 w 1777943"/>
                <a:gd name="connsiteY43" fmla="*/ 1053840 h 1567397"/>
                <a:gd name="connsiteX44" fmla="*/ 157345 w 1777943"/>
                <a:gd name="connsiteY44" fmla="*/ 953246 h 1567397"/>
                <a:gd name="connsiteX45" fmla="*/ 119915 w 1777943"/>
                <a:gd name="connsiteY45" fmla="*/ 960264 h 1567397"/>
                <a:gd name="connsiteX46" fmla="*/ 56751 w 1777943"/>
                <a:gd name="connsiteY46" fmla="*/ 1283102 h 1567397"/>
                <a:gd name="connsiteX47" fmla="*/ 59091 w 1777943"/>
                <a:gd name="connsiteY47" fmla="*/ 1519381 h 1567397"/>
                <a:gd name="connsiteX48" fmla="*/ 110557 w 1777943"/>
                <a:gd name="connsiteY48" fmla="*/ 1517041 h 1567397"/>
                <a:gd name="connsiteX49" fmla="*/ 243903 w 1777943"/>
                <a:gd name="connsiteY49" fmla="*/ 1379017 h 1567397"/>
                <a:gd name="connsiteX50" fmla="*/ 501237 w 1777943"/>
                <a:gd name="connsiteY50" fmla="*/ 1290120 h 1567397"/>
                <a:gd name="connsiteX51" fmla="*/ 821735 w 1777943"/>
                <a:gd name="connsiteY51" fmla="*/ 1285441 h 1567397"/>
                <a:gd name="connsiteX52" fmla="*/ 1731761 w 1777943"/>
                <a:gd name="connsiteY52" fmla="*/ 1163792 h 1567397"/>
                <a:gd name="connsiteX53" fmla="*/ 59091 w 1777943"/>
                <a:gd name="connsiteY53" fmla="*/ 1404750 h 1567397"/>
                <a:gd name="connsiteX54" fmla="*/ 164364 w 1777943"/>
                <a:gd name="connsiteY54" fmla="*/ 1322871 h 1567397"/>
                <a:gd name="connsiteX55" fmla="*/ 59091 w 1777943"/>
                <a:gd name="connsiteY55" fmla="*/ 1404750 h 1567397"/>
                <a:gd name="connsiteX56" fmla="*/ 131612 w 1777943"/>
                <a:gd name="connsiteY56" fmla="*/ 1285441 h 1567397"/>
                <a:gd name="connsiteX57" fmla="*/ 316424 w 1777943"/>
                <a:gd name="connsiteY57" fmla="*/ 1264386 h 1567397"/>
                <a:gd name="connsiteX58" fmla="*/ 131612 w 1777943"/>
                <a:gd name="connsiteY58" fmla="*/ 1285441 h 156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777943" h="1567397">
                  <a:moveTo>
                    <a:pt x="1731761" y="1163792"/>
                  </a:moveTo>
                  <a:cubicBezTo>
                    <a:pt x="1755155" y="1124022"/>
                    <a:pt x="1759834" y="1049162"/>
                    <a:pt x="1729422" y="1009392"/>
                  </a:cubicBezTo>
                  <a:cubicBezTo>
                    <a:pt x="1722403" y="1000034"/>
                    <a:pt x="1717725" y="983658"/>
                    <a:pt x="1717725" y="971961"/>
                  </a:cubicBezTo>
                  <a:cubicBezTo>
                    <a:pt x="1724743" y="833937"/>
                    <a:pt x="1659240" y="705270"/>
                    <a:pt x="1663918" y="567245"/>
                  </a:cubicBezTo>
                  <a:cubicBezTo>
                    <a:pt x="1666258" y="529815"/>
                    <a:pt x="1654561" y="492384"/>
                    <a:pt x="1633506" y="461972"/>
                  </a:cubicBezTo>
                  <a:cubicBezTo>
                    <a:pt x="1598415" y="410505"/>
                    <a:pt x="1582039" y="342663"/>
                    <a:pt x="1523554" y="314590"/>
                  </a:cubicBezTo>
                  <a:cubicBezTo>
                    <a:pt x="1444015" y="279499"/>
                    <a:pt x="1378512" y="223354"/>
                    <a:pt x="1296633" y="192941"/>
                  </a:cubicBezTo>
                  <a:cubicBezTo>
                    <a:pt x="1275578" y="211657"/>
                    <a:pt x="1294293" y="230372"/>
                    <a:pt x="1294293" y="249087"/>
                  </a:cubicBezTo>
                  <a:cubicBezTo>
                    <a:pt x="1296633" y="277160"/>
                    <a:pt x="1296633" y="302893"/>
                    <a:pt x="1298972" y="330966"/>
                  </a:cubicBezTo>
                  <a:cubicBezTo>
                    <a:pt x="1298972" y="340323"/>
                    <a:pt x="1298972" y="352020"/>
                    <a:pt x="1284936" y="354360"/>
                  </a:cubicBezTo>
                  <a:cubicBezTo>
                    <a:pt x="1280257" y="354360"/>
                    <a:pt x="1275578" y="352020"/>
                    <a:pt x="1270899" y="349681"/>
                  </a:cubicBezTo>
                  <a:cubicBezTo>
                    <a:pt x="1259202" y="335645"/>
                    <a:pt x="1277918" y="335645"/>
                    <a:pt x="1280257" y="328627"/>
                  </a:cubicBezTo>
                  <a:cubicBezTo>
                    <a:pt x="1287275" y="307572"/>
                    <a:pt x="1280257" y="286517"/>
                    <a:pt x="1277918" y="263123"/>
                  </a:cubicBezTo>
                  <a:cubicBezTo>
                    <a:pt x="1273239" y="225693"/>
                    <a:pt x="1268560" y="185923"/>
                    <a:pt x="1263881" y="148493"/>
                  </a:cubicBezTo>
                  <a:cubicBezTo>
                    <a:pt x="1259202" y="143814"/>
                    <a:pt x="1252184" y="139135"/>
                    <a:pt x="1247505" y="134456"/>
                  </a:cubicBezTo>
                  <a:cubicBezTo>
                    <a:pt x="1240487" y="129778"/>
                    <a:pt x="1233469" y="129778"/>
                    <a:pt x="1224111" y="132117"/>
                  </a:cubicBezTo>
                  <a:cubicBezTo>
                    <a:pt x="1207736" y="155511"/>
                    <a:pt x="1212414" y="188263"/>
                    <a:pt x="1196039" y="213996"/>
                  </a:cubicBezTo>
                  <a:cubicBezTo>
                    <a:pt x="1191360" y="225693"/>
                    <a:pt x="1184342" y="239729"/>
                    <a:pt x="1184342" y="253766"/>
                  </a:cubicBezTo>
                  <a:cubicBezTo>
                    <a:pt x="1186681" y="300554"/>
                    <a:pt x="1179663" y="347342"/>
                    <a:pt x="1172645" y="394130"/>
                  </a:cubicBezTo>
                  <a:cubicBezTo>
                    <a:pt x="1160948" y="468990"/>
                    <a:pt x="1144572" y="602336"/>
                    <a:pt x="1128196" y="635088"/>
                  </a:cubicBezTo>
                  <a:cubicBezTo>
                    <a:pt x="1043978" y="511100"/>
                    <a:pt x="971456" y="382433"/>
                    <a:pt x="835771" y="307572"/>
                  </a:cubicBezTo>
                  <a:cubicBezTo>
                    <a:pt x="800680" y="288857"/>
                    <a:pt x="777286" y="258445"/>
                    <a:pt x="760910" y="221014"/>
                  </a:cubicBezTo>
                  <a:cubicBezTo>
                    <a:pt x="737516" y="169547"/>
                    <a:pt x="735177" y="120420"/>
                    <a:pt x="756232" y="68953"/>
                  </a:cubicBezTo>
                  <a:cubicBezTo>
                    <a:pt x="753892" y="57256"/>
                    <a:pt x="758571" y="40880"/>
                    <a:pt x="737516" y="43220"/>
                  </a:cubicBezTo>
                  <a:cubicBezTo>
                    <a:pt x="653298" y="57256"/>
                    <a:pt x="627565" y="125099"/>
                    <a:pt x="601831" y="192941"/>
                  </a:cubicBezTo>
                  <a:cubicBezTo>
                    <a:pt x="606510" y="244408"/>
                    <a:pt x="597152" y="300554"/>
                    <a:pt x="627565" y="359039"/>
                  </a:cubicBezTo>
                  <a:cubicBezTo>
                    <a:pt x="627565" y="359039"/>
                    <a:pt x="629904" y="361378"/>
                    <a:pt x="629904" y="361378"/>
                  </a:cubicBezTo>
                  <a:cubicBezTo>
                    <a:pt x="629904" y="321608"/>
                    <a:pt x="629904" y="291196"/>
                    <a:pt x="646280" y="267802"/>
                  </a:cubicBezTo>
                  <a:cubicBezTo>
                    <a:pt x="664995" y="239729"/>
                    <a:pt x="690728" y="223354"/>
                    <a:pt x="730498" y="230372"/>
                  </a:cubicBezTo>
                  <a:cubicBezTo>
                    <a:pt x="657977" y="251426"/>
                    <a:pt x="634583" y="300554"/>
                    <a:pt x="646280" y="370736"/>
                  </a:cubicBezTo>
                  <a:cubicBezTo>
                    <a:pt x="648619" y="380093"/>
                    <a:pt x="643940" y="391790"/>
                    <a:pt x="629904" y="394130"/>
                  </a:cubicBezTo>
                  <a:cubicBezTo>
                    <a:pt x="615868" y="396469"/>
                    <a:pt x="611189" y="384772"/>
                    <a:pt x="606510" y="373075"/>
                  </a:cubicBezTo>
                  <a:cubicBezTo>
                    <a:pt x="585455" y="319269"/>
                    <a:pt x="583116" y="260784"/>
                    <a:pt x="578437" y="204638"/>
                  </a:cubicBezTo>
                  <a:cubicBezTo>
                    <a:pt x="541007" y="211657"/>
                    <a:pt x="501237" y="218675"/>
                    <a:pt x="470825" y="242069"/>
                  </a:cubicBezTo>
                  <a:cubicBezTo>
                    <a:pt x="421697" y="277160"/>
                    <a:pt x="370231" y="305233"/>
                    <a:pt x="314085" y="326287"/>
                  </a:cubicBezTo>
                  <a:cubicBezTo>
                    <a:pt x="304727" y="330966"/>
                    <a:pt x="295370" y="333305"/>
                    <a:pt x="288352" y="340323"/>
                  </a:cubicBezTo>
                  <a:cubicBezTo>
                    <a:pt x="211152" y="405827"/>
                    <a:pt x="187758" y="504081"/>
                    <a:pt x="147988" y="585960"/>
                  </a:cubicBezTo>
                  <a:cubicBezTo>
                    <a:pt x="115236" y="653803"/>
                    <a:pt x="84824" y="731003"/>
                    <a:pt x="73127" y="810543"/>
                  </a:cubicBezTo>
                  <a:cubicBezTo>
                    <a:pt x="63769" y="876046"/>
                    <a:pt x="63769" y="892422"/>
                    <a:pt x="122254" y="918155"/>
                  </a:cubicBezTo>
                  <a:cubicBezTo>
                    <a:pt x="213491" y="955586"/>
                    <a:pt x="269637" y="1028107"/>
                    <a:pt x="307067" y="1114665"/>
                  </a:cubicBezTo>
                  <a:cubicBezTo>
                    <a:pt x="309406" y="1117004"/>
                    <a:pt x="309406" y="1121683"/>
                    <a:pt x="311746" y="1124022"/>
                  </a:cubicBezTo>
                  <a:cubicBezTo>
                    <a:pt x="309406" y="1121683"/>
                    <a:pt x="309406" y="1119344"/>
                    <a:pt x="307067" y="1117004"/>
                  </a:cubicBezTo>
                  <a:cubicBezTo>
                    <a:pt x="311746" y="1126362"/>
                    <a:pt x="316424" y="1138059"/>
                    <a:pt x="318764" y="1147416"/>
                  </a:cubicBezTo>
                  <a:cubicBezTo>
                    <a:pt x="297709" y="1117004"/>
                    <a:pt x="278994" y="1084253"/>
                    <a:pt x="257940" y="1053840"/>
                  </a:cubicBezTo>
                  <a:cubicBezTo>
                    <a:pt x="229867" y="1014071"/>
                    <a:pt x="197115" y="981319"/>
                    <a:pt x="157345" y="953246"/>
                  </a:cubicBezTo>
                  <a:cubicBezTo>
                    <a:pt x="138630" y="939210"/>
                    <a:pt x="129273" y="939210"/>
                    <a:pt x="119915" y="960264"/>
                  </a:cubicBezTo>
                  <a:cubicBezTo>
                    <a:pt x="87163" y="1065537"/>
                    <a:pt x="80145" y="1175489"/>
                    <a:pt x="56751" y="1283102"/>
                  </a:cubicBezTo>
                  <a:cubicBezTo>
                    <a:pt x="40375" y="1362641"/>
                    <a:pt x="35697" y="1439841"/>
                    <a:pt x="59091" y="1519381"/>
                  </a:cubicBezTo>
                  <a:cubicBezTo>
                    <a:pt x="75466" y="1528738"/>
                    <a:pt x="91842" y="1526399"/>
                    <a:pt x="110557" y="1517041"/>
                  </a:cubicBezTo>
                  <a:cubicBezTo>
                    <a:pt x="152667" y="1467914"/>
                    <a:pt x="187758" y="1407090"/>
                    <a:pt x="243903" y="1379017"/>
                  </a:cubicBezTo>
                  <a:cubicBezTo>
                    <a:pt x="342158" y="1329890"/>
                    <a:pt x="442752" y="1287780"/>
                    <a:pt x="501237" y="1290120"/>
                  </a:cubicBezTo>
                  <a:cubicBezTo>
                    <a:pt x="590134" y="1294799"/>
                    <a:pt x="737516" y="1313514"/>
                    <a:pt x="821735" y="1285441"/>
                  </a:cubicBezTo>
                  <a:lnTo>
                    <a:pt x="1731761" y="1163792"/>
                  </a:lnTo>
                  <a:close/>
                  <a:moveTo>
                    <a:pt x="59091" y="1404750"/>
                  </a:moveTo>
                  <a:cubicBezTo>
                    <a:pt x="80145" y="1360302"/>
                    <a:pt x="115236" y="1334568"/>
                    <a:pt x="164364" y="1322871"/>
                  </a:cubicBezTo>
                  <a:cubicBezTo>
                    <a:pt x="129273" y="1350944"/>
                    <a:pt x="94182" y="1376678"/>
                    <a:pt x="59091" y="1404750"/>
                  </a:cubicBezTo>
                  <a:close/>
                  <a:moveTo>
                    <a:pt x="131612" y="1285441"/>
                  </a:moveTo>
                  <a:cubicBezTo>
                    <a:pt x="187758" y="1243332"/>
                    <a:pt x="250921" y="1240992"/>
                    <a:pt x="316424" y="1264386"/>
                  </a:cubicBezTo>
                  <a:cubicBezTo>
                    <a:pt x="253261" y="1257368"/>
                    <a:pt x="192436" y="1266726"/>
                    <a:pt x="131612" y="1285441"/>
                  </a:cubicBezTo>
                  <a:close/>
                </a:path>
              </a:pathLst>
            </a:custGeom>
            <a:solidFill>
              <a:srgbClr val="6C6E46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9">
              <a:extLst>
                <a:ext uri="{FF2B5EF4-FFF2-40B4-BE49-F238E27FC236}">
                  <a16:creationId xmlns:a16="http://schemas.microsoft.com/office/drawing/2014/main" id="{9050449C-C0B8-4EC3-9D33-C575F01E5327}"/>
                </a:ext>
              </a:extLst>
            </p:cNvPr>
            <p:cNvSpPr/>
            <p:nvPr/>
          </p:nvSpPr>
          <p:spPr>
            <a:xfrm flipH="1">
              <a:off x="8677693" y="4183862"/>
              <a:ext cx="817193" cy="700451"/>
            </a:xfrm>
            <a:custGeom>
              <a:avLst/>
              <a:gdLst>
                <a:gd name="connsiteX0" fmla="*/ 52515 w 655031"/>
                <a:gd name="connsiteY0" fmla="*/ 534570 h 561455"/>
                <a:gd name="connsiteX1" fmla="*/ 43157 w 655031"/>
                <a:gd name="connsiteY1" fmla="*/ 525213 h 561455"/>
                <a:gd name="connsiteX2" fmla="*/ 78248 w 655031"/>
                <a:gd name="connsiteY2" fmla="*/ 490122 h 561455"/>
                <a:gd name="connsiteX3" fmla="*/ 270079 w 655031"/>
                <a:gd name="connsiteY3" fmla="*/ 349758 h 561455"/>
                <a:gd name="connsiteX4" fmla="*/ 548468 w 655031"/>
                <a:gd name="connsiteY4" fmla="*/ 104121 h 561455"/>
                <a:gd name="connsiteX5" fmla="*/ 553146 w 655031"/>
                <a:gd name="connsiteY5" fmla="*/ 57333 h 561455"/>
                <a:gd name="connsiteX6" fmla="*/ 606953 w 655031"/>
                <a:gd name="connsiteY6" fmla="*/ 69030 h 561455"/>
                <a:gd name="connsiteX7" fmla="*/ 635025 w 655031"/>
                <a:gd name="connsiteY7" fmla="*/ 87745 h 561455"/>
                <a:gd name="connsiteX8" fmla="*/ 525074 w 655031"/>
                <a:gd name="connsiteY8" fmla="*/ 164945 h 561455"/>
                <a:gd name="connsiteX9" fmla="*/ 167146 w 655031"/>
                <a:gd name="connsiteY9" fmla="*/ 469067 h 561455"/>
                <a:gd name="connsiteX10" fmla="*/ 52515 w 655031"/>
                <a:gd name="connsiteY10" fmla="*/ 534570 h 56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5031" h="561455">
                  <a:moveTo>
                    <a:pt x="52515" y="534570"/>
                  </a:moveTo>
                  <a:cubicBezTo>
                    <a:pt x="50176" y="532231"/>
                    <a:pt x="45497" y="527552"/>
                    <a:pt x="43157" y="525213"/>
                  </a:cubicBezTo>
                  <a:cubicBezTo>
                    <a:pt x="40818" y="499479"/>
                    <a:pt x="64212" y="497140"/>
                    <a:pt x="78248" y="490122"/>
                  </a:cubicBezTo>
                  <a:cubicBezTo>
                    <a:pt x="148430" y="452691"/>
                    <a:pt x="209255" y="398885"/>
                    <a:pt x="270079" y="349758"/>
                  </a:cubicBezTo>
                  <a:cubicBezTo>
                    <a:pt x="365994" y="270218"/>
                    <a:pt x="459570" y="188339"/>
                    <a:pt x="548468" y="104121"/>
                  </a:cubicBezTo>
                  <a:cubicBezTo>
                    <a:pt x="567183" y="85406"/>
                    <a:pt x="574201" y="73709"/>
                    <a:pt x="553146" y="57333"/>
                  </a:cubicBezTo>
                  <a:cubicBezTo>
                    <a:pt x="576540" y="40957"/>
                    <a:pt x="599934" y="31599"/>
                    <a:pt x="606953" y="69030"/>
                  </a:cubicBezTo>
                  <a:cubicBezTo>
                    <a:pt x="611631" y="87745"/>
                    <a:pt x="625668" y="83066"/>
                    <a:pt x="635025" y="87745"/>
                  </a:cubicBezTo>
                  <a:cubicBezTo>
                    <a:pt x="588237" y="101781"/>
                    <a:pt x="555486" y="132194"/>
                    <a:pt x="525074" y="164945"/>
                  </a:cubicBezTo>
                  <a:cubicBezTo>
                    <a:pt x="417461" y="279576"/>
                    <a:pt x="286455" y="366133"/>
                    <a:pt x="167146" y="469067"/>
                  </a:cubicBezTo>
                  <a:cubicBezTo>
                    <a:pt x="132055" y="499479"/>
                    <a:pt x="92285" y="515855"/>
                    <a:pt x="52515" y="534570"/>
                  </a:cubicBezTo>
                  <a:close/>
                </a:path>
              </a:pathLst>
            </a:custGeom>
            <a:solidFill>
              <a:srgbClr val="6D6A6A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46">
              <a:extLst>
                <a:ext uri="{FF2B5EF4-FFF2-40B4-BE49-F238E27FC236}">
                  <a16:creationId xmlns:a16="http://schemas.microsoft.com/office/drawing/2014/main" id="{DCA4331C-8AA0-4412-8618-4D056CA78C6F}"/>
                </a:ext>
              </a:extLst>
            </p:cNvPr>
            <p:cNvSpPr/>
            <p:nvPr/>
          </p:nvSpPr>
          <p:spPr>
            <a:xfrm flipH="1">
              <a:off x="9315548" y="4337390"/>
              <a:ext cx="1685621" cy="2520611"/>
            </a:xfrm>
            <a:custGeom>
              <a:avLst/>
              <a:gdLst>
                <a:gd name="connsiteX0" fmla="*/ 1627980 w 1685621"/>
                <a:gd name="connsiteY0" fmla="*/ 84 h 2520611"/>
                <a:gd name="connsiteX1" fmla="*/ 1574717 w 1685621"/>
                <a:gd name="connsiteY1" fmla="*/ 37660 h 2520611"/>
                <a:gd name="connsiteX2" fmla="*/ 1542612 w 1685621"/>
                <a:gd name="connsiteY2" fmla="*/ 55172 h 2520611"/>
                <a:gd name="connsiteX3" fmla="*/ 786709 w 1685621"/>
                <a:gd name="connsiteY3" fmla="*/ 98950 h 2520611"/>
                <a:gd name="connsiteX4" fmla="*/ 742931 w 1685621"/>
                <a:gd name="connsiteY4" fmla="*/ 125217 h 2520611"/>
                <a:gd name="connsiteX5" fmla="*/ 83339 w 1685621"/>
                <a:gd name="connsiteY5" fmla="*/ 455012 h 2520611"/>
                <a:gd name="connsiteX6" fmla="*/ 59991 w 1685621"/>
                <a:gd name="connsiteY6" fmla="*/ 513383 h 2520611"/>
                <a:gd name="connsiteX7" fmla="*/ 59991 w 1685621"/>
                <a:gd name="connsiteY7" fmla="*/ 600939 h 2520611"/>
                <a:gd name="connsiteX8" fmla="*/ 39561 w 1685621"/>
                <a:gd name="connsiteY8" fmla="*/ 673903 h 2520611"/>
                <a:gd name="connsiteX9" fmla="*/ 16213 w 1685621"/>
                <a:gd name="connsiteY9" fmla="*/ 811075 h 2520611"/>
                <a:gd name="connsiteX10" fmla="*/ 65827 w 1685621"/>
                <a:gd name="connsiteY10" fmla="*/ 869446 h 2520611"/>
                <a:gd name="connsiteX11" fmla="*/ 100850 w 1685621"/>
                <a:gd name="connsiteY11" fmla="*/ 951165 h 2520611"/>
                <a:gd name="connsiteX12" fmla="*/ 92095 w 1685621"/>
                <a:gd name="connsiteY12" fmla="*/ 1301391 h 2520611"/>
                <a:gd name="connsiteX13" fmla="*/ 89177 w 1685621"/>
                <a:gd name="connsiteY13" fmla="*/ 1318901 h 2520611"/>
                <a:gd name="connsiteX14" fmla="*/ 89177 w 1685621"/>
                <a:gd name="connsiteY14" fmla="*/ 1642861 h 2520611"/>
                <a:gd name="connsiteX15" fmla="*/ 83339 w 1685621"/>
                <a:gd name="connsiteY15" fmla="*/ 1823811 h 2520611"/>
                <a:gd name="connsiteX16" fmla="*/ 112525 w 1685621"/>
                <a:gd name="connsiteY16" fmla="*/ 2083561 h 2520611"/>
                <a:gd name="connsiteX17" fmla="*/ 141710 w 1685621"/>
                <a:gd name="connsiteY17" fmla="*/ 2255756 h 2520611"/>
                <a:gd name="connsiteX18" fmla="*/ 179651 w 1685621"/>
                <a:gd name="connsiteY18" fmla="*/ 2468809 h 2520611"/>
                <a:gd name="connsiteX19" fmla="*/ 190396 w 1685621"/>
                <a:gd name="connsiteY19" fmla="*/ 2520611 h 2520611"/>
                <a:gd name="connsiteX20" fmla="*/ 810748 w 1685621"/>
                <a:gd name="connsiteY20" fmla="*/ 2520611 h 2520611"/>
                <a:gd name="connsiteX21" fmla="*/ 815894 w 1685621"/>
                <a:gd name="connsiteY21" fmla="*/ 2448379 h 2520611"/>
                <a:gd name="connsiteX22" fmla="*/ 938474 w 1685621"/>
                <a:gd name="connsiteY22" fmla="*/ 1864670 h 2520611"/>
                <a:gd name="connsiteX23" fmla="*/ 909288 w 1685621"/>
                <a:gd name="connsiteY23" fmla="*/ 2150687 h 2520611"/>
                <a:gd name="connsiteX24" fmla="*/ 877183 w 1685621"/>
                <a:gd name="connsiteY24" fmla="*/ 2413356 h 2520611"/>
                <a:gd name="connsiteX25" fmla="*/ 893646 w 1685621"/>
                <a:gd name="connsiteY25" fmla="*/ 2482307 h 2520611"/>
                <a:gd name="connsiteX26" fmla="*/ 897815 w 1685621"/>
                <a:gd name="connsiteY26" fmla="*/ 2520611 h 2520611"/>
                <a:gd name="connsiteX27" fmla="*/ 1572409 w 1685621"/>
                <a:gd name="connsiteY27" fmla="*/ 2520611 h 2520611"/>
                <a:gd name="connsiteX28" fmla="*/ 1572436 w 1685621"/>
                <a:gd name="connsiteY28" fmla="*/ 2513272 h 2520611"/>
                <a:gd name="connsiteX29" fmla="*/ 1586390 w 1685621"/>
                <a:gd name="connsiteY29" fmla="*/ 2004760 h 2520611"/>
                <a:gd name="connsiteX30" fmla="*/ 1420034 w 1685621"/>
                <a:gd name="connsiteY30" fmla="*/ 1067907 h 2520611"/>
                <a:gd name="connsiteX31" fmla="*/ 1446300 w 1685621"/>
                <a:gd name="connsiteY31" fmla="*/ 837342 h 2520611"/>
                <a:gd name="connsiteX32" fmla="*/ 1431707 w 1685621"/>
                <a:gd name="connsiteY32" fmla="*/ 539650 h 2520611"/>
                <a:gd name="connsiteX33" fmla="*/ 1571798 w 1685621"/>
                <a:gd name="connsiteY33" fmla="*/ 510465 h 2520611"/>
                <a:gd name="connsiteX34" fmla="*/ 1560124 w 1685621"/>
                <a:gd name="connsiteY34" fmla="*/ 490035 h 2520611"/>
                <a:gd name="connsiteX35" fmla="*/ 1533857 w 1685621"/>
                <a:gd name="connsiteY35" fmla="*/ 490035 h 2520611"/>
                <a:gd name="connsiteX36" fmla="*/ 1417115 w 1685621"/>
                <a:gd name="connsiteY36" fmla="*/ 405398 h 2520611"/>
                <a:gd name="connsiteX37" fmla="*/ 1405441 w 1685621"/>
                <a:gd name="connsiteY37" fmla="*/ 338270 h 2520611"/>
                <a:gd name="connsiteX38" fmla="*/ 1414197 w 1685621"/>
                <a:gd name="connsiteY38" fmla="*/ 241958 h 2520611"/>
                <a:gd name="connsiteX39" fmla="*/ 1586390 w 1685621"/>
                <a:gd name="connsiteY39" fmla="*/ 133973 h 2520611"/>
                <a:gd name="connsiteX40" fmla="*/ 1636006 w 1685621"/>
                <a:gd name="connsiteY40" fmla="*/ 43497 h 2520611"/>
                <a:gd name="connsiteX41" fmla="*/ 1671029 w 1685621"/>
                <a:gd name="connsiteY41" fmla="*/ 37660 h 2520611"/>
                <a:gd name="connsiteX42" fmla="*/ 1685621 w 1685621"/>
                <a:gd name="connsiteY42" fmla="*/ 25987 h 2520611"/>
                <a:gd name="connsiteX43" fmla="*/ 1627980 w 1685621"/>
                <a:gd name="connsiteY43" fmla="*/ 84 h 2520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685621" h="2520611">
                  <a:moveTo>
                    <a:pt x="1627980" y="84"/>
                  </a:moveTo>
                  <a:cubicBezTo>
                    <a:pt x="1609009" y="-1010"/>
                    <a:pt x="1590768" y="8475"/>
                    <a:pt x="1574717" y="37660"/>
                  </a:cubicBezTo>
                  <a:cubicBezTo>
                    <a:pt x="1568879" y="49335"/>
                    <a:pt x="1557205" y="52253"/>
                    <a:pt x="1542612" y="55172"/>
                  </a:cubicBezTo>
                  <a:cubicBezTo>
                    <a:pt x="1414197" y="66846"/>
                    <a:pt x="795464" y="136891"/>
                    <a:pt x="786709" y="98950"/>
                  </a:cubicBezTo>
                  <a:cubicBezTo>
                    <a:pt x="777954" y="104788"/>
                    <a:pt x="760441" y="116461"/>
                    <a:pt x="742931" y="125217"/>
                  </a:cubicBezTo>
                  <a:cubicBezTo>
                    <a:pt x="532795" y="253633"/>
                    <a:pt x="328497" y="393723"/>
                    <a:pt x="83339" y="455012"/>
                  </a:cubicBezTo>
                  <a:cubicBezTo>
                    <a:pt x="57072" y="466687"/>
                    <a:pt x="68747" y="495872"/>
                    <a:pt x="59991" y="513383"/>
                  </a:cubicBezTo>
                  <a:cubicBezTo>
                    <a:pt x="51235" y="542568"/>
                    <a:pt x="45399" y="574673"/>
                    <a:pt x="59991" y="600939"/>
                  </a:cubicBezTo>
                  <a:cubicBezTo>
                    <a:pt x="86257" y="638880"/>
                    <a:pt x="65827" y="653473"/>
                    <a:pt x="39561" y="673903"/>
                  </a:cubicBezTo>
                  <a:cubicBezTo>
                    <a:pt x="-1299" y="706008"/>
                    <a:pt x="-12972" y="767297"/>
                    <a:pt x="16213" y="811075"/>
                  </a:cubicBezTo>
                  <a:cubicBezTo>
                    <a:pt x="30806" y="831505"/>
                    <a:pt x="48317" y="854853"/>
                    <a:pt x="65827" y="869446"/>
                  </a:cubicBezTo>
                  <a:cubicBezTo>
                    <a:pt x="95013" y="892794"/>
                    <a:pt x="97932" y="916142"/>
                    <a:pt x="100850" y="951165"/>
                  </a:cubicBezTo>
                  <a:cubicBezTo>
                    <a:pt x="103769" y="1067907"/>
                    <a:pt x="51235" y="1184649"/>
                    <a:pt x="92095" y="1301391"/>
                  </a:cubicBezTo>
                  <a:cubicBezTo>
                    <a:pt x="95013" y="1307228"/>
                    <a:pt x="92095" y="1313065"/>
                    <a:pt x="89177" y="1318901"/>
                  </a:cubicBezTo>
                  <a:cubicBezTo>
                    <a:pt x="59991" y="1426889"/>
                    <a:pt x="57072" y="1534874"/>
                    <a:pt x="89177" y="1642861"/>
                  </a:cubicBezTo>
                  <a:cubicBezTo>
                    <a:pt x="106688" y="1704150"/>
                    <a:pt x="95013" y="1765440"/>
                    <a:pt x="83339" y="1823811"/>
                  </a:cubicBezTo>
                  <a:cubicBezTo>
                    <a:pt x="62909" y="1914286"/>
                    <a:pt x="71665" y="1998924"/>
                    <a:pt x="112525" y="2083561"/>
                  </a:cubicBezTo>
                  <a:cubicBezTo>
                    <a:pt x="138791" y="2136095"/>
                    <a:pt x="150466" y="2191547"/>
                    <a:pt x="141710" y="2255756"/>
                  </a:cubicBezTo>
                  <a:cubicBezTo>
                    <a:pt x="132954" y="2328719"/>
                    <a:pt x="159221" y="2398764"/>
                    <a:pt x="179651" y="2468809"/>
                  </a:cubicBezTo>
                  <a:lnTo>
                    <a:pt x="190396" y="2520611"/>
                  </a:lnTo>
                  <a:lnTo>
                    <a:pt x="810748" y="2520611"/>
                  </a:lnTo>
                  <a:lnTo>
                    <a:pt x="815894" y="2448379"/>
                  </a:lnTo>
                  <a:cubicBezTo>
                    <a:pt x="824650" y="2302452"/>
                    <a:pt x="883021" y="1996005"/>
                    <a:pt x="938474" y="1864670"/>
                  </a:cubicBezTo>
                  <a:cubicBezTo>
                    <a:pt x="932636" y="1867589"/>
                    <a:pt x="923881" y="2066050"/>
                    <a:pt x="909288" y="2150687"/>
                  </a:cubicBezTo>
                  <a:cubicBezTo>
                    <a:pt x="894695" y="2249918"/>
                    <a:pt x="883021" y="2317045"/>
                    <a:pt x="877183" y="2413356"/>
                  </a:cubicBezTo>
                  <a:cubicBezTo>
                    <a:pt x="884479" y="2435246"/>
                    <a:pt x="889769" y="2458412"/>
                    <a:pt x="893646" y="2482307"/>
                  </a:cubicBezTo>
                  <a:lnTo>
                    <a:pt x="897815" y="2520611"/>
                  </a:lnTo>
                  <a:lnTo>
                    <a:pt x="1572409" y="2520611"/>
                  </a:lnTo>
                  <a:lnTo>
                    <a:pt x="1572436" y="2513272"/>
                  </a:lnTo>
                  <a:cubicBezTo>
                    <a:pt x="1577088" y="2344589"/>
                    <a:pt x="1590768" y="2175496"/>
                    <a:pt x="1586390" y="2004760"/>
                  </a:cubicBezTo>
                  <a:cubicBezTo>
                    <a:pt x="1577635" y="1683720"/>
                    <a:pt x="1516346" y="1371436"/>
                    <a:pt x="1420034" y="1067907"/>
                  </a:cubicBezTo>
                  <a:cubicBezTo>
                    <a:pt x="1402522" y="1059151"/>
                    <a:pt x="1431707" y="907387"/>
                    <a:pt x="1446300" y="837342"/>
                  </a:cubicBezTo>
                  <a:cubicBezTo>
                    <a:pt x="1463812" y="743949"/>
                    <a:pt x="1463812" y="638880"/>
                    <a:pt x="1431707" y="539650"/>
                  </a:cubicBezTo>
                  <a:cubicBezTo>
                    <a:pt x="1481323" y="533813"/>
                    <a:pt x="1533857" y="554243"/>
                    <a:pt x="1571798" y="510465"/>
                  </a:cubicBezTo>
                  <a:cubicBezTo>
                    <a:pt x="1574717" y="498790"/>
                    <a:pt x="1568879" y="492954"/>
                    <a:pt x="1560124" y="490035"/>
                  </a:cubicBezTo>
                  <a:cubicBezTo>
                    <a:pt x="1551369" y="487117"/>
                    <a:pt x="1542612" y="487117"/>
                    <a:pt x="1533857" y="490035"/>
                  </a:cubicBezTo>
                  <a:cubicBezTo>
                    <a:pt x="1449220" y="498790"/>
                    <a:pt x="1437545" y="490035"/>
                    <a:pt x="1417115" y="405398"/>
                  </a:cubicBezTo>
                  <a:cubicBezTo>
                    <a:pt x="1411277" y="382048"/>
                    <a:pt x="1408359" y="361620"/>
                    <a:pt x="1405441" y="338270"/>
                  </a:cubicBezTo>
                  <a:cubicBezTo>
                    <a:pt x="1402522" y="306167"/>
                    <a:pt x="1390849" y="271144"/>
                    <a:pt x="1414197" y="241958"/>
                  </a:cubicBezTo>
                  <a:cubicBezTo>
                    <a:pt x="1460893" y="186507"/>
                    <a:pt x="1513427" y="145647"/>
                    <a:pt x="1586390" y="133973"/>
                  </a:cubicBezTo>
                  <a:cubicBezTo>
                    <a:pt x="1668111" y="122298"/>
                    <a:pt x="1673947" y="116461"/>
                    <a:pt x="1636006" y="43497"/>
                  </a:cubicBezTo>
                  <a:cubicBezTo>
                    <a:pt x="1647681" y="34742"/>
                    <a:pt x="1659354" y="40579"/>
                    <a:pt x="1671029" y="37660"/>
                  </a:cubicBezTo>
                  <a:cubicBezTo>
                    <a:pt x="1676866" y="34742"/>
                    <a:pt x="1682703" y="31824"/>
                    <a:pt x="1685621" y="25987"/>
                  </a:cubicBezTo>
                  <a:cubicBezTo>
                    <a:pt x="1666651" y="12853"/>
                    <a:pt x="1646951" y="1179"/>
                    <a:pt x="1627980" y="84"/>
                  </a:cubicBezTo>
                  <a:close/>
                </a:path>
              </a:pathLst>
            </a:custGeom>
            <a:solidFill>
              <a:srgbClr val="6C6E46"/>
            </a:solidFill>
            <a:ln w="2334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51" name="Freeform: Shape 12">
              <a:extLst>
                <a:ext uri="{FF2B5EF4-FFF2-40B4-BE49-F238E27FC236}">
                  <a16:creationId xmlns:a16="http://schemas.microsoft.com/office/drawing/2014/main" id="{C2FDC182-D301-44CB-9D2F-45B3D3ADA7C5}"/>
                </a:ext>
              </a:extLst>
            </p:cNvPr>
            <p:cNvSpPr/>
            <p:nvPr/>
          </p:nvSpPr>
          <p:spPr>
            <a:xfrm flipH="1">
              <a:off x="9700710" y="1752616"/>
              <a:ext cx="963121" cy="817193"/>
            </a:xfrm>
            <a:custGeom>
              <a:avLst/>
              <a:gdLst>
                <a:gd name="connsiteX0" fmla="*/ 49058 w 772001"/>
                <a:gd name="connsiteY0" fmla="*/ 434054 h 655031"/>
                <a:gd name="connsiteX1" fmla="*/ 105204 w 772001"/>
                <a:gd name="connsiteY1" fmla="*/ 160344 h 655031"/>
                <a:gd name="connsiteX2" fmla="*/ 233871 w 772001"/>
                <a:gd name="connsiteY2" fmla="*/ 85484 h 655031"/>
                <a:gd name="connsiteX3" fmla="*/ 285338 w 772001"/>
                <a:gd name="connsiteY3" fmla="*/ 69108 h 655031"/>
                <a:gd name="connsiteX4" fmla="*/ 399968 w 772001"/>
                <a:gd name="connsiteY4" fmla="*/ 57411 h 655031"/>
                <a:gd name="connsiteX5" fmla="*/ 552029 w 772001"/>
                <a:gd name="connsiteY5" fmla="*/ 104199 h 655031"/>
                <a:gd name="connsiteX6" fmla="*/ 736842 w 772001"/>
                <a:gd name="connsiteY6" fmla="*/ 314745 h 655031"/>
                <a:gd name="connsiteX7" fmla="*/ 701751 w 772001"/>
                <a:gd name="connsiteY7" fmla="*/ 424697 h 655031"/>
                <a:gd name="connsiteX8" fmla="*/ 666660 w 772001"/>
                <a:gd name="connsiteY8" fmla="*/ 452769 h 655031"/>
                <a:gd name="connsiteX9" fmla="*/ 495883 w 772001"/>
                <a:gd name="connsiteY9" fmla="*/ 396624 h 655031"/>
                <a:gd name="connsiteX10" fmla="*/ 360198 w 772001"/>
                <a:gd name="connsiteY10" fmla="*/ 431715 h 655031"/>
                <a:gd name="connsiteX11" fmla="*/ 275980 w 772001"/>
                <a:gd name="connsiteY11" fmla="*/ 499557 h 655031"/>
                <a:gd name="connsiteX12" fmla="*/ 236210 w 772001"/>
                <a:gd name="connsiteY12" fmla="*/ 541667 h 655031"/>
                <a:gd name="connsiteX13" fmla="*/ 231531 w 772001"/>
                <a:gd name="connsiteY13" fmla="*/ 576758 h 655031"/>
                <a:gd name="connsiteX14" fmla="*/ 198780 w 772001"/>
                <a:gd name="connsiteY14" fmla="*/ 616527 h 655031"/>
                <a:gd name="connsiteX15" fmla="*/ 175386 w 772001"/>
                <a:gd name="connsiteY15" fmla="*/ 576758 h 655031"/>
                <a:gd name="connsiteX16" fmla="*/ 53737 w 772001"/>
                <a:gd name="connsiteY16" fmla="*/ 478503 h 655031"/>
                <a:gd name="connsiteX17" fmla="*/ 49058 w 772001"/>
                <a:gd name="connsiteY17" fmla="*/ 434054 h 65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72001" h="655031">
                  <a:moveTo>
                    <a:pt x="49058" y="434054"/>
                  </a:moveTo>
                  <a:cubicBezTo>
                    <a:pt x="28004" y="335799"/>
                    <a:pt x="65434" y="244563"/>
                    <a:pt x="105204" y="160344"/>
                  </a:cubicBezTo>
                  <a:cubicBezTo>
                    <a:pt x="123919" y="118235"/>
                    <a:pt x="173046" y="80805"/>
                    <a:pt x="233871" y="85484"/>
                  </a:cubicBezTo>
                  <a:cubicBezTo>
                    <a:pt x="254925" y="87823"/>
                    <a:pt x="268962" y="83144"/>
                    <a:pt x="285338" y="69108"/>
                  </a:cubicBezTo>
                  <a:cubicBezTo>
                    <a:pt x="318089" y="43375"/>
                    <a:pt x="353180" y="31678"/>
                    <a:pt x="399968" y="57411"/>
                  </a:cubicBezTo>
                  <a:cubicBezTo>
                    <a:pt x="446756" y="80805"/>
                    <a:pt x="502902" y="83144"/>
                    <a:pt x="552029" y="104199"/>
                  </a:cubicBezTo>
                  <a:cubicBezTo>
                    <a:pt x="650284" y="143969"/>
                    <a:pt x="708769" y="216490"/>
                    <a:pt x="736842" y="314745"/>
                  </a:cubicBezTo>
                  <a:cubicBezTo>
                    <a:pt x="748539" y="356854"/>
                    <a:pt x="736842" y="396624"/>
                    <a:pt x="701751" y="424697"/>
                  </a:cubicBezTo>
                  <a:cubicBezTo>
                    <a:pt x="692393" y="438733"/>
                    <a:pt x="683035" y="450430"/>
                    <a:pt x="666660" y="452769"/>
                  </a:cubicBezTo>
                  <a:cubicBezTo>
                    <a:pt x="605835" y="448091"/>
                    <a:pt x="547350" y="434054"/>
                    <a:pt x="495883" y="396624"/>
                  </a:cubicBezTo>
                  <a:cubicBezTo>
                    <a:pt x="442077" y="356854"/>
                    <a:pt x="385932" y="373230"/>
                    <a:pt x="360198" y="431715"/>
                  </a:cubicBezTo>
                  <a:cubicBezTo>
                    <a:pt x="343823" y="469145"/>
                    <a:pt x="322768" y="499557"/>
                    <a:pt x="275980" y="499557"/>
                  </a:cubicBezTo>
                  <a:cubicBezTo>
                    <a:pt x="247907" y="499557"/>
                    <a:pt x="236210" y="515933"/>
                    <a:pt x="236210" y="541667"/>
                  </a:cubicBezTo>
                  <a:cubicBezTo>
                    <a:pt x="236210" y="553364"/>
                    <a:pt x="236210" y="565061"/>
                    <a:pt x="231531" y="576758"/>
                  </a:cubicBezTo>
                  <a:cubicBezTo>
                    <a:pt x="226853" y="595473"/>
                    <a:pt x="217495" y="616527"/>
                    <a:pt x="198780" y="616527"/>
                  </a:cubicBezTo>
                  <a:cubicBezTo>
                    <a:pt x="177725" y="616527"/>
                    <a:pt x="177725" y="593133"/>
                    <a:pt x="175386" y="576758"/>
                  </a:cubicBezTo>
                  <a:cubicBezTo>
                    <a:pt x="161349" y="511254"/>
                    <a:pt x="109883" y="492539"/>
                    <a:pt x="53737" y="478503"/>
                  </a:cubicBezTo>
                  <a:cubicBezTo>
                    <a:pt x="39701" y="466806"/>
                    <a:pt x="46719" y="450430"/>
                    <a:pt x="49058" y="434054"/>
                  </a:cubicBezTo>
                  <a:close/>
                </a:path>
              </a:pathLst>
            </a:custGeom>
            <a:solidFill>
              <a:srgbClr val="0D0402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3">
              <a:extLst>
                <a:ext uri="{FF2B5EF4-FFF2-40B4-BE49-F238E27FC236}">
                  <a16:creationId xmlns:a16="http://schemas.microsoft.com/office/drawing/2014/main" id="{E0012E2A-9A4D-428E-8A29-C3BE6BC66478}"/>
                </a:ext>
              </a:extLst>
            </p:cNvPr>
            <p:cNvSpPr/>
            <p:nvPr/>
          </p:nvSpPr>
          <p:spPr>
            <a:xfrm flipH="1">
              <a:off x="10385635" y="2284266"/>
              <a:ext cx="291855" cy="642080"/>
            </a:xfrm>
            <a:custGeom>
              <a:avLst/>
              <a:gdLst>
                <a:gd name="connsiteX0" fmla="*/ 57668 w 233939"/>
                <a:gd name="connsiteY0" fmla="*/ 42994 h 514667"/>
                <a:gd name="connsiteX1" fmla="*/ 67026 w 233939"/>
                <a:gd name="connsiteY1" fmla="*/ 54691 h 514667"/>
                <a:gd name="connsiteX2" fmla="*/ 116153 w 233939"/>
                <a:gd name="connsiteY2" fmla="*/ 255880 h 514667"/>
                <a:gd name="connsiteX3" fmla="*/ 155923 w 233939"/>
                <a:gd name="connsiteY3" fmla="*/ 297989 h 514667"/>
                <a:gd name="connsiteX4" fmla="*/ 191014 w 233939"/>
                <a:gd name="connsiteY4" fmla="*/ 302668 h 514667"/>
                <a:gd name="connsiteX5" fmla="*/ 160601 w 233939"/>
                <a:gd name="connsiteY5" fmla="*/ 321383 h 514667"/>
                <a:gd name="connsiteX6" fmla="*/ 116153 w 233939"/>
                <a:gd name="connsiteY6" fmla="*/ 300328 h 514667"/>
                <a:gd name="connsiteX7" fmla="*/ 102117 w 233939"/>
                <a:gd name="connsiteY7" fmla="*/ 384547 h 514667"/>
                <a:gd name="connsiteX8" fmla="*/ 76383 w 233939"/>
                <a:gd name="connsiteY8" fmla="*/ 473444 h 514667"/>
                <a:gd name="connsiteX9" fmla="*/ 67026 w 233939"/>
                <a:gd name="connsiteY9" fmla="*/ 466426 h 514667"/>
                <a:gd name="connsiteX10" fmla="*/ 99777 w 233939"/>
                <a:gd name="connsiteY10" fmla="*/ 272255 h 514667"/>
                <a:gd name="connsiteX11" fmla="*/ 81062 w 233939"/>
                <a:gd name="connsiteY11" fmla="*/ 183358 h 514667"/>
                <a:gd name="connsiteX12" fmla="*/ 57668 w 233939"/>
                <a:gd name="connsiteY12" fmla="*/ 42994 h 51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939" h="514667">
                  <a:moveTo>
                    <a:pt x="57668" y="42994"/>
                  </a:moveTo>
                  <a:cubicBezTo>
                    <a:pt x="64686" y="50013"/>
                    <a:pt x="64686" y="50013"/>
                    <a:pt x="67026" y="54691"/>
                  </a:cubicBezTo>
                  <a:cubicBezTo>
                    <a:pt x="24916" y="131892"/>
                    <a:pt x="97438" y="136570"/>
                    <a:pt x="116153" y="255880"/>
                  </a:cubicBezTo>
                  <a:cubicBezTo>
                    <a:pt x="118492" y="274595"/>
                    <a:pt x="137207" y="295649"/>
                    <a:pt x="155923" y="297989"/>
                  </a:cubicBezTo>
                  <a:cubicBezTo>
                    <a:pt x="167620" y="300328"/>
                    <a:pt x="179317" y="302668"/>
                    <a:pt x="191014" y="302668"/>
                  </a:cubicBezTo>
                  <a:cubicBezTo>
                    <a:pt x="214408" y="302668"/>
                    <a:pt x="172298" y="326062"/>
                    <a:pt x="160601" y="321383"/>
                  </a:cubicBezTo>
                  <a:cubicBezTo>
                    <a:pt x="139547" y="314365"/>
                    <a:pt x="123171" y="305007"/>
                    <a:pt x="116153" y="300328"/>
                  </a:cubicBezTo>
                  <a:cubicBezTo>
                    <a:pt x="106795" y="295649"/>
                    <a:pt x="106795" y="358813"/>
                    <a:pt x="102117" y="384547"/>
                  </a:cubicBezTo>
                  <a:cubicBezTo>
                    <a:pt x="95098" y="421977"/>
                    <a:pt x="88080" y="440692"/>
                    <a:pt x="76383" y="473444"/>
                  </a:cubicBezTo>
                  <a:cubicBezTo>
                    <a:pt x="71704" y="464086"/>
                    <a:pt x="78723" y="473444"/>
                    <a:pt x="67026" y="466426"/>
                  </a:cubicBezTo>
                  <a:cubicBezTo>
                    <a:pt x="90420" y="398583"/>
                    <a:pt x="99777" y="340098"/>
                    <a:pt x="99777" y="272255"/>
                  </a:cubicBezTo>
                  <a:cubicBezTo>
                    <a:pt x="99777" y="244183"/>
                    <a:pt x="95098" y="204413"/>
                    <a:pt x="81062" y="183358"/>
                  </a:cubicBezTo>
                  <a:cubicBezTo>
                    <a:pt x="36613" y="122534"/>
                    <a:pt x="34274" y="96801"/>
                    <a:pt x="57668" y="42994"/>
                  </a:cubicBezTo>
                  <a:close/>
                </a:path>
              </a:pathLst>
            </a:custGeom>
            <a:solidFill>
              <a:srgbClr val="9F9E9E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4">
              <a:extLst>
                <a:ext uri="{FF2B5EF4-FFF2-40B4-BE49-F238E27FC236}">
                  <a16:creationId xmlns:a16="http://schemas.microsoft.com/office/drawing/2014/main" id="{906783B6-9BA4-450B-A1C8-4B3B14CF8825}"/>
                </a:ext>
              </a:extLst>
            </p:cNvPr>
            <p:cNvSpPr/>
            <p:nvPr/>
          </p:nvSpPr>
          <p:spPr>
            <a:xfrm flipH="1">
              <a:off x="10889749" y="4657044"/>
              <a:ext cx="583710" cy="262669"/>
            </a:xfrm>
            <a:custGeom>
              <a:avLst/>
              <a:gdLst>
                <a:gd name="connsiteX0" fmla="*/ 42994 w 467879"/>
                <a:gd name="connsiteY0" fmla="*/ 45334 h 210545"/>
                <a:gd name="connsiteX1" fmla="*/ 61710 w 467879"/>
                <a:gd name="connsiteY1" fmla="*/ 42994 h 210545"/>
                <a:gd name="connsiteX2" fmla="*/ 108498 w 467879"/>
                <a:gd name="connsiteY2" fmla="*/ 134231 h 210545"/>
                <a:gd name="connsiteX3" fmla="*/ 234825 w 467879"/>
                <a:gd name="connsiteY3" fmla="*/ 162304 h 210545"/>
                <a:gd name="connsiteX4" fmla="*/ 400922 w 467879"/>
                <a:gd name="connsiteY4" fmla="*/ 117855 h 210545"/>
                <a:gd name="connsiteX5" fmla="*/ 440692 w 467879"/>
                <a:gd name="connsiteY5" fmla="*/ 110837 h 210545"/>
                <a:gd name="connsiteX6" fmla="*/ 426656 w 467879"/>
                <a:gd name="connsiteY6" fmla="*/ 155286 h 210545"/>
                <a:gd name="connsiteX7" fmla="*/ 405601 w 467879"/>
                <a:gd name="connsiteY7" fmla="*/ 127213 h 210545"/>
                <a:gd name="connsiteX8" fmla="*/ 239504 w 467879"/>
                <a:gd name="connsiteY8" fmla="*/ 178680 h 210545"/>
                <a:gd name="connsiteX9" fmla="*/ 99140 w 467879"/>
                <a:gd name="connsiteY9" fmla="*/ 145928 h 210545"/>
                <a:gd name="connsiteX10" fmla="*/ 57031 w 467879"/>
                <a:gd name="connsiteY10" fmla="*/ 75746 h 210545"/>
                <a:gd name="connsiteX11" fmla="*/ 42994 w 467879"/>
                <a:gd name="connsiteY11" fmla="*/ 45334 h 210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67879" h="210545">
                  <a:moveTo>
                    <a:pt x="42994" y="45334"/>
                  </a:moveTo>
                  <a:cubicBezTo>
                    <a:pt x="57031" y="45334"/>
                    <a:pt x="57031" y="45334"/>
                    <a:pt x="61710" y="42994"/>
                  </a:cubicBezTo>
                  <a:cubicBezTo>
                    <a:pt x="78085" y="85104"/>
                    <a:pt x="87443" y="108498"/>
                    <a:pt x="108498" y="134231"/>
                  </a:cubicBezTo>
                  <a:cubicBezTo>
                    <a:pt x="150607" y="188037"/>
                    <a:pt x="190377" y="181019"/>
                    <a:pt x="234825" y="162304"/>
                  </a:cubicBezTo>
                  <a:cubicBezTo>
                    <a:pt x="290971" y="141249"/>
                    <a:pt x="342437" y="124873"/>
                    <a:pt x="400922" y="117855"/>
                  </a:cubicBezTo>
                  <a:cubicBezTo>
                    <a:pt x="417298" y="115516"/>
                    <a:pt x="431335" y="113176"/>
                    <a:pt x="440692" y="110837"/>
                  </a:cubicBezTo>
                  <a:cubicBezTo>
                    <a:pt x="424316" y="129552"/>
                    <a:pt x="431335" y="141249"/>
                    <a:pt x="426656" y="155286"/>
                  </a:cubicBezTo>
                  <a:cubicBezTo>
                    <a:pt x="428995" y="131892"/>
                    <a:pt x="426656" y="122534"/>
                    <a:pt x="405601" y="127213"/>
                  </a:cubicBezTo>
                  <a:cubicBezTo>
                    <a:pt x="342437" y="141249"/>
                    <a:pt x="295649" y="155286"/>
                    <a:pt x="239504" y="178680"/>
                  </a:cubicBezTo>
                  <a:cubicBezTo>
                    <a:pt x="204413" y="190377"/>
                    <a:pt x="145928" y="209092"/>
                    <a:pt x="99140" y="145928"/>
                  </a:cubicBezTo>
                  <a:cubicBezTo>
                    <a:pt x="78085" y="115516"/>
                    <a:pt x="73407" y="103819"/>
                    <a:pt x="57031" y="75746"/>
                  </a:cubicBezTo>
                  <a:cubicBezTo>
                    <a:pt x="52352" y="64049"/>
                    <a:pt x="54691" y="57031"/>
                    <a:pt x="42994" y="45334"/>
                  </a:cubicBezTo>
                  <a:close/>
                </a:path>
              </a:pathLst>
            </a:custGeom>
            <a:solidFill>
              <a:srgbClr val="706E6E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6">
              <a:extLst>
                <a:ext uri="{FF2B5EF4-FFF2-40B4-BE49-F238E27FC236}">
                  <a16:creationId xmlns:a16="http://schemas.microsoft.com/office/drawing/2014/main" id="{F8C89D92-1522-41D3-A191-7D0CE9C2005A}"/>
                </a:ext>
              </a:extLst>
            </p:cNvPr>
            <p:cNvSpPr/>
            <p:nvPr/>
          </p:nvSpPr>
          <p:spPr>
            <a:xfrm flipH="1">
              <a:off x="9402652" y="4138455"/>
              <a:ext cx="1993821" cy="738342"/>
            </a:xfrm>
            <a:custGeom>
              <a:avLst/>
              <a:gdLst>
                <a:gd name="connsiteX0" fmla="*/ 421977 w 1660973"/>
                <a:gd name="connsiteY0" fmla="*/ 569515 h 655031"/>
                <a:gd name="connsiteX1" fmla="*/ 216110 w 1660973"/>
                <a:gd name="connsiteY1" fmla="*/ 620982 h 655031"/>
                <a:gd name="connsiteX2" fmla="*/ 106158 w 1660973"/>
                <a:gd name="connsiteY2" fmla="*/ 611624 h 655031"/>
                <a:gd name="connsiteX3" fmla="*/ 42994 w 1660973"/>
                <a:gd name="connsiteY3" fmla="*/ 501672 h 655031"/>
                <a:gd name="connsiteX4" fmla="*/ 166983 w 1660973"/>
                <a:gd name="connsiteY4" fmla="*/ 370666 h 655031"/>
                <a:gd name="connsiteX5" fmla="*/ 503856 w 1660973"/>
                <a:gd name="connsiteY5" fmla="*/ 267732 h 655031"/>
                <a:gd name="connsiteX6" fmla="*/ 716741 w 1660973"/>
                <a:gd name="connsiteY6" fmla="*/ 232641 h 655031"/>
                <a:gd name="connsiteX7" fmla="*/ 969396 w 1660973"/>
                <a:gd name="connsiteY7" fmla="*/ 171817 h 655031"/>
                <a:gd name="connsiteX8" fmla="*/ 1203336 w 1660973"/>
                <a:gd name="connsiteY8" fmla="*/ 61865 h 655031"/>
                <a:gd name="connsiteX9" fmla="*/ 1626768 w 1660973"/>
                <a:gd name="connsiteY9" fmla="*/ 82920 h 655031"/>
                <a:gd name="connsiteX10" fmla="*/ 1640804 w 1660973"/>
                <a:gd name="connsiteY10" fmla="*/ 94617 h 655031"/>
                <a:gd name="connsiteX11" fmla="*/ 1624428 w 1660973"/>
                <a:gd name="connsiteY11" fmla="*/ 110993 h 655031"/>
                <a:gd name="connsiteX12" fmla="*/ 1551907 w 1660973"/>
                <a:gd name="connsiteY12" fmla="*/ 118011 h 655031"/>
                <a:gd name="connsiteX13" fmla="*/ 1467688 w 1660973"/>
                <a:gd name="connsiteY13" fmla="*/ 103975 h 655031"/>
                <a:gd name="connsiteX14" fmla="*/ 1369434 w 1660973"/>
                <a:gd name="connsiteY14" fmla="*/ 99296 h 655031"/>
                <a:gd name="connsiteX15" fmla="*/ 1467688 w 1660973"/>
                <a:gd name="connsiteY15" fmla="*/ 122690 h 655031"/>
                <a:gd name="connsiteX16" fmla="*/ 1416222 w 1660973"/>
                <a:gd name="connsiteY16" fmla="*/ 155441 h 655031"/>
                <a:gd name="connsiteX17" fmla="*/ 1313288 w 1660973"/>
                <a:gd name="connsiteY17" fmla="*/ 143744 h 655031"/>
                <a:gd name="connsiteX18" fmla="*/ 1271179 w 1660973"/>
                <a:gd name="connsiteY18" fmla="*/ 153102 h 655031"/>
                <a:gd name="connsiteX19" fmla="*/ 1313288 w 1660973"/>
                <a:gd name="connsiteY19" fmla="*/ 155441 h 655031"/>
                <a:gd name="connsiteX20" fmla="*/ 1383470 w 1660973"/>
                <a:gd name="connsiteY20" fmla="*/ 174157 h 655031"/>
                <a:gd name="connsiteX21" fmla="*/ 1231409 w 1660973"/>
                <a:gd name="connsiteY21" fmla="*/ 216266 h 655031"/>
                <a:gd name="connsiteX22" fmla="*/ 1037239 w 1660973"/>
                <a:gd name="connsiteY22" fmla="*/ 249017 h 655031"/>
                <a:gd name="connsiteX23" fmla="*/ 997469 w 1660973"/>
                <a:gd name="connsiteY23" fmla="*/ 277090 h 655031"/>
                <a:gd name="connsiteX24" fmla="*/ 943663 w 1660973"/>
                <a:gd name="connsiteY24" fmla="*/ 312181 h 655031"/>
                <a:gd name="connsiteX25" fmla="*/ 793941 w 1660973"/>
                <a:gd name="connsiteY25" fmla="*/ 403418 h 655031"/>
                <a:gd name="connsiteX26" fmla="*/ 421977 w 1660973"/>
                <a:gd name="connsiteY26" fmla="*/ 569515 h 655031"/>
                <a:gd name="connsiteX0" fmla="*/ 378983 w 1598173"/>
                <a:gd name="connsiteY0" fmla="*/ 526521 h 591825"/>
                <a:gd name="connsiteX1" fmla="*/ 173116 w 1598173"/>
                <a:gd name="connsiteY1" fmla="*/ 577988 h 591825"/>
                <a:gd name="connsiteX2" fmla="*/ 63164 w 1598173"/>
                <a:gd name="connsiteY2" fmla="*/ 568630 h 591825"/>
                <a:gd name="connsiteX3" fmla="*/ 0 w 1598173"/>
                <a:gd name="connsiteY3" fmla="*/ 458678 h 591825"/>
                <a:gd name="connsiteX4" fmla="*/ 123989 w 1598173"/>
                <a:gd name="connsiteY4" fmla="*/ 327672 h 591825"/>
                <a:gd name="connsiteX5" fmla="*/ 460862 w 1598173"/>
                <a:gd name="connsiteY5" fmla="*/ 224738 h 591825"/>
                <a:gd name="connsiteX6" fmla="*/ 673747 w 1598173"/>
                <a:gd name="connsiteY6" fmla="*/ 189647 h 591825"/>
                <a:gd name="connsiteX7" fmla="*/ 926402 w 1598173"/>
                <a:gd name="connsiteY7" fmla="*/ 128823 h 591825"/>
                <a:gd name="connsiteX8" fmla="*/ 1160342 w 1598173"/>
                <a:gd name="connsiteY8" fmla="*/ 18871 h 591825"/>
                <a:gd name="connsiteX9" fmla="*/ 1583774 w 1598173"/>
                <a:gd name="connsiteY9" fmla="*/ 39926 h 591825"/>
                <a:gd name="connsiteX10" fmla="*/ 1597810 w 1598173"/>
                <a:gd name="connsiteY10" fmla="*/ 51623 h 591825"/>
                <a:gd name="connsiteX11" fmla="*/ 1581434 w 1598173"/>
                <a:gd name="connsiteY11" fmla="*/ 67999 h 591825"/>
                <a:gd name="connsiteX12" fmla="*/ 1508913 w 1598173"/>
                <a:gd name="connsiteY12" fmla="*/ 75017 h 591825"/>
                <a:gd name="connsiteX13" fmla="*/ 1424694 w 1598173"/>
                <a:gd name="connsiteY13" fmla="*/ 60981 h 591825"/>
                <a:gd name="connsiteX14" fmla="*/ 1326440 w 1598173"/>
                <a:gd name="connsiteY14" fmla="*/ 56302 h 591825"/>
                <a:gd name="connsiteX15" fmla="*/ 1424694 w 1598173"/>
                <a:gd name="connsiteY15" fmla="*/ 79696 h 591825"/>
                <a:gd name="connsiteX16" fmla="*/ 1373228 w 1598173"/>
                <a:gd name="connsiteY16" fmla="*/ 112447 h 591825"/>
                <a:gd name="connsiteX17" fmla="*/ 1270294 w 1598173"/>
                <a:gd name="connsiteY17" fmla="*/ 100750 h 591825"/>
                <a:gd name="connsiteX18" fmla="*/ 1228185 w 1598173"/>
                <a:gd name="connsiteY18" fmla="*/ 110108 h 591825"/>
                <a:gd name="connsiteX19" fmla="*/ 1270294 w 1598173"/>
                <a:gd name="connsiteY19" fmla="*/ 112447 h 591825"/>
                <a:gd name="connsiteX20" fmla="*/ 1340476 w 1598173"/>
                <a:gd name="connsiteY20" fmla="*/ 131163 h 591825"/>
                <a:gd name="connsiteX21" fmla="*/ 1188415 w 1598173"/>
                <a:gd name="connsiteY21" fmla="*/ 173272 h 591825"/>
                <a:gd name="connsiteX22" fmla="*/ 994245 w 1598173"/>
                <a:gd name="connsiteY22" fmla="*/ 206023 h 591825"/>
                <a:gd name="connsiteX23" fmla="*/ 986231 w 1598173"/>
                <a:gd name="connsiteY23" fmla="*/ 243623 h 591825"/>
                <a:gd name="connsiteX24" fmla="*/ 900669 w 1598173"/>
                <a:gd name="connsiteY24" fmla="*/ 269187 h 591825"/>
                <a:gd name="connsiteX25" fmla="*/ 750947 w 1598173"/>
                <a:gd name="connsiteY25" fmla="*/ 360424 h 591825"/>
                <a:gd name="connsiteX26" fmla="*/ 378983 w 1598173"/>
                <a:gd name="connsiteY26" fmla="*/ 526521 h 591825"/>
                <a:gd name="connsiteX0" fmla="*/ 378983 w 1598173"/>
                <a:gd name="connsiteY0" fmla="*/ 526521 h 591826"/>
                <a:gd name="connsiteX1" fmla="*/ 173116 w 1598173"/>
                <a:gd name="connsiteY1" fmla="*/ 577988 h 591826"/>
                <a:gd name="connsiteX2" fmla="*/ 63164 w 1598173"/>
                <a:gd name="connsiteY2" fmla="*/ 568630 h 591826"/>
                <a:gd name="connsiteX3" fmla="*/ 0 w 1598173"/>
                <a:gd name="connsiteY3" fmla="*/ 458678 h 591826"/>
                <a:gd name="connsiteX4" fmla="*/ 123989 w 1598173"/>
                <a:gd name="connsiteY4" fmla="*/ 327672 h 591826"/>
                <a:gd name="connsiteX5" fmla="*/ 460862 w 1598173"/>
                <a:gd name="connsiteY5" fmla="*/ 224738 h 591826"/>
                <a:gd name="connsiteX6" fmla="*/ 673747 w 1598173"/>
                <a:gd name="connsiteY6" fmla="*/ 189647 h 591826"/>
                <a:gd name="connsiteX7" fmla="*/ 926402 w 1598173"/>
                <a:gd name="connsiteY7" fmla="*/ 128823 h 591826"/>
                <a:gd name="connsiteX8" fmla="*/ 1160342 w 1598173"/>
                <a:gd name="connsiteY8" fmla="*/ 18871 h 591826"/>
                <a:gd name="connsiteX9" fmla="*/ 1583774 w 1598173"/>
                <a:gd name="connsiteY9" fmla="*/ 39926 h 591826"/>
                <a:gd name="connsiteX10" fmla="*/ 1597810 w 1598173"/>
                <a:gd name="connsiteY10" fmla="*/ 51623 h 591826"/>
                <a:gd name="connsiteX11" fmla="*/ 1581434 w 1598173"/>
                <a:gd name="connsiteY11" fmla="*/ 67999 h 591826"/>
                <a:gd name="connsiteX12" fmla="*/ 1508913 w 1598173"/>
                <a:gd name="connsiteY12" fmla="*/ 75017 h 591826"/>
                <a:gd name="connsiteX13" fmla="*/ 1424694 w 1598173"/>
                <a:gd name="connsiteY13" fmla="*/ 60981 h 591826"/>
                <a:gd name="connsiteX14" fmla="*/ 1326440 w 1598173"/>
                <a:gd name="connsiteY14" fmla="*/ 56302 h 591826"/>
                <a:gd name="connsiteX15" fmla="*/ 1424694 w 1598173"/>
                <a:gd name="connsiteY15" fmla="*/ 79696 h 591826"/>
                <a:gd name="connsiteX16" fmla="*/ 1373228 w 1598173"/>
                <a:gd name="connsiteY16" fmla="*/ 112447 h 591826"/>
                <a:gd name="connsiteX17" fmla="*/ 1270294 w 1598173"/>
                <a:gd name="connsiteY17" fmla="*/ 100750 h 591826"/>
                <a:gd name="connsiteX18" fmla="*/ 1228185 w 1598173"/>
                <a:gd name="connsiteY18" fmla="*/ 110108 h 591826"/>
                <a:gd name="connsiteX19" fmla="*/ 1270294 w 1598173"/>
                <a:gd name="connsiteY19" fmla="*/ 112447 h 591826"/>
                <a:gd name="connsiteX20" fmla="*/ 1340476 w 1598173"/>
                <a:gd name="connsiteY20" fmla="*/ 131163 h 591826"/>
                <a:gd name="connsiteX21" fmla="*/ 1188415 w 1598173"/>
                <a:gd name="connsiteY21" fmla="*/ 173272 h 591826"/>
                <a:gd name="connsiteX22" fmla="*/ 991070 w 1598173"/>
                <a:gd name="connsiteY22" fmla="*/ 193321 h 591826"/>
                <a:gd name="connsiteX23" fmla="*/ 986231 w 1598173"/>
                <a:gd name="connsiteY23" fmla="*/ 243623 h 591826"/>
                <a:gd name="connsiteX24" fmla="*/ 900669 w 1598173"/>
                <a:gd name="connsiteY24" fmla="*/ 269187 h 591826"/>
                <a:gd name="connsiteX25" fmla="*/ 750947 w 1598173"/>
                <a:gd name="connsiteY25" fmla="*/ 360424 h 591826"/>
                <a:gd name="connsiteX26" fmla="*/ 378983 w 1598173"/>
                <a:gd name="connsiteY26" fmla="*/ 526521 h 591826"/>
                <a:gd name="connsiteX0" fmla="*/ 378983 w 1598173"/>
                <a:gd name="connsiteY0" fmla="*/ 526521 h 591826"/>
                <a:gd name="connsiteX1" fmla="*/ 173116 w 1598173"/>
                <a:gd name="connsiteY1" fmla="*/ 577988 h 591826"/>
                <a:gd name="connsiteX2" fmla="*/ 63164 w 1598173"/>
                <a:gd name="connsiteY2" fmla="*/ 568630 h 591826"/>
                <a:gd name="connsiteX3" fmla="*/ 0 w 1598173"/>
                <a:gd name="connsiteY3" fmla="*/ 458678 h 591826"/>
                <a:gd name="connsiteX4" fmla="*/ 123989 w 1598173"/>
                <a:gd name="connsiteY4" fmla="*/ 327672 h 591826"/>
                <a:gd name="connsiteX5" fmla="*/ 460862 w 1598173"/>
                <a:gd name="connsiteY5" fmla="*/ 224738 h 591826"/>
                <a:gd name="connsiteX6" fmla="*/ 673747 w 1598173"/>
                <a:gd name="connsiteY6" fmla="*/ 189647 h 591826"/>
                <a:gd name="connsiteX7" fmla="*/ 926402 w 1598173"/>
                <a:gd name="connsiteY7" fmla="*/ 128823 h 591826"/>
                <a:gd name="connsiteX8" fmla="*/ 1160342 w 1598173"/>
                <a:gd name="connsiteY8" fmla="*/ 18871 h 591826"/>
                <a:gd name="connsiteX9" fmla="*/ 1583774 w 1598173"/>
                <a:gd name="connsiteY9" fmla="*/ 39926 h 591826"/>
                <a:gd name="connsiteX10" fmla="*/ 1597810 w 1598173"/>
                <a:gd name="connsiteY10" fmla="*/ 51623 h 591826"/>
                <a:gd name="connsiteX11" fmla="*/ 1581434 w 1598173"/>
                <a:gd name="connsiteY11" fmla="*/ 67999 h 591826"/>
                <a:gd name="connsiteX12" fmla="*/ 1508913 w 1598173"/>
                <a:gd name="connsiteY12" fmla="*/ 75017 h 591826"/>
                <a:gd name="connsiteX13" fmla="*/ 1424694 w 1598173"/>
                <a:gd name="connsiteY13" fmla="*/ 60981 h 591826"/>
                <a:gd name="connsiteX14" fmla="*/ 1326440 w 1598173"/>
                <a:gd name="connsiteY14" fmla="*/ 56302 h 591826"/>
                <a:gd name="connsiteX15" fmla="*/ 1424694 w 1598173"/>
                <a:gd name="connsiteY15" fmla="*/ 79696 h 591826"/>
                <a:gd name="connsiteX16" fmla="*/ 1373228 w 1598173"/>
                <a:gd name="connsiteY16" fmla="*/ 112447 h 591826"/>
                <a:gd name="connsiteX17" fmla="*/ 1270294 w 1598173"/>
                <a:gd name="connsiteY17" fmla="*/ 100750 h 591826"/>
                <a:gd name="connsiteX18" fmla="*/ 1228185 w 1598173"/>
                <a:gd name="connsiteY18" fmla="*/ 110108 h 591826"/>
                <a:gd name="connsiteX19" fmla="*/ 1270294 w 1598173"/>
                <a:gd name="connsiteY19" fmla="*/ 112447 h 591826"/>
                <a:gd name="connsiteX20" fmla="*/ 1340476 w 1598173"/>
                <a:gd name="connsiteY20" fmla="*/ 131163 h 591826"/>
                <a:gd name="connsiteX21" fmla="*/ 1188415 w 1598173"/>
                <a:gd name="connsiteY21" fmla="*/ 173272 h 591826"/>
                <a:gd name="connsiteX22" fmla="*/ 991070 w 1598173"/>
                <a:gd name="connsiteY22" fmla="*/ 193321 h 591826"/>
                <a:gd name="connsiteX23" fmla="*/ 1002108 w 1598173"/>
                <a:gd name="connsiteY23" fmla="*/ 237271 h 591826"/>
                <a:gd name="connsiteX24" fmla="*/ 900669 w 1598173"/>
                <a:gd name="connsiteY24" fmla="*/ 269187 h 591826"/>
                <a:gd name="connsiteX25" fmla="*/ 750947 w 1598173"/>
                <a:gd name="connsiteY25" fmla="*/ 360424 h 591826"/>
                <a:gd name="connsiteX26" fmla="*/ 378983 w 1598173"/>
                <a:gd name="connsiteY26" fmla="*/ 526521 h 591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8173" h="591826">
                  <a:moveTo>
                    <a:pt x="378983" y="526521"/>
                  </a:moveTo>
                  <a:cubicBezTo>
                    <a:pt x="369625" y="528860"/>
                    <a:pt x="252655" y="545236"/>
                    <a:pt x="173116" y="577988"/>
                  </a:cubicBezTo>
                  <a:cubicBezTo>
                    <a:pt x="131007" y="596703"/>
                    <a:pt x="93576" y="599042"/>
                    <a:pt x="63164" y="568630"/>
                  </a:cubicBezTo>
                  <a:cubicBezTo>
                    <a:pt x="32752" y="535879"/>
                    <a:pt x="16376" y="505466"/>
                    <a:pt x="0" y="458678"/>
                  </a:cubicBezTo>
                  <a:cubicBezTo>
                    <a:pt x="77201" y="393175"/>
                    <a:pt x="63164" y="372121"/>
                    <a:pt x="123989" y="327672"/>
                  </a:cubicBezTo>
                  <a:cubicBezTo>
                    <a:pt x="325177" y="203684"/>
                    <a:pt x="409395" y="227078"/>
                    <a:pt x="460862" y="224738"/>
                  </a:cubicBezTo>
                  <a:cubicBezTo>
                    <a:pt x="519347" y="217720"/>
                    <a:pt x="587190" y="217720"/>
                    <a:pt x="673747" y="189647"/>
                  </a:cubicBezTo>
                  <a:cubicBezTo>
                    <a:pt x="788378" y="154556"/>
                    <a:pt x="844523" y="152217"/>
                    <a:pt x="926402" y="128823"/>
                  </a:cubicBezTo>
                  <a:cubicBezTo>
                    <a:pt x="1034015" y="100750"/>
                    <a:pt x="1087821" y="49284"/>
                    <a:pt x="1160342" y="18871"/>
                  </a:cubicBezTo>
                  <a:cubicBezTo>
                    <a:pt x="1324100" y="-13880"/>
                    <a:pt x="1434052" y="-2183"/>
                    <a:pt x="1583774" y="39926"/>
                  </a:cubicBezTo>
                  <a:cubicBezTo>
                    <a:pt x="1590792" y="42265"/>
                    <a:pt x="1597810" y="42265"/>
                    <a:pt x="1597810" y="51623"/>
                  </a:cubicBezTo>
                  <a:cubicBezTo>
                    <a:pt x="1600149" y="63320"/>
                    <a:pt x="1590792" y="65659"/>
                    <a:pt x="1581434" y="67999"/>
                  </a:cubicBezTo>
                  <a:cubicBezTo>
                    <a:pt x="1558040" y="77356"/>
                    <a:pt x="1536986" y="86714"/>
                    <a:pt x="1508913" y="75017"/>
                  </a:cubicBezTo>
                  <a:cubicBezTo>
                    <a:pt x="1483179" y="63320"/>
                    <a:pt x="1452767" y="65659"/>
                    <a:pt x="1424694" y="60981"/>
                  </a:cubicBezTo>
                  <a:cubicBezTo>
                    <a:pt x="1396622" y="49284"/>
                    <a:pt x="1359191" y="46944"/>
                    <a:pt x="1326440" y="56302"/>
                  </a:cubicBezTo>
                  <a:cubicBezTo>
                    <a:pt x="1359191" y="60981"/>
                    <a:pt x="1403640" y="65659"/>
                    <a:pt x="1424694" y="79696"/>
                  </a:cubicBezTo>
                  <a:cubicBezTo>
                    <a:pt x="1427034" y="126484"/>
                    <a:pt x="1391943" y="107769"/>
                    <a:pt x="1373228" y="112447"/>
                  </a:cubicBezTo>
                  <a:cubicBezTo>
                    <a:pt x="1342815" y="105429"/>
                    <a:pt x="1296027" y="96072"/>
                    <a:pt x="1270294" y="100750"/>
                  </a:cubicBezTo>
                  <a:cubicBezTo>
                    <a:pt x="1256258" y="105429"/>
                    <a:pt x="1235203" y="107769"/>
                    <a:pt x="1228185" y="110108"/>
                  </a:cubicBezTo>
                  <a:cubicBezTo>
                    <a:pt x="1235203" y="112447"/>
                    <a:pt x="1253918" y="114787"/>
                    <a:pt x="1270294" y="112447"/>
                  </a:cubicBezTo>
                  <a:cubicBezTo>
                    <a:pt x="1307724" y="107769"/>
                    <a:pt x="1331118" y="110108"/>
                    <a:pt x="1340476" y="131163"/>
                  </a:cubicBezTo>
                  <a:cubicBezTo>
                    <a:pt x="1291349" y="149878"/>
                    <a:pt x="1235203" y="142860"/>
                    <a:pt x="1188415" y="173272"/>
                  </a:cubicBezTo>
                  <a:cubicBezTo>
                    <a:pt x="1122912" y="184969"/>
                    <a:pt x="1056573" y="183964"/>
                    <a:pt x="991070" y="193321"/>
                  </a:cubicBezTo>
                  <a:cubicBezTo>
                    <a:pt x="972355" y="195661"/>
                    <a:pt x="1011466" y="220895"/>
                    <a:pt x="1002108" y="237271"/>
                  </a:cubicBezTo>
                  <a:cubicBezTo>
                    <a:pt x="997429" y="244289"/>
                    <a:pt x="921724" y="255151"/>
                    <a:pt x="900669" y="269187"/>
                  </a:cubicBezTo>
                  <a:lnTo>
                    <a:pt x="750947" y="360424"/>
                  </a:lnTo>
                  <a:cubicBezTo>
                    <a:pt x="633978" y="435284"/>
                    <a:pt x="517008" y="491430"/>
                    <a:pt x="378983" y="52652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7">
              <a:extLst>
                <a:ext uri="{FF2B5EF4-FFF2-40B4-BE49-F238E27FC236}">
                  <a16:creationId xmlns:a16="http://schemas.microsoft.com/office/drawing/2014/main" id="{E61ADBB4-58B7-47FA-8D5D-88FCEAEBAE11}"/>
                </a:ext>
              </a:extLst>
            </p:cNvPr>
            <p:cNvSpPr/>
            <p:nvPr/>
          </p:nvSpPr>
          <p:spPr>
            <a:xfrm flipH="1">
              <a:off x="8703117" y="4196716"/>
              <a:ext cx="963121" cy="700451"/>
            </a:xfrm>
            <a:custGeom>
              <a:avLst/>
              <a:gdLst>
                <a:gd name="connsiteX0" fmla="*/ 688156 w 772001"/>
                <a:gd name="connsiteY0" fmla="*/ 44691 h 561455"/>
                <a:gd name="connsiteX1" fmla="*/ 730265 w 772001"/>
                <a:gd name="connsiteY1" fmla="*/ 54048 h 561455"/>
                <a:gd name="connsiteX2" fmla="*/ 709211 w 772001"/>
                <a:gd name="connsiteY2" fmla="*/ 89139 h 561455"/>
                <a:gd name="connsiteX3" fmla="*/ 381695 w 772001"/>
                <a:gd name="connsiteY3" fmla="*/ 376885 h 561455"/>
                <a:gd name="connsiteX4" fmla="*/ 180506 w 772001"/>
                <a:gd name="connsiteY4" fmla="*/ 514910 h 561455"/>
                <a:gd name="connsiteX5" fmla="*/ 51839 w 772001"/>
                <a:gd name="connsiteY5" fmla="*/ 437710 h 561455"/>
                <a:gd name="connsiteX6" fmla="*/ 222615 w 772001"/>
                <a:gd name="connsiteY6" fmla="*/ 210788 h 561455"/>
                <a:gd name="connsiteX7" fmla="*/ 253028 w 772001"/>
                <a:gd name="connsiteY7" fmla="*/ 199091 h 561455"/>
                <a:gd name="connsiteX8" fmla="*/ 243670 w 772001"/>
                <a:gd name="connsiteY8" fmla="*/ 178036 h 561455"/>
                <a:gd name="connsiteX9" fmla="*/ 208579 w 772001"/>
                <a:gd name="connsiteY9" fmla="*/ 140606 h 561455"/>
                <a:gd name="connsiteX10" fmla="*/ 269403 w 772001"/>
                <a:gd name="connsiteY10" fmla="*/ 135927 h 561455"/>
                <a:gd name="connsiteX11" fmla="*/ 332567 w 772001"/>
                <a:gd name="connsiteY11" fmla="*/ 161661 h 561455"/>
                <a:gd name="connsiteX12" fmla="*/ 332567 w 772001"/>
                <a:gd name="connsiteY12" fmla="*/ 114873 h 561455"/>
                <a:gd name="connsiteX13" fmla="*/ 391052 w 772001"/>
                <a:gd name="connsiteY13" fmla="*/ 114873 h 561455"/>
                <a:gd name="connsiteX14" fmla="*/ 503343 w 772001"/>
                <a:gd name="connsiteY14" fmla="*/ 112533 h 561455"/>
                <a:gd name="connsiteX15" fmla="*/ 622653 w 772001"/>
                <a:gd name="connsiteY15" fmla="*/ 86800 h 561455"/>
                <a:gd name="connsiteX16" fmla="*/ 688156 w 772001"/>
                <a:gd name="connsiteY16" fmla="*/ 44691 h 56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2001" h="561455">
                  <a:moveTo>
                    <a:pt x="688156" y="44691"/>
                  </a:moveTo>
                  <a:cubicBezTo>
                    <a:pt x="702192" y="49369"/>
                    <a:pt x="720908" y="32994"/>
                    <a:pt x="730265" y="54048"/>
                  </a:cubicBezTo>
                  <a:cubicBezTo>
                    <a:pt x="739623" y="72763"/>
                    <a:pt x="718568" y="77442"/>
                    <a:pt x="709211" y="89139"/>
                  </a:cubicBezTo>
                  <a:cubicBezTo>
                    <a:pt x="608616" y="194412"/>
                    <a:pt x="491646" y="280970"/>
                    <a:pt x="381695" y="376885"/>
                  </a:cubicBezTo>
                  <a:cubicBezTo>
                    <a:pt x="320870" y="430692"/>
                    <a:pt x="250688" y="472801"/>
                    <a:pt x="180506" y="514910"/>
                  </a:cubicBezTo>
                  <a:cubicBezTo>
                    <a:pt x="91609" y="535965"/>
                    <a:pt x="72894" y="524268"/>
                    <a:pt x="51839" y="437710"/>
                  </a:cubicBezTo>
                  <a:cubicBezTo>
                    <a:pt x="19088" y="302025"/>
                    <a:pt x="77573" y="222485"/>
                    <a:pt x="222615" y="210788"/>
                  </a:cubicBezTo>
                  <a:cubicBezTo>
                    <a:pt x="234312" y="210788"/>
                    <a:pt x="246009" y="210788"/>
                    <a:pt x="253028" y="199091"/>
                  </a:cubicBezTo>
                  <a:cubicBezTo>
                    <a:pt x="257706" y="189733"/>
                    <a:pt x="250688" y="185055"/>
                    <a:pt x="243670" y="178036"/>
                  </a:cubicBezTo>
                  <a:cubicBezTo>
                    <a:pt x="231973" y="164000"/>
                    <a:pt x="199221" y="161661"/>
                    <a:pt x="208579" y="140606"/>
                  </a:cubicBezTo>
                  <a:cubicBezTo>
                    <a:pt x="220276" y="117212"/>
                    <a:pt x="248349" y="131248"/>
                    <a:pt x="269403" y="135927"/>
                  </a:cubicBezTo>
                  <a:cubicBezTo>
                    <a:pt x="290458" y="145285"/>
                    <a:pt x="313852" y="147624"/>
                    <a:pt x="332567" y="161661"/>
                  </a:cubicBezTo>
                  <a:cubicBezTo>
                    <a:pt x="344264" y="142945"/>
                    <a:pt x="313852" y="131248"/>
                    <a:pt x="332567" y="114873"/>
                  </a:cubicBezTo>
                  <a:cubicBezTo>
                    <a:pt x="353622" y="91479"/>
                    <a:pt x="372337" y="98497"/>
                    <a:pt x="391052" y="114873"/>
                  </a:cubicBezTo>
                  <a:cubicBezTo>
                    <a:pt x="430822" y="168679"/>
                    <a:pt x="465913" y="121891"/>
                    <a:pt x="503343" y="112533"/>
                  </a:cubicBezTo>
                  <a:cubicBezTo>
                    <a:pt x="540774" y="100836"/>
                    <a:pt x="566507" y="42351"/>
                    <a:pt x="622653" y="86800"/>
                  </a:cubicBezTo>
                  <a:cubicBezTo>
                    <a:pt x="632010" y="100836"/>
                    <a:pt x="667101" y="63406"/>
                    <a:pt x="688156" y="4469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8">
              <a:extLst>
                <a:ext uri="{FF2B5EF4-FFF2-40B4-BE49-F238E27FC236}">
                  <a16:creationId xmlns:a16="http://schemas.microsoft.com/office/drawing/2014/main" id="{433AF9CE-309C-4348-9A42-00D8869D4ED3}"/>
                </a:ext>
              </a:extLst>
            </p:cNvPr>
            <p:cNvSpPr/>
            <p:nvPr/>
          </p:nvSpPr>
          <p:spPr>
            <a:xfrm flipH="1">
              <a:off x="9176562" y="4295144"/>
              <a:ext cx="204298" cy="175113"/>
            </a:xfrm>
            <a:custGeom>
              <a:avLst/>
              <a:gdLst>
                <a:gd name="connsiteX0" fmla="*/ 106158 w 163757"/>
                <a:gd name="connsiteY0" fmla="*/ 42994 h 140363"/>
                <a:gd name="connsiteX1" fmla="*/ 122534 w 163757"/>
                <a:gd name="connsiteY1" fmla="*/ 96801 h 140363"/>
                <a:gd name="connsiteX2" fmla="*/ 61710 w 163757"/>
                <a:gd name="connsiteY2" fmla="*/ 71067 h 140363"/>
                <a:gd name="connsiteX3" fmla="*/ 42994 w 163757"/>
                <a:gd name="connsiteY3" fmla="*/ 57031 h 140363"/>
                <a:gd name="connsiteX4" fmla="*/ 61710 w 163757"/>
                <a:gd name="connsiteY4" fmla="*/ 59370 h 140363"/>
                <a:gd name="connsiteX5" fmla="*/ 115516 w 163757"/>
                <a:gd name="connsiteY5" fmla="*/ 89782 h 140363"/>
                <a:gd name="connsiteX6" fmla="*/ 106158 w 163757"/>
                <a:gd name="connsiteY6" fmla="*/ 42994 h 14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57" h="140363">
                  <a:moveTo>
                    <a:pt x="106158" y="42994"/>
                  </a:moveTo>
                  <a:cubicBezTo>
                    <a:pt x="110837" y="66388"/>
                    <a:pt x="143589" y="87443"/>
                    <a:pt x="122534" y="96801"/>
                  </a:cubicBezTo>
                  <a:cubicBezTo>
                    <a:pt x="96801" y="110837"/>
                    <a:pt x="92122" y="85104"/>
                    <a:pt x="61710" y="71067"/>
                  </a:cubicBezTo>
                  <a:cubicBezTo>
                    <a:pt x="54691" y="68728"/>
                    <a:pt x="47673" y="61710"/>
                    <a:pt x="42994" y="57031"/>
                  </a:cubicBezTo>
                  <a:cubicBezTo>
                    <a:pt x="47673" y="57031"/>
                    <a:pt x="59370" y="59370"/>
                    <a:pt x="61710" y="59370"/>
                  </a:cubicBezTo>
                  <a:cubicBezTo>
                    <a:pt x="71067" y="61710"/>
                    <a:pt x="94461" y="94461"/>
                    <a:pt x="115516" y="89782"/>
                  </a:cubicBezTo>
                  <a:cubicBezTo>
                    <a:pt x="129552" y="87443"/>
                    <a:pt x="89782" y="50013"/>
                    <a:pt x="106158" y="42994"/>
                  </a:cubicBezTo>
                  <a:close/>
                </a:path>
              </a:pathLst>
            </a:custGeom>
            <a:solidFill>
              <a:srgbClr val="737171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9">
              <a:extLst>
                <a:ext uri="{FF2B5EF4-FFF2-40B4-BE49-F238E27FC236}">
                  <a16:creationId xmlns:a16="http://schemas.microsoft.com/office/drawing/2014/main" id="{E06A415E-611A-4FFB-A8F2-B22A68F160E2}"/>
                </a:ext>
              </a:extLst>
            </p:cNvPr>
            <p:cNvSpPr/>
            <p:nvPr/>
          </p:nvSpPr>
          <p:spPr>
            <a:xfrm flipH="1">
              <a:off x="9024798" y="4287699"/>
              <a:ext cx="204298" cy="175113"/>
            </a:xfrm>
            <a:custGeom>
              <a:avLst/>
              <a:gdLst>
                <a:gd name="connsiteX0" fmla="*/ 110837 w 163757"/>
                <a:gd name="connsiteY0" fmla="*/ 46623 h 140363"/>
                <a:gd name="connsiteX1" fmla="*/ 89782 w 163757"/>
                <a:gd name="connsiteY1" fmla="*/ 72356 h 140363"/>
                <a:gd name="connsiteX2" fmla="*/ 64049 w 163757"/>
                <a:gd name="connsiteY2" fmla="*/ 72356 h 140363"/>
                <a:gd name="connsiteX3" fmla="*/ 66388 w 163757"/>
                <a:gd name="connsiteY3" fmla="*/ 48962 h 140363"/>
                <a:gd name="connsiteX4" fmla="*/ 42994 w 163757"/>
                <a:gd name="connsiteY4" fmla="*/ 51302 h 140363"/>
                <a:gd name="connsiteX5" fmla="*/ 106158 w 163757"/>
                <a:gd name="connsiteY5" fmla="*/ 74696 h 140363"/>
                <a:gd name="connsiteX6" fmla="*/ 136570 w 163757"/>
                <a:gd name="connsiteY6" fmla="*/ 48962 h 140363"/>
                <a:gd name="connsiteX7" fmla="*/ 110837 w 163757"/>
                <a:gd name="connsiteY7" fmla="*/ 46623 h 14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757" h="140363">
                  <a:moveTo>
                    <a:pt x="110837" y="46623"/>
                  </a:moveTo>
                  <a:cubicBezTo>
                    <a:pt x="108497" y="58320"/>
                    <a:pt x="96800" y="65338"/>
                    <a:pt x="89782" y="72356"/>
                  </a:cubicBezTo>
                  <a:cubicBezTo>
                    <a:pt x="80425" y="79374"/>
                    <a:pt x="68728" y="81714"/>
                    <a:pt x="64049" y="72356"/>
                  </a:cubicBezTo>
                  <a:cubicBezTo>
                    <a:pt x="54691" y="55980"/>
                    <a:pt x="61709" y="58320"/>
                    <a:pt x="66388" y="48962"/>
                  </a:cubicBezTo>
                  <a:cubicBezTo>
                    <a:pt x="52352" y="48962"/>
                    <a:pt x="59370" y="51302"/>
                    <a:pt x="42994" y="51302"/>
                  </a:cubicBezTo>
                  <a:cubicBezTo>
                    <a:pt x="64049" y="109787"/>
                    <a:pt x="59370" y="107447"/>
                    <a:pt x="106158" y="74696"/>
                  </a:cubicBezTo>
                  <a:cubicBezTo>
                    <a:pt x="120194" y="65338"/>
                    <a:pt x="124873" y="58320"/>
                    <a:pt x="136570" y="48962"/>
                  </a:cubicBezTo>
                  <a:cubicBezTo>
                    <a:pt x="122534" y="48962"/>
                    <a:pt x="122534" y="37265"/>
                    <a:pt x="110837" y="46623"/>
                  </a:cubicBezTo>
                  <a:close/>
                </a:path>
              </a:pathLst>
            </a:custGeom>
            <a:solidFill>
              <a:srgbClr val="6C6969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20">
              <a:extLst>
                <a:ext uri="{FF2B5EF4-FFF2-40B4-BE49-F238E27FC236}">
                  <a16:creationId xmlns:a16="http://schemas.microsoft.com/office/drawing/2014/main" id="{76AC0E00-5895-47CF-A3C8-8044A1683F8E}"/>
                </a:ext>
              </a:extLst>
            </p:cNvPr>
            <p:cNvSpPr/>
            <p:nvPr/>
          </p:nvSpPr>
          <p:spPr>
            <a:xfrm flipH="1">
              <a:off x="8887626" y="4255524"/>
              <a:ext cx="175113" cy="145927"/>
            </a:xfrm>
            <a:custGeom>
              <a:avLst/>
              <a:gdLst>
                <a:gd name="connsiteX0" fmla="*/ 94461 w 140363"/>
                <a:gd name="connsiteY0" fmla="*/ 46680 h 116969"/>
                <a:gd name="connsiteX1" fmla="*/ 78085 w 140363"/>
                <a:gd name="connsiteY1" fmla="*/ 72413 h 116969"/>
                <a:gd name="connsiteX2" fmla="*/ 59370 w 140363"/>
                <a:gd name="connsiteY2" fmla="*/ 72413 h 116969"/>
                <a:gd name="connsiteX3" fmla="*/ 61710 w 140363"/>
                <a:gd name="connsiteY3" fmla="*/ 49019 h 116969"/>
                <a:gd name="connsiteX4" fmla="*/ 42994 w 140363"/>
                <a:gd name="connsiteY4" fmla="*/ 49019 h 116969"/>
                <a:gd name="connsiteX5" fmla="*/ 89782 w 140363"/>
                <a:gd name="connsiteY5" fmla="*/ 72413 h 116969"/>
                <a:gd name="connsiteX6" fmla="*/ 113176 w 140363"/>
                <a:gd name="connsiteY6" fmla="*/ 46680 h 116969"/>
                <a:gd name="connsiteX7" fmla="*/ 94461 w 140363"/>
                <a:gd name="connsiteY7" fmla="*/ 46680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0363" h="116969">
                  <a:moveTo>
                    <a:pt x="94461" y="46680"/>
                  </a:moveTo>
                  <a:cubicBezTo>
                    <a:pt x="92122" y="58377"/>
                    <a:pt x="85104" y="65395"/>
                    <a:pt x="78085" y="72413"/>
                  </a:cubicBezTo>
                  <a:cubicBezTo>
                    <a:pt x="71067" y="79432"/>
                    <a:pt x="64049" y="81771"/>
                    <a:pt x="59370" y="72413"/>
                  </a:cubicBezTo>
                  <a:cubicBezTo>
                    <a:pt x="52352" y="56038"/>
                    <a:pt x="57031" y="58377"/>
                    <a:pt x="61710" y="49019"/>
                  </a:cubicBezTo>
                  <a:cubicBezTo>
                    <a:pt x="50013" y="49019"/>
                    <a:pt x="54691" y="49019"/>
                    <a:pt x="42994" y="49019"/>
                  </a:cubicBezTo>
                  <a:cubicBezTo>
                    <a:pt x="59370" y="107504"/>
                    <a:pt x="54691" y="105165"/>
                    <a:pt x="89782" y="72413"/>
                  </a:cubicBezTo>
                  <a:cubicBezTo>
                    <a:pt x="99140" y="63056"/>
                    <a:pt x="103819" y="56038"/>
                    <a:pt x="113176" y="46680"/>
                  </a:cubicBezTo>
                  <a:cubicBezTo>
                    <a:pt x="103819" y="49019"/>
                    <a:pt x="103819" y="37322"/>
                    <a:pt x="94461" y="46680"/>
                  </a:cubicBezTo>
                  <a:close/>
                </a:path>
              </a:pathLst>
            </a:custGeom>
            <a:solidFill>
              <a:srgbClr val="6C6969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EB43BFEA-36D8-4F24-A47E-9EEB34AED6F2}"/>
                </a:ext>
              </a:extLst>
            </p:cNvPr>
            <p:cNvGrpSpPr/>
            <p:nvPr/>
          </p:nvGrpSpPr>
          <p:grpSpPr>
            <a:xfrm flipH="1">
              <a:off x="9546893" y="5193607"/>
              <a:ext cx="1399559" cy="393724"/>
              <a:chOff x="8963351" y="2835327"/>
              <a:chExt cx="1121835" cy="315595"/>
            </a:xfrm>
          </p:grpSpPr>
          <p:sp>
            <p:nvSpPr>
              <p:cNvPr id="171" name="Freeform: Shape 33">
                <a:extLst>
                  <a:ext uri="{FF2B5EF4-FFF2-40B4-BE49-F238E27FC236}">
                    <a16:creationId xmlns:a16="http://schemas.microsoft.com/office/drawing/2014/main" id="{C3AC8A2B-F922-4B1D-BE9E-30E8D5CAC9B4}"/>
                  </a:ext>
                </a:extLst>
              </p:cNvPr>
              <p:cNvSpPr/>
              <p:nvPr/>
            </p:nvSpPr>
            <p:spPr>
              <a:xfrm>
                <a:off x="9991610" y="2901191"/>
                <a:ext cx="93576" cy="163758"/>
              </a:xfrm>
              <a:custGeom>
                <a:avLst/>
                <a:gdLst>
                  <a:gd name="connsiteX0" fmla="*/ 66128 w 93575"/>
                  <a:gd name="connsiteY0" fmla="*/ 106158 h 163757"/>
                  <a:gd name="connsiteX1" fmla="*/ 45074 w 93575"/>
                  <a:gd name="connsiteY1" fmla="*/ 108498 h 163757"/>
                  <a:gd name="connsiteX2" fmla="*/ 45074 w 93575"/>
                  <a:gd name="connsiteY2" fmla="*/ 42994 h 163757"/>
                  <a:gd name="connsiteX3" fmla="*/ 66128 w 93575"/>
                  <a:gd name="connsiteY3" fmla="*/ 87443 h 163757"/>
                  <a:gd name="connsiteX4" fmla="*/ 66128 w 93575"/>
                  <a:gd name="connsiteY4" fmla="*/ 106158 h 163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575" h="163757">
                    <a:moveTo>
                      <a:pt x="66128" y="106158"/>
                    </a:moveTo>
                    <a:cubicBezTo>
                      <a:pt x="59110" y="110837"/>
                      <a:pt x="52092" y="141249"/>
                      <a:pt x="45074" y="108498"/>
                    </a:cubicBezTo>
                    <a:cubicBezTo>
                      <a:pt x="40395" y="89782"/>
                      <a:pt x="45074" y="68728"/>
                      <a:pt x="45074" y="42994"/>
                    </a:cubicBezTo>
                    <a:cubicBezTo>
                      <a:pt x="63789" y="57031"/>
                      <a:pt x="49753" y="80425"/>
                      <a:pt x="66128" y="87443"/>
                    </a:cubicBezTo>
                    <a:cubicBezTo>
                      <a:pt x="66128" y="94461"/>
                      <a:pt x="66128" y="101479"/>
                      <a:pt x="66128" y="106158"/>
                    </a:cubicBezTo>
                    <a:close/>
                  </a:path>
                </a:pathLst>
              </a:custGeom>
              <a:solidFill>
                <a:srgbClr val="050505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34">
                <a:extLst>
                  <a:ext uri="{FF2B5EF4-FFF2-40B4-BE49-F238E27FC236}">
                    <a16:creationId xmlns:a16="http://schemas.microsoft.com/office/drawing/2014/main" id="{5651B2B2-4580-4D17-94B5-048B7EA25702}"/>
                  </a:ext>
                </a:extLst>
              </p:cNvPr>
              <p:cNvSpPr/>
              <p:nvPr/>
            </p:nvSpPr>
            <p:spPr>
              <a:xfrm>
                <a:off x="9071658" y="2854204"/>
                <a:ext cx="444486" cy="257334"/>
              </a:xfrm>
              <a:custGeom>
                <a:avLst/>
                <a:gdLst>
                  <a:gd name="connsiteX0" fmla="*/ 422284 w 444485"/>
                  <a:gd name="connsiteY0" fmla="*/ 183557 h 257333"/>
                  <a:gd name="connsiteX1" fmla="*/ 375496 w 444485"/>
                  <a:gd name="connsiteY1" fmla="*/ 223327 h 257333"/>
                  <a:gd name="connsiteX2" fmla="*/ 66696 w 444485"/>
                  <a:gd name="connsiteY2" fmla="*/ 150805 h 257333"/>
                  <a:gd name="connsiteX3" fmla="*/ 45641 w 444485"/>
                  <a:gd name="connsiteY3" fmla="*/ 94660 h 257333"/>
                  <a:gd name="connsiteX4" fmla="*/ 104126 w 444485"/>
                  <a:gd name="connsiteY4" fmla="*/ 47872 h 257333"/>
                  <a:gd name="connsiteX5" fmla="*/ 377836 w 444485"/>
                  <a:gd name="connsiteY5" fmla="*/ 120393 h 257333"/>
                  <a:gd name="connsiteX6" fmla="*/ 422284 w 444485"/>
                  <a:gd name="connsiteY6" fmla="*/ 183557 h 257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4485" h="257333">
                    <a:moveTo>
                      <a:pt x="422284" y="183557"/>
                    </a:moveTo>
                    <a:cubicBezTo>
                      <a:pt x="429303" y="223327"/>
                      <a:pt x="408248" y="232684"/>
                      <a:pt x="375496" y="223327"/>
                    </a:cubicBezTo>
                    <a:cubicBezTo>
                      <a:pt x="272563" y="199933"/>
                      <a:pt x="169629" y="174199"/>
                      <a:pt x="66696" y="150805"/>
                    </a:cubicBezTo>
                    <a:cubicBezTo>
                      <a:pt x="29265" y="141448"/>
                      <a:pt x="47981" y="115714"/>
                      <a:pt x="45641" y="94660"/>
                    </a:cubicBezTo>
                    <a:cubicBezTo>
                      <a:pt x="38623" y="43193"/>
                      <a:pt x="54999" y="36175"/>
                      <a:pt x="104126" y="47872"/>
                    </a:cubicBezTo>
                    <a:cubicBezTo>
                      <a:pt x="197702" y="66587"/>
                      <a:pt x="286599" y="94660"/>
                      <a:pt x="377836" y="120393"/>
                    </a:cubicBezTo>
                    <a:cubicBezTo>
                      <a:pt x="415266" y="132090"/>
                      <a:pt x="431642" y="146127"/>
                      <a:pt x="422284" y="183557"/>
                    </a:cubicBezTo>
                    <a:close/>
                  </a:path>
                </a:pathLst>
              </a:custGeom>
              <a:solidFill>
                <a:srgbClr val="000000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35">
                <a:extLst>
                  <a:ext uri="{FF2B5EF4-FFF2-40B4-BE49-F238E27FC236}">
                    <a16:creationId xmlns:a16="http://schemas.microsoft.com/office/drawing/2014/main" id="{5FBBF709-2836-4492-B08F-16EEEC8C1DCC}"/>
                  </a:ext>
                </a:extLst>
              </p:cNvPr>
              <p:cNvSpPr/>
              <p:nvPr/>
            </p:nvSpPr>
            <p:spPr>
              <a:xfrm>
                <a:off x="9480134" y="2950191"/>
                <a:ext cx="257334" cy="187152"/>
              </a:xfrm>
              <a:custGeom>
                <a:avLst/>
                <a:gdLst>
                  <a:gd name="connsiteX0" fmla="*/ 229034 w 257333"/>
                  <a:gd name="connsiteY0" fmla="*/ 80552 h 187151"/>
                  <a:gd name="connsiteX1" fmla="*/ 219676 w 257333"/>
                  <a:gd name="connsiteY1" fmla="*/ 122661 h 187151"/>
                  <a:gd name="connsiteX2" fmla="*/ 189264 w 257333"/>
                  <a:gd name="connsiteY2" fmla="*/ 153074 h 187151"/>
                  <a:gd name="connsiteX3" fmla="*/ 67615 w 257333"/>
                  <a:gd name="connsiteY3" fmla="*/ 141377 h 187151"/>
                  <a:gd name="connsiteX4" fmla="*/ 46561 w 257333"/>
                  <a:gd name="connsiteY4" fmla="*/ 89910 h 187151"/>
                  <a:gd name="connsiteX5" fmla="*/ 69955 w 257333"/>
                  <a:gd name="connsiteY5" fmla="*/ 43122 h 187151"/>
                  <a:gd name="connsiteX6" fmla="*/ 224355 w 257333"/>
                  <a:gd name="connsiteY6" fmla="*/ 66516 h 187151"/>
                  <a:gd name="connsiteX7" fmla="*/ 229034 w 257333"/>
                  <a:gd name="connsiteY7" fmla="*/ 80552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7333" h="187151">
                    <a:moveTo>
                      <a:pt x="229034" y="80552"/>
                    </a:moveTo>
                    <a:cubicBezTo>
                      <a:pt x="214997" y="92249"/>
                      <a:pt x="219676" y="108625"/>
                      <a:pt x="219676" y="122661"/>
                    </a:cubicBezTo>
                    <a:cubicBezTo>
                      <a:pt x="222016" y="143716"/>
                      <a:pt x="212658" y="155413"/>
                      <a:pt x="189264" y="153074"/>
                    </a:cubicBezTo>
                    <a:cubicBezTo>
                      <a:pt x="149494" y="148395"/>
                      <a:pt x="107385" y="146055"/>
                      <a:pt x="67615" y="141377"/>
                    </a:cubicBezTo>
                    <a:cubicBezTo>
                      <a:pt x="30185" y="136698"/>
                      <a:pt x="46561" y="108625"/>
                      <a:pt x="46561" y="89910"/>
                    </a:cubicBezTo>
                    <a:cubicBezTo>
                      <a:pt x="44221" y="71195"/>
                      <a:pt x="41882" y="40782"/>
                      <a:pt x="69955" y="43122"/>
                    </a:cubicBezTo>
                    <a:cubicBezTo>
                      <a:pt x="121421" y="47801"/>
                      <a:pt x="172888" y="57158"/>
                      <a:pt x="224355" y="66516"/>
                    </a:cubicBezTo>
                    <a:cubicBezTo>
                      <a:pt x="229034" y="66516"/>
                      <a:pt x="229034" y="75873"/>
                      <a:pt x="229034" y="80552"/>
                    </a:cubicBezTo>
                    <a:close/>
                  </a:path>
                </a:pathLst>
              </a:custGeom>
              <a:solidFill>
                <a:srgbClr val="020202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36">
                <a:extLst>
                  <a:ext uri="{FF2B5EF4-FFF2-40B4-BE49-F238E27FC236}">
                    <a16:creationId xmlns:a16="http://schemas.microsoft.com/office/drawing/2014/main" id="{55657E9D-A556-43B2-A841-D84B0350A109}"/>
                  </a:ext>
                </a:extLst>
              </p:cNvPr>
              <p:cNvSpPr/>
              <p:nvPr/>
            </p:nvSpPr>
            <p:spPr>
              <a:xfrm>
                <a:off x="9682317" y="2963770"/>
                <a:ext cx="280728" cy="187152"/>
              </a:xfrm>
              <a:custGeom>
                <a:avLst/>
                <a:gdLst>
                  <a:gd name="connsiteX0" fmla="*/ 239736 w 280727"/>
                  <a:gd name="connsiteY0" fmla="*/ 57616 h 187151"/>
                  <a:gd name="connsiteX1" fmla="*/ 237397 w 280727"/>
                  <a:gd name="connsiteY1" fmla="*/ 104404 h 187151"/>
                  <a:gd name="connsiteX2" fmla="*/ 211663 w 280727"/>
                  <a:gd name="connsiteY2" fmla="*/ 141834 h 187151"/>
                  <a:gd name="connsiteX3" fmla="*/ 80657 w 280727"/>
                  <a:gd name="connsiteY3" fmla="*/ 151192 h 187151"/>
                  <a:gd name="connsiteX4" fmla="*/ 47906 w 280727"/>
                  <a:gd name="connsiteY4" fmla="*/ 99725 h 187151"/>
                  <a:gd name="connsiteX5" fmla="*/ 66621 w 280727"/>
                  <a:gd name="connsiteY5" fmla="*/ 45919 h 187151"/>
                  <a:gd name="connsiteX6" fmla="*/ 235057 w 280727"/>
                  <a:gd name="connsiteY6" fmla="*/ 43579 h 187151"/>
                  <a:gd name="connsiteX7" fmla="*/ 239736 w 280727"/>
                  <a:gd name="connsiteY7" fmla="*/ 57616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0727" h="187151">
                    <a:moveTo>
                      <a:pt x="239736" y="57616"/>
                    </a:moveTo>
                    <a:cubicBezTo>
                      <a:pt x="225700" y="71652"/>
                      <a:pt x="235057" y="88028"/>
                      <a:pt x="237397" y="104404"/>
                    </a:cubicBezTo>
                    <a:cubicBezTo>
                      <a:pt x="244415" y="127798"/>
                      <a:pt x="235057" y="139495"/>
                      <a:pt x="211663" y="141834"/>
                    </a:cubicBezTo>
                    <a:cubicBezTo>
                      <a:pt x="167215" y="144173"/>
                      <a:pt x="125106" y="148852"/>
                      <a:pt x="80657" y="151192"/>
                    </a:cubicBezTo>
                    <a:cubicBezTo>
                      <a:pt x="40887" y="153531"/>
                      <a:pt x="52584" y="120779"/>
                      <a:pt x="47906" y="99725"/>
                    </a:cubicBezTo>
                    <a:cubicBezTo>
                      <a:pt x="43227" y="78670"/>
                      <a:pt x="33869" y="48258"/>
                      <a:pt x="66621" y="45919"/>
                    </a:cubicBezTo>
                    <a:cubicBezTo>
                      <a:pt x="122766" y="41240"/>
                      <a:pt x="178912" y="43579"/>
                      <a:pt x="235057" y="43579"/>
                    </a:cubicBezTo>
                    <a:cubicBezTo>
                      <a:pt x="235057" y="43579"/>
                      <a:pt x="237397" y="52937"/>
                      <a:pt x="239736" y="57616"/>
                    </a:cubicBezTo>
                    <a:close/>
                  </a:path>
                </a:pathLst>
              </a:custGeom>
              <a:solidFill>
                <a:srgbClr val="020202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37">
                <a:extLst>
                  <a:ext uri="{FF2B5EF4-FFF2-40B4-BE49-F238E27FC236}">
                    <a16:creationId xmlns:a16="http://schemas.microsoft.com/office/drawing/2014/main" id="{2BD9E4E2-0FE5-4CA9-A0D2-B8587B1E1B07}"/>
                  </a:ext>
                </a:extLst>
              </p:cNvPr>
              <p:cNvSpPr/>
              <p:nvPr/>
            </p:nvSpPr>
            <p:spPr>
              <a:xfrm>
                <a:off x="8963351" y="2835327"/>
                <a:ext cx="140364" cy="187152"/>
              </a:xfrm>
              <a:custGeom>
                <a:avLst/>
                <a:gdLst>
                  <a:gd name="connsiteX0" fmla="*/ 43997 w 140363"/>
                  <a:gd name="connsiteY0" fmla="*/ 99500 h 187151"/>
                  <a:gd name="connsiteX1" fmla="*/ 76749 w 140363"/>
                  <a:gd name="connsiteY1" fmla="*/ 43355 h 187151"/>
                  <a:gd name="connsiteX2" fmla="*/ 104821 w 140363"/>
                  <a:gd name="connsiteY2" fmla="*/ 113537 h 187151"/>
                  <a:gd name="connsiteX3" fmla="*/ 72070 w 140363"/>
                  <a:gd name="connsiteY3" fmla="*/ 155646 h 187151"/>
                  <a:gd name="connsiteX4" fmla="*/ 43997 w 140363"/>
                  <a:gd name="connsiteY4" fmla="*/ 99500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363" h="187151">
                    <a:moveTo>
                      <a:pt x="43997" y="99500"/>
                    </a:moveTo>
                    <a:cubicBezTo>
                      <a:pt x="53355" y="80785"/>
                      <a:pt x="27621" y="38676"/>
                      <a:pt x="76749" y="43355"/>
                    </a:cubicBezTo>
                    <a:cubicBezTo>
                      <a:pt x="130555" y="48033"/>
                      <a:pt x="100143" y="90143"/>
                      <a:pt x="104821" y="113537"/>
                    </a:cubicBezTo>
                    <a:cubicBezTo>
                      <a:pt x="109500" y="134591"/>
                      <a:pt x="107161" y="157985"/>
                      <a:pt x="72070" y="155646"/>
                    </a:cubicBezTo>
                    <a:cubicBezTo>
                      <a:pt x="27621" y="153306"/>
                      <a:pt x="48676" y="120555"/>
                      <a:pt x="43997" y="995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38">
                <a:extLst>
                  <a:ext uri="{FF2B5EF4-FFF2-40B4-BE49-F238E27FC236}">
                    <a16:creationId xmlns:a16="http://schemas.microsoft.com/office/drawing/2014/main" id="{5920504F-92A1-4CB7-942F-D73F7C25223A}"/>
                  </a:ext>
                </a:extLst>
              </p:cNvPr>
              <p:cNvSpPr/>
              <p:nvPr/>
            </p:nvSpPr>
            <p:spPr>
              <a:xfrm>
                <a:off x="9892135" y="2926594"/>
                <a:ext cx="163758" cy="187152"/>
              </a:xfrm>
              <a:custGeom>
                <a:avLst/>
                <a:gdLst>
                  <a:gd name="connsiteX0" fmla="*/ 46294 w 163757"/>
                  <a:gd name="connsiteY0" fmla="*/ 155616 h 187151"/>
                  <a:gd name="connsiteX1" fmla="*/ 43954 w 163757"/>
                  <a:gd name="connsiteY1" fmla="*/ 111167 h 187151"/>
                  <a:gd name="connsiteX2" fmla="*/ 100100 w 163757"/>
                  <a:gd name="connsiteY2" fmla="*/ 45664 h 187151"/>
                  <a:gd name="connsiteX3" fmla="*/ 123494 w 163757"/>
                  <a:gd name="connsiteY3" fmla="*/ 64379 h 187151"/>
                  <a:gd name="connsiteX4" fmla="*/ 46294 w 163757"/>
                  <a:gd name="connsiteY4" fmla="*/ 155616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3757" h="187151">
                    <a:moveTo>
                      <a:pt x="46294" y="155616"/>
                    </a:moveTo>
                    <a:cubicBezTo>
                      <a:pt x="46294" y="141579"/>
                      <a:pt x="46294" y="125204"/>
                      <a:pt x="43954" y="111167"/>
                    </a:cubicBezTo>
                    <a:cubicBezTo>
                      <a:pt x="36936" y="66719"/>
                      <a:pt x="69688" y="57361"/>
                      <a:pt x="100100" y="45664"/>
                    </a:cubicBezTo>
                    <a:cubicBezTo>
                      <a:pt x="116476" y="38646"/>
                      <a:pt x="123494" y="45664"/>
                      <a:pt x="123494" y="64379"/>
                    </a:cubicBezTo>
                    <a:cubicBezTo>
                      <a:pt x="121155" y="115846"/>
                      <a:pt x="102439" y="153276"/>
                      <a:pt x="46294" y="155616"/>
                    </a:cubicBezTo>
                    <a:close/>
                  </a:path>
                </a:pathLst>
              </a:custGeom>
              <a:solidFill>
                <a:srgbClr val="020202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0" name="Freeform: Shape 22">
              <a:extLst>
                <a:ext uri="{FF2B5EF4-FFF2-40B4-BE49-F238E27FC236}">
                  <a16:creationId xmlns:a16="http://schemas.microsoft.com/office/drawing/2014/main" id="{2E457C0C-3542-4108-9DDF-A503D1260EE9}"/>
                </a:ext>
              </a:extLst>
            </p:cNvPr>
            <p:cNvSpPr/>
            <p:nvPr/>
          </p:nvSpPr>
          <p:spPr>
            <a:xfrm flipH="1">
              <a:off x="9801847" y="4826319"/>
              <a:ext cx="145927" cy="145927"/>
            </a:xfrm>
            <a:custGeom>
              <a:avLst/>
              <a:gdLst>
                <a:gd name="connsiteX0" fmla="*/ 66963 w 116969"/>
                <a:gd name="connsiteY0" fmla="*/ 42994 h 116969"/>
                <a:gd name="connsiteX1" fmla="*/ 85678 w 116969"/>
                <a:gd name="connsiteY1" fmla="*/ 66388 h 116969"/>
                <a:gd name="connsiteX2" fmla="*/ 59945 w 116969"/>
                <a:gd name="connsiteY2" fmla="*/ 87443 h 116969"/>
                <a:gd name="connsiteX3" fmla="*/ 43569 w 116969"/>
                <a:gd name="connsiteY3" fmla="*/ 61709 h 116969"/>
                <a:gd name="connsiteX4" fmla="*/ 66963 w 116969"/>
                <a:gd name="connsiteY4" fmla="*/ 42994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69" h="116969">
                  <a:moveTo>
                    <a:pt x="66963" y="42994"/>
                  </a:moveTo>
                  <a:cubicBezTo>
                    <a:pt x="78660" y="45334"/>
                    <a:pt x="88017" y="54691"/>
                    <a:pt x="85678" y="66388"/>
                  </a:cubicBezTo>
                  <a:cubicBezTo>
                    <a:pt x="85678" y="80425"/>
                    <a:pt x="76320" y="92122"/>
                    <a:pt x="59945" y="87443"/>
                  </a:cubicBezTo>
                  <a:cubicBezTo>
                    <a:pt x="45908" y="85103"/>
                    <a:pt x="41229" y="73406"/>
                    <a:pt x="43569" y="61709"/>
                  </a:cubicBezTo>
                  <a:cubicBezTo>
                    <a:pt x="45908" y="50012"/>
                    <a:pt x="52926" y="42994"/>
                    <a:pt x="66963" y="42994"/>
                  </a:cubicBezTo>
                  <a:close/>
                </a:path>
              </a:pathLst>
            </a:custGeom>
            <a:solidFill>
              <a:srgbClr val="D6D6D6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23">
              <a:extLst>
                <a:ext uri="{FF2B5EF4-FFF2-40B4-BE49-F238E27FC236}">
                  <a16:creationId xmlns:a16="http://schemas.microsoft.com/office/drawing/2014/main" id="{BC5DA0D1-3B3A-4A1F-9AFF-E9DF4B49A31C}"/>
                </a:ext>
              </a:extLst>
            </p:cNvPr>
            <p:cNvSpPr/>
            <p:nvPr/>
          </p:nvSpPr>
          <p:spPr>
            <a:xfrm flipH="1">
              <a:off x="9777783" y="5222682"/>
              <a:ext cx="145927" cy="145927"/>
            </a:xfrm>
            <a:custGeom>
              <a:avLst/>
              <a:gdLst>
                <a:gd name="connsiteX0" fmla="*/ 80425 w 116969"/>
                <a:gd name="connsiteY0" fmla="*/ 59818 h 116969"/>
                <a:gd name="connsiteX1" fmla="*/ 64049 w 116969"/>
                <a:gd name="connsiteY1" fmla="*/ 80873 h 116969"/>
                <a:gd name="connsiteX2" fmla="*/ 42994 w 116969"/>
                <a:gd name="connsiteY2" fmla="*/ 64497 h 116969"/>
                <a:gd name="connsiteX3" fmla="*/ 61710 w 116969"/>
                <a:gd name="connsiteY3" fmla="*/ 43443 h 116969"/>
                <a:gd name="connsiteX4" fmla="*/ 80425 w 116969"/>
                <a:gd name="connsiteY4" fmla="*/ 59818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69" h="116969">
                  <a:moveTo>
                    <a:pt x="80425" y="59818"/>
                  </a:moveTo>
                  <a:cubicBezTo>
                    <a:pt x="80425" y="71515"/>
                    <a:pt x="75746" y="78534"/>
                    <a:pt x="64049" y="80873"/>
                  </a:cubicBezTo>
                  <a:cubicBezTo>
                    <a:pt x="52352" y="80873"/>
                    <a:pt x="45334" y="73855"/>
                    <a:pt x="42994" y="64497"/>
                  </a:cubicBezTo>
                  <a:cubicBezTo>
                    <a:pt x="42994" y="52800"/>
                    <a:pt x="50013" y="45782"/>
                    <a:pt x="61710" y="43443"/>
                  </a:cubicBezTo>
                  <a:cubicBezTo>
                    <a:pt x="71067" y="41103"/>
                    <a:pt x="78085" y="48121"/>
                    <a:pt x="80425" y="59818"/>
                  </a:cubicBezTo>
                  <a:close/>
                </a:path>
              </a:pathLst>
            </a:custGeom>
            <a:solidFill>
              <a:srgbClr val="CFCFCF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24">
              <a:extLst>
                <a:ext uri="{FF2B5EF4-FFF2-40B4-BE49-F238E27FC236}">
                  <a16:creationId xmlns:a16="http://schemas.microsoft.com/office/drawing/2014/main" id="{C423904A-EBF6-4C36-BE7E-CCDD28259EDD}"/>
                </a:ext>
              </a:extLst>
            </p:cNvPr>
            <p:cNvSpPr/>
            <p:nvPr/>
          </p:nvSpPr>
          <p:spPr>
            <a:xfrm flipH="1">
              <a:off x="9880491" y="4449267"/>
              <a:ext cx="145927" cy="145927"/>
            </a:xfrm>
            <a:custGeom>
              <a:avLst/>
              <a:gdLst>
                <a:gd name="connsiteX0" fmla="*/ 59818 w 116969"/>
                <a:gd name="connsiteY0" fmla="*/ 80873 h 116969"/>
                <a:gd name="connsiteX1" fmla="*/ 43443 w 116969"/>
                <a:gd name="connsiteY1" fmla="*/ 59818 h 116969"/>
                <a:gd name="connsiteX2" fmla="*/ 64497 w 116969"/>
                <a:gd name="connsiteY2" fmla="*/ 43443 h 116969"/>
                <a:gd name="connsiteX3" fmla="*/ 78534 w 116969"/>
                <a:gd name="connsiteY3" fmla="*/ 62158 h 116969"/>
                <a:gd name="connsiteX4" fmla="*/ 59818 w 116969"/>
                <a:gd name="connsiteY4" fmla="*/ 80873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69" h="116969">
                  <a:moveTo>
                    <a:pt x="59818" y="80873"/>
                  </a:moveTo>
                  <a:cubicBezTo>
                    <a:pt x="48121" y="78534"/>
                    <a:pt x="41103" y="73855"/>
                    <a:pt x="43443" y="59818"/>
                  </a:cubicBezTo>
                  <a:cubicBezTo>
                    <a:pt x="45782" y="48121"/>
                    <a:pt x="52800" y="41103"/>
                    <a:pt x="64497" y="43443"/>
                  </a:cubicBezTo>
                  <a:cubicBezTo>
                    <a:pt x="73855" y="45782"/>
                    <a:pt x="80873" y="52800"/>
                    <a:pt x="78534" y="62158"/>
                  </a:cubicBezTo>
                  <a:cubicBezTo>
                    <a:pt x="78534" y="73855"/>
                    <a:pt x="71515" y="80873"/>
                    <a:pt x="59818" y="80873"/>
                  </a:cubicBezTo>
                  <a:close/>
                </a:path>
              </a:pathLst>
            </a:custGeom>
            <a:solidFill>
              <a:srgbClr val="D6D5D5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25">
              <a:extLst>
                <a:ext uri="{FF2B5EF4-FFF2-40B4-BE49-F238E27FC236}">
                  <a16:creationId xmlns:a16="http://schemas.microsoft.com/office/drawing/2014/main" id="{18ACB8D4-545A-4926-A15E-8484C7B17E3B}"/>
                </a:ext>
              </a:extLst>
            </p:cNvPr>
            <p:cNvSpPr/>
            <p:nvPr/>
          </p:nvSpPr>
          <p:spPr>
            <a:xfrm flipH="1">
              <a:off x="9736923" y="2240488"/>
              <a:ext cx="700452" cy="904749"/>
            </a:xfrm>
            <a:custGeom>
              <a:avLst/>
              <a:gdLst>
                <a:gd name="connsiteX0" fmla="*/ 515553 w 561455"/>
                <a:gd name="connsiteY0" fmla="*/ 42994 h 725213"/>
                <a:gd name="connsiteX1" fmla="*/ 501517 w 561455"/>
                <a:gd name="connsiteY1" fmla="*/ 57031 h 725213"/>
                <a:gd name="connsiteX2" fmla="*/ 506195 w 561455"/>
                <a:gd name="connsiteY2" fmla="*/ 204413 h 725213"/>
                <a:gd name="connsiteX3" fmla="*/ 396244 w 561455"/>
                <a:gd name="connsiteY3" fmla="*/ 534268 h 725213"/>
                <a:gd name="connsiteX4" fmla="*/ 351795 w 561455"/>
                <a:gd name="connsiteY4" fmla="*/ 597432 h 725213"/>
                <a:gd name="connsiteX5" fmla="*/ 293310 w 561455"/>
                <a:gd name="connsiteY5" fmla="*/ 691008 h 725213"/>
                <a:gd name="connsiteX6" fmla="*/ 42994 w 561455"/>
                <a:gd name="connsiteY6" fmla="*/ 564680 h 725213"/>
                <a:gd name="connsiteX7" fmla="*/ 283952 w 561455"/>
                <a:gd name="connsiteY7" fmla="*/ 700366 h 725213"/>
                <a:gd name="connsiteX8" fmla="*/ 326062 w 561455"/>
                <a:gd name="connsiteY8" fmla="*/ 681650 h 725213"/>
                <a:gd name="connsiteX9" fmla="*/ 363492 w 561455"/>
                <a:gd name="connsiteY9" fmla="*/ 595093 h 725213"/>
                <a:gd name="connsiteX10" fmla="*/ 398583 w 561455"/>
                <a:gd name="connsiteY10" fmla="*/ 543626 h 725213"/>
                <a:gd name="connsiteX11" fmla="*/ 468765 w 561455"/>
                <a:gd name="connsiteY11" fmla="*/ 412619 h 725213"/>
                <a:gd name="connsiteX12" fmla="*/ 515553 w 561455"/>
                <a:gd name="connsiteY12" fmla="*/ 206752 h 725213"/>
                <a:gd name="connsiteX13" fmla="*/ 515553 w 561455"/>
                <a:gd name="connsiteY13" fmla="*/ 42994 h 725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1455" h="725213">
                  <a:moveTo>
                    <a:pt x="515553" y="42994"/>
                  </a:moveTo>
                  <a:cubicBezTo>
                    <a:pt x="503856" y="50013"/>
                    <a:pt x="513214" y="50013"/>
                    <a:pt x="501517" y="57031"/>
                  </a:cubicBezTo>
                  <a:cubicBezTo>
                    <a:pt x="506195" y="106158"/>
                    <a:pt x="510874" y="143589"/>
                    <a:pt x="506195" y="204413"/>
                  </a:cubicBezTo>
                  <a:cubicBezTo>
                    <a:pt x="424316" y="354134"/>
                    <a:pt x="517892" y="396244"/>
                    <a:pt x="396244" y="534268"/>
                  </a:cubicBezTo>
                  <a:cubicBezTo>
                    <a:pt x="384547" y="548305"/>
                    <a:pt x="351795" y="597432"/>
                    <a:pt x="351795" y="597432"/>
                  </a:cubicBezTo>
                  <a:cubicBezTo>
                    <a:pt x="330740" y="632523"/>
                    <a:pt x="309686" y="695687"/>
                    <a:pt x="293310" y="691008"/>
                  </a:cubicBezTo>
                  <a:cubicBezTo>
                    <a:pt x="220789" y="665275"/>
                    <a:pt x="106158" y="613808"/>
                    <a:pt x="42994" y="564680"/>
                  </a:cubicBezTo>
                  <a:cubicBezTo>
                    <a:pt x="110837" y="632523"/>
                    <a:pt x="197395" y="669953"/>
                    <a:pt x="283952" y="700366"/>
                  </a:cubicBezTo>
                  <a:cubicBezTo>
                    <a:pt x="300328" y="705044"/>
                    <a:pt x="319043" y="698026"/>
                    <a:pt x="326062" y="681650"/>
                  </a:cubicBezTo>
                  <a:cubicBezTo>
                    <a:pt x="337759" y="653578"/>
                    <a:pt x="356474" y="611468"/>
                    <a:pt x="363492" y="595093"/>
                  </a:cubicBezTo>
                  <a:cubicBezTo>
                    <a:pt x="363492" y="595093"/>
                    <a:pt x="386886" y="560002"/>
                    <a:pt x="398583" y="543626"/>
                  </a:cubicBezTo>
                  <a:cubicBezTo>
                    <a:pt x="431335" y="503856"/>
                    <a:pt x="461747" y="464086"/>
                    <a:pt x="468765" y="412619"/>
                  </a:cubicBezTo>
                  <a:cubicBezTo>
                    <a:pt x="475783" y="342437"/>
                    <a:pt x="473444" y="269916"/>
                    <a:pt x="515553" y="206752"/>
                  </a:cubicBezTo>
                  <a:cubicBezTo>
                    <a:pt x="527250" y="148267"/>
                    <a:pt x="515553" y="101479"/>
                    <a:pt x="515553" y="42994"/>
                  </a:cubicBezTo>
                  <a:close/>
                </a:path>
              </a:pathLst>
            </a:custGeom>
            <a:solidFill>
              <a:srgbClr val="949393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26">
              <a:extLst>
                <a:ext uri="{FF2B5EF4-FFF2-40B4-BE49-F238E27FC236}">
                  <a16:creationId xmlns:a16="http://schemas.microsoft.com/office/drawing/2014/main" id="{B347C40E-B430-4A8B-B0D1-70FC5F344766}"/>
                </a:ext>
              </a:extLst>
            </p:cNvPr>
            <p:cNvSpPr/>
            <p:nvPr/>
          </p:nvSpPr>
          <p:spPr>
            <a:xfrm flipH="1">
              <a:off x="9661041" y="4212695"/>
              <a:ext cx="262669" cy="145927"/>
            </a:xfrm>
            <a:custGeom>
              <a:avLst/>
              <a:gdLst>
                <a:gd name="connsiteX0" fmla="*/ 159964 w 210545"/>
                <a:gd name="connsiteY0" fmla="*/ 73991 h 116969"/>
                <a:gd name="connsiteX1" fmla="*/ 42994 w 210545"/>
                <a:gd name="connsiteY1" fmla="*/ 55276 h 116969"/>
                <a:gd name="connsiteX2" fmla="*/ 190376 w 210545"/>
                <a:gd name="connsiteY2" fmla="*/ 55276 h 116969"/>
                <a:gd name="connsiteX3" fmla="*/ 159964 w 210545"/>
                <a:gd name="connsiteY3" fmla="*/ 73991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545" h="116969">
                  <a:moveTo>
                    <a:pt x="159964" y="73991"/>
                  </a:moveTo>
                  <a:cubicBezTo>
                    <a:pt x="127213" y="34222"/>
                    <a:pt x="82764" y="69313"/>
                    <a:pt x="42994" y="55276"/>
                  </a:cubicBezTo>
                  <a:cubicBezTo>
                    <a:pt x="92122" y="38900"/>
                    <a:pt x="136570" y="38900"/>
                    <a:pt x="190376" y="55276"/>
                  </a:cubicBezTo>
                  <a:cubicBezTo>
                    <a:pt x="181019" y="59955"/>
                    <a:pt x="171661" y="66973"/>
                    <a:pt x="159964" y="73991"/>
                  </a:cubicBezTo>
                  <a:close/>
                </a:path>
              </a:pathLst>
            </a:custGeom>
            <a:solidFill>
              <a:srgbClr val="AFAEAE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27">
              <a:extLst>
                <a:ext uri="{FF2B5EF4-FFF2-40B4-BE49-F238E27FC236}">
                  <a16:creationId xmlns:a16="http://schemas.microsoft.com/office/drawing/2014/main" id="{17B438A6-91E8-47A0-866E-695D451E81CC}"/>
                </a:ext>
              </a:extLst>
            </p:cNvPr>
            <p:cNvSpPr/>
            <p:nvPr/>
          </p:nvSpPr>
          <p:spPr>
            <a:xfrm flipH="1">
              <a:off x="9845265" y="4434879"/>
              <a:ext cx="204298" cy="963120"/>
            </a:xfrm>
            <a:custGeom>
              <a:avLst/>
              <a:gdLst>
                <a:gd name="connsiteX0" fmla="*/ 122818 w 163757"/>
                <a:gd name="connsiteY0" fmla="*/ 412904 h 772001"/>
                <a:gd name="connsiteX1" fmla="*/ 73691 w 163757"/>
                <a:gd name="connsiteY1" fmla="*/ 244467 h 772001"/>
                <a:gd name="connsiteX2" fmla="*/ 38600 w 163757"/>
                <a:gd name="connsiteY2" fmla="*/ 45618 h 772001"/>
                <a:gd name="connsiteX3" fmla="*/ 17545 w 163757"/>
                <a:gd name="connsiteY3" fmla="*/ 17545 h 772001"/>
                <a:gd name="connsiteX4" fmla="*/ 17545 w 163757"/>
                <a:gd name="connsiteY4" fmla="*/ 17545 h 772001"/>
                <a:gd name="connsiteX5" fmla="*/ 57315 w 163757"/>
                <a:gd name="connsiteY5" fmla="*/ 214055 h 772001"/>
                <a:gd name="connsiteX6" fmla="*/ 106443 w 163757"/>
                <a:gd name="connsiteY6" fmla="*/ 412904 h 772001"/>
                <a:gd name="connsiteX7" fmla="*/ 115800 w 163757"/>
                <a:gd name="connsiteY7" fmla="*/ 674917 h 772001"/>
                <a:gd name="connsiteX8" fmla="*/ 92406 w 163757"/>
                <a:gd name="connsiteY8" fmla="*/ 754456 h 772001"/>
                <a:gd name="connsiteX9" fmla="*/ 104103 w 163757"/>
                <a:gd name="connsiteY9" fmla="*/ 756796 h 772001"/>
                <a:gd name="connsiteX10" fmla="*/ 132176 w 163757"/>
                <a:gd name="connsiteY10" fmla="*/ 677256 h 772001"/>
                <a:gd name="connsiteX11" fmla="*/ 122818 w 163757"/>
                <a:gd name="connsiteY11" fmla="*/ 412904 h 77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3757" h="772001">
                  <a:moveTo>
                    <a:pt x="122818" y="412904"/>
                  </a:moveTo>
                  <a:cubicBezTo>
                    <a:pt x="94746" y="359098"/>
                    <a:pt x="71352" y="300613"/>
                    <a:pt x="73691" y="244467"/>
                  </a:cubicBezTo>
                  <a:cubicBezTo>
                    <a:pt x="76030" y="174285"/>
                    <a:pt x="54976" y="111121"/>
                    <a:pt x="38600" y="45618"/>
                  </a:cubicBezTo>
                  <a:cubicBezTo>
                    <a:pt x="36261" y="31582"/>
                    <a:pt x="36261" y="17545"/>
                    <a:pt x="17545" y="17545"/>
                  </a:cubicBezTo>
                  <a:lnTo>
                    <a:pt x="17545" y="17545"/>
                  </a:lnTo>
                  <a:cubicBezTo>
                    <a:pt x="22224" y="85388"/>
                    <a:pt x="61994" y="146212"/>
                    <a:pt x="57315" y="214055"/>
                  </a:cubicBezTo>
                  <a:cubicBezTo>
                    <a:pt x="52636" y="284237"/>
                    <a:pt x="76030" y="349740"/>
                    <a:pt x="106443" y="412904"/>
                  </a:cubicBezTo>
                  <a:cubicBezTo>
                    <a:pt x="148552" y="497122"/>
                    <a:pt x="169606" y="583680"/>
                    <a:pt x="115800" y="674917"/>
                  </a:cubicBezTo>
                  <a:cubicBezTo>
                    <a:pt x="101764" y="698311"/>
                    <a:pt x="99424" y="728723"/>
                    <a:pt x="92406" y="754456"/>
                  </a:cubicBezTo>
                  <a:cubicBezTo>
                    <a:pt x="97085" y="754456"/>
                    <a:pt x="99424" y="756796"/>
                    <a:pt x="104103" y="756796"/>
                  </a:cubicBezTo>
                  <a:cubicBezTo>
                    <a:pt x="113461" y="731062"/>
                    <a:pt x="118140" y="700650"/>
                    <a:pt x="132176" y="677256"/>
                  </a:cubicBezTo>
                  <a:cubicBezTo>
                    <a:pt x="188322" y="586019"/>
                    <a:pt x="167267" y="499462"/>
                    <a:pt x="122818" y="412904"/>
                  </a:cubicBezTo>
                  <a:close/>
                </a:path>
              </a:pathLst>
            </a:custGeom>
            <a:solidFill>
              <a:srgbClr val="AE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28">
              <a:extLst>
                <a:ext uri="{FF2B5EF4-FFF2-40B4-BE49-F238E27FC236}">
                  <a16:creationId xmlns:a16="http://schemas.microsoft.com/office/drawing/2014/main" id="{EDFE34AF-9461-4CF2-8C49-EB33BA2317C8}"/>
                </a:ext>
              </a:extLst>
            </p:cNvPr>
            <p:cNvSpPr/>
            <p:nvPr/>
          </p:nvSpPr>
          <p:spPr>
            <a:xfrm flipH="1">
              <a:off x="10058319" y="3573908"/>
              <a:ext cx="87556" cy="671266"/>
            </a:xfrm>
            <a:custGeom>
              <a:avLst/>
              <a:gdLst>
                <a:gd name="connsiteX0" fmla="*/ 43279 w 70181"/>
                <a:gd name="connsiteY0" fmla="*/ 267861 h 538061"/>
                <a:gd name="connsiteX1" fmla="*/ 29242 w 70181"/>
                <a:gd name="connsiteY1" fmla="*/ 127497 h 538061"/>
                <a:gd name="connsiteX2" fmla="*/ 26903 w 70181"/>
                <a:gd name="connsiteY2" fmla="*/ 17545 h 538061"/>
                <a:gd name="connsiteX3" fmla="*/ 17545 w 70181"/>
                <a:gd name="connsiteY3" fmla="*/ 50297 h 538061"/>
                <a:gd name="connsiteX4" fmla="*/ 19885 w 70181"/>
                <a:gd name="connsiteY4" fmla="*/ 139194 h 538061"/>
                <a:gd name="connsiteX5" fmla="*/ 19885 w 70181"/>
                <a:gd name="connsiteY5" fmla="*/ 139194 h 538061"/>
                <a:gd name="connsiteX6" fmla="*/ 19885 w 70181"/>
                <a:gd name="connsiteY6" fmla="*/ 139194 h 538061"/>
                <a:gd name="connsiteX7" fmla="*/ 45618 w 70181"/>
                <a:gd name="connsiteY7" fmla="*/ 536892 h 538061"/>
                <a:gd name="connsiteX8" fmla="*/ 64333 w 70181"/>
                <a:gd name="connsiteY8" fmla="*/ 527535 h 538061"/>
                <a:gd name="connsiteX9" fmla="*/ 43279 w 70181"/>
                <a:gd name="connsiteY9" fmla="*/ 267861 h 538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181" h="538061">
                  <a:moveTo>
                    <a:pt x="43279" y="267861"/>
                  </a:moveTo>
                  <a:cubicBezTo>
                    <a:pt x="40939" y="228092"/>
                    <a:pt x="31582" y="171946"/>
                    <a:pt x="29242" y="127497"/>
                  </a:cubicBezTo>
                  <a:cubicBezTo>
                    <a:pt x="29242" y="87728"/>
                    <a:pt x="26903" y="57315"/>
                    <a:pt x="26903" y="17545"/>
                  </a:cubicBezTo>
                  <a:cubicBezTo>
                    <a:pt x="22224" y="33921"/>
                    <a:pt x="22224" y="29242"/>
                    <a:pt x="17545" y="50297"/>
                  </a:cubicBezTo>
                  <a:cubicBezTo>
                    <a:pt x="19885" y="78370"/>
                    <a:pt x="15206" y="106443"/>
                    <a:pt x="19885" y="139194"/>
                  </a:cubicBezTo>
                  <a:cubicBezTo>
                    <a:pt x="19885" y="139194"/>
                    <a:pt x="19885" y="139194"/>
                    <a:pt x="19885" y="139194"/>
                  </a:cubicBezTo>
                  <a:lnTo>
                    <a:pt x="19885" y="139194"/>
                  </a:lnTo>
                  <a:cubicBezTo>
                    <a:pt x="29242" y="263183"/>
                    <a:pt x="24564" y="405886"/>
                    <a:pt x="45618" y="536892"/>
                  </a:cubicBezTo>
                  <a:cubicBezTo>
                    <a:pt x="54976" y="532213"/>
                    <a:pt x="54976" y="529874"/>
                    <a:pt x="64333" y="527535"/>
                  </a:cubicBezTo>
                  <a:cubicBezTo>
                    <a:pt x="64333" y="525195"/>
                    <a:pt x="47958" y="340383"/>
                    <a:pt x="43279" y="267861"/>
                  </a:cubicBezTo>
                  <a:close/>
                </a:path>
              </a:pathLst>
            </a:custGeom>
            <a:solidFill>
              <a:srgbClr val="AE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29">
              <a:extLst>
                <a:ext uri="{FF2B5EF4-FFF2-40B4-BE49-F238E27FC236}">
                  <a16:creationId xmlns:a16="http://schemas.microsoft.com/office/drawing/2014/main" id="{8DA2088D-AC90-4B51-BF53-0E5BD4E53996}"/>
                </a:ext>
              </a:extLst>
            </p:cNvPr>
            <p:cNvSpPr/>
            <p:nvPr/>
          </p:nvSpPr>
          <p:spPr>
            <a:xfrm flipH="1">
              <a:off x="9984999" y="3708516"/>
              <a:ext cx="145927" cy="145927"/>
            </a:xfrm>
            <a:custGeom>
              <a:avLst/>
              <a:gdLst>
                <a:gd name="connsiteX0" fmla="*/ 61710 w 116969"/>
                <a:gd name="connsiteY0" fmla="*/ 42994 h 116969"/>
                <a:gd name="connsiteX1" fmla="*/ 80425 w 116969"/>
                <a:gd name="connsiteY1" fmla="*/ 61710 h 116969"/>
                <a:gd name="connsiteX2" fmla="*/ 64049 w 116969"/>
                <a:gd name="connsiteY2" fmla="*/ 80425 h 116969"/>
                <a:gd name="connsiteX3" fmla="*/ 42994 w 116969"/>
                <a:gd name="connsiteY3" fmla="*/ 64049 h 116969"/>
                <a:gd name="connsiteX4" fmla="*/ 61710 w 116969"/>
                <a:gd name="connsiteY4" fmla="*/ 42994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69" h="116969">
                  <a:moveTo>
                    <a:pt x="61710" y="42994"/>
                  </a:moveTo>
                  <a:cubicBezTo>
                    <a:pt x="73407" y="42994"/>
                    <a:pt x="80425" y="50013"/>
                    <a:pt x="80425" y="61710"/>
                  </a:cubicBezTo>
                  <a:cubicBezTo>
                    <a:pt x="80425" y="73407"/>
                    <a:pt x="75746" y="80425"/>
                    <a:pt x="64049" y="80425"/>
                  </a:cubicBezTo>
                  <a:cubicBezTo>
                    <a:pt x="52352" y="80425"/>
                    <a:pt x="45334" y="75746"/>
                    <a:pt x="42994" y="64049"/>
                  </a:cubicBezTo>
                  <a:cubicBezTo>
                    <a:pt x="42994" y="52352"/>
                    <a:pt x="50013" y="47673"/>
                    <a:pt x="61710" y="42994"/>
                  </a:cubicBezTo>
                  <a:close/>
                </a:path>
              </a:pathLst>
            </a:custGeom>
            <a:solidFill>
              <a:srgbClr val="CAC9C9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30">
              <a:extLst>
                <a:ext uri="{FF2B5EF4-FFF2-40B4-BE49-F238E27FC236}">
                  <a16:creationId xmlns:a16="http://schemas.microsoft.com/office/drawing/2014/main" id="{DF793D78-BB50-4F22-91C9-6C81391E2284}"/>
                </a:ext>
              </a:extLst>
            </p:cNvPr>
            <p:cNvSpPr/>
            <p:nvPr/>
          </p:nvSpPr>
          <p:spPr>
            <a:xfrm flipH="1">
              <a:off x="9567647" y="4149043"/>
              <a:ext cx="233484" cy="116742"/>
            </a:xfrm>
            <a:custGeom>
              <a:avLst/>
              <a:gdLst>
                <a:gd name="connsiteX0" fmla="*/ 143589 w 187151"/>
                <a:gd name="connsiteY0" fmla="*/ 73546 h 93575"/>
                <a:gd name="connsiteX1" fmla="*/ 42994 w 187151"/>
                <a:gd name="connsiteY1" fmla="*/ 50152 h 93575"/>
                <a:gd name="connsiteX2" fmla="*/ 143589 w 187151"/>
                <a:gd name="connsiteY2" fmla="*/ 54831 h 93575"/>
                <a:gd name="connsiteX3" fmla="*/ 143589 w 187151"/>
                <a:gd name="connsiteY3" fmla="*/ 73546 h 93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151" h="93575">
                  <a:moveTo>
                    <a:pt x="143589" y="73546"/>
                  </a:moveTo>
                  <a:cubicBezTo>
                    <a:pt x="117855" y="57170"/>
                    <a:pt x="87443" y="52491"/>
                    <a:pt x="42994" y="50152"/>
                  </a:cubicBezTo>
                  <a:cubicBezTo>
                    <a:pt x="87443" y="36116"/>
                    <a:pt x="115516" y="45473"/>
                    <a:pt x="143589" y="54831"/>
                  </a:cubicBezTo>
                  <a:cubicBezTo>
                    <a:pt x="145928" y="61849"/>
                    <a:pt x="143589" y="66528"/>
                    <a:pt x="143589" y="73546"/>
                  </a:cubicBezTo>
                  <a:close/>
                </a:path>
              </a:pathLst>
            </a:custGeom>
            <a:solidFill>
              <a:srgbClr val="B4B3B3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31">
              <a:extLst>
                <a:ext uri="{FF2B5EF4-FFF2-40B4-BE49-F238E27FC236}">
                  <a16:creationId xmlns:a16="http://schemas.microsoft.com/office/drawing/2014/main" id="{C35EA0DC-42BF-4978-BFF0-E8540D1BB7B0}"/>
                </a:ext>
              </a:extLst>
            </p:cNvPr>
            <p:cNvSpPr/>
            <p:nvPr/>
          </p:nvSpPr>
          <p:spPr>
            <a:xfrm flipH="1">
              <a:off x="10453379" y="2417724"/>
              <a:ext cx="145927" cy="175113"/>
            </a:xfrm>
            <a:custGeom>
              <a:avLst/>
              <a:gdLst>
                <a:gd name="connsiteX0" fmla="*/ 76878 w 116969"/>
                <a:gd name="connsiteY0" fmla="*/ 118493 h 140363"/>
                <a:gd name="connsiteX1" fmla="*/ 46466 w 116969"/>
                <a:gd name="connsiteY1" fmla="*/ 69365 h 140363"/>
                <a:gd name="connsiteX2" fmla="*/ 51145 w 116969"/>
                <a:gd name="connsiteY2" fmla="*/ 48311 h 140363"/>
                <a:gd name="connsiteX3" fmla="*/ 69860 w 116969"/>
                <a:gd name="connsiteY3" fmla="*/ 43632 h 140363"/>
                <a:gd name="connsiteX4" fmla="*/ 72199 w 116969"/>
                <a:gd name="connsiteY4" fmla="*/ 64687 h 140363"/>
                <a:gd name="connsiteX5" fmla="*/ 76878 w 116969"/>
                <a:gd name="connsiteY5" fmla="*/ 118493 h 14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969" h="140363">
                  <a:moveTo>
                    <a:pt x="76878" y="118493"/>
                  </a:moveTo>
                  <a:cubicBezTo>
                    <a:pt x="58163" y="106796"/>
                    <a:pt x="60502" y="83402"/>
                    <a:pt x="46466" y="69365"/>
                  </a:cubicBezTo>
                  <a:cubicBezTo>
                    <a:pt x="39448" y="62347"/>
                    <a:pt x="44127" y="52990"/>
                    <a:pt x="51145" y="48311"/>
                  </a:cubicBezTo>
                  <a:cubicBezTo>
                    <a:pt x="55824" y="45971"/>
                    <a:pt x="65181" y="41293"/>
                    <a:pt x="69860" y="43632"/>
                  </a:cubicBezTo>
                  <a:cubicBezTo>
                    <a:pt x="86236" y="48311"/>
                    <a:pt x="74539" y="57668"/>
                    <a:pt x="72199" y="64687"/>
                  </a:cubicBezTo>
                  <a:cubicBezTo>
                    <a:pt x="67521" y="83402"/>
                    <a:pt x="100272" y="97438"/>
                    <a:pt x="76878" y="118493"/>
                  </a:cubicBezTo>
                  <a:close/>
                </a:path>
              </a:pathLst>
            </a:custGeom>
            <a:solidFill>
              <a:srgbClr val="A4A3A3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32">
              <a:extLst>
                <a:ext uri="{FF2B5EF4-FFF2-40B4-BE49-F238E27FC236}">
                  <a16:creationId xmlns:a16="http://schemas.microsoft.com/office/drawing/2014/main" id="{86699787-A85A-427F-8887-A328DE3D4094}"/>
                </a:ext>
              </a:extLst>
            </p:cNvPr>
            <p:cNvSpPr/>
            <p:nvPr/>
          </p:nvSpPr>
          <p:spPr>
            <a:xfrm flipH="1">
              <a:off x="8317149" y="4140849"/>
              <a:ext cx="1838945" cy="332227"/>
            </a:xfrm>
            <a:custGeom>
              <a:avLst/>
              <a:gdLst>
                <a:gd name="connsiteX0" fmla="*/ 747153 w 1684367"/>
                <a:gd name="connsiteY0" fmla="*/ 1056101 h 1263275"/>
                <a:gd name="connsiteX1" fmla="*/ 814996 w 1684367"/>
                <a:gd name="connsiteY1" fmla="*/ 971882 h 1263275"/>
                <a:gd name="connsiteX2" fmla="*/ 836051 w 1684367"/>
                <a:gd name="connsiteY2" fmla="*/ 108644 h 1263275"/>
                <a:gd name="connsiteX3" fmla="*/ 901554 w 1684367"/>
                <a:gd name="connsiteY3" fmla="*/ 43141 h 1263275"/>
                <a:gd name="connsiteX4" fmla="*/ 1594016 w 1684367"/>
                <a:gd name="connsiteY4" fmla="*/ 43141 h 1263275"/>
                <a:gd name="connsiteX5" fmla="*/ 1652501 w 1684367"/>
                <a:gd name="connsiteY5" fmla="*/ 54838 h 1263275"/>
                <a:gd name="connsiteX6" fmla="*/ 1652501 w 1684367"/>
                <a:gd name="connsiteY6" fmla="*/ 237311 h 1263275"/>
                <a:gd name="connsiteX7" fmla="*/ 1603374 w 1684367"/>
                <a:gd name="connsiteY7" fmla="*/ 967203 h 1263275"/>
                <a:gd name="connsiteX8" fmla="*/ 1563604 w 1684367"/>
                <a:gd name="connsiteY8" fmla="*/ 1018670 h 1263275"/>
                <a:gd name="connsiteX9" fmla="*/ 1254803 w 1684367"/>
                <a:gd name="connsiteY9" fmla="*/ 1084173 h 1263275"/>
                <a:gd name="connsiteX10" fmla="*/ 1212694 w 1684367"/>
                <a:gd name="connsiteY10" fmla="*/ 1070137 h 1263275"/>
                <a:gd name="connsiteX11" fmla="*/ 1179942 w 1684367"/>
                <a:gd name="connsiteY11" fmla="*/ 1060779 h 1263275"/>
                <a:gd name="connsiteX12" fmla="*/ 1069991 w 1684367"/>
                <a:gd name="connsiteY12" fmla="*/ 1098210 h 1263275"/>
                <a:gd name="connsiteX13" fmla="*/ 992790 w 1684367"/>
                <a:gd name="connsiteY13" fmla="*/ 1128622 h 1263275"/>
                <a:gd name="connsiteX14" fmla="*/ 943663 w 1684367"/>
                <a:gd name="connsiteY14" fmla="*/ 1130961 h 1263275"/>
                <a:gd name="connsiteX15" fmla="*/ 915590 w 1684367"/>
                <a:gd name="connsiteY15" fmla="*/ 1133301 h 1263275"/>
                <a:gd name="connsiteX16" fmla="*/ 880499 w 1684367"/>
                <a:gd name="connsiteY16" fmla="*/ 1130961 h 1263275"/>
                <a:gd name="connsiteX17" fmla="*/ 819675 w 1684367"/>
                <a:gd name="connsiteY17" fmla="*/ 1133301 h 1263275"/>
                <a:gd name="connsiteX18" fmla="*/ 758850 w 1684367"/>
                <a:gd name="connsiteY18" fmla="*/ 1144998 h 1263275"/>
                <a:gd name="connsiteX19" fmla="*/ 681650 w 1684367"/>
                <a:gd name="connsiteY19" fmla="*/ 1156695 h 1263275"/>
                <a:gd name="connsiteX20" fmla="*/ 634862 w 1684367"/>
                <a:gd name="connsiteY20" fmla="*/ 1173071 h 1263275"/>
                <a:gd name="connsiteX21" fmla="*/ 216110 w 1684367"/>
                <a:gd name="connsiteY21" fmla="*/ 1217519 h 1263275"/>
                <a:gd name="connsiteX22" fmla="*/ 106158 w 1684367"/>
                <a:gd name="connsiteY22" fmla="*/ 1229216 h 1263275"/>
                <a:gd name="connsiteX23" fmla="*/ 42994 w 1684367"/>
                <a:gd name="connsiteY23" fmla="*/ 1189446 h 1263275"/>
                <a:gd name="connsiteX24" fmla="*/ 94461 w 1684367"/>
                <a:gd name="connsiteY24" fmla="*/ 1147337 h 1263275"/>
                <a:gd name="connsiteX25" fmla="*/ 283952 w 1684367"/>
                <a:gd name="connsiteY25" fmla="*/ 1116925 h 1263275"/>
                <a:gd name="connsiteX26" fmla="*/ 747153 w 1684367"/>
                <a:gd name="connsiteY26" fmla="*/ 1056101 h 1263275"/>
                <a:gd name="connsiteX0" fmla="*/ 704159 w 1609507"/>
                <a:gd name="connsiteY0" fmla="*/ 1081755 h 1254870"/>
                <a:gd name="connsiteX1" fmla="*/ 772002 w 1609507"/>
                <a:gd name="connsiteY1" fmla="*/ 997536 h 1254870"/>
                <a:gd name="connsiteX2" fmla="*/ 858560 w 1609507"/>
                <a:gd name="connsiteY2" fmla="*/ 68795 h 1254870"/>
                <a:gd name="connsiteX3" fmla="*/ 1551022 w 1609507"/>
                <a:gd name="connsiteY3" fmla="*/ 68795 h 1254870"/>
                <a:gd name="connsiteX4" fmla="*/ 1609507 w 1609507"/>
                <a:gd name="connsiteY4" fmla="*/ 80492 h 1254870"/>
                <a:gd name="connsiteX5" fmla="*/ 1609507 w 1609507"/>
                <a:gd name="connsiteY5" fmla="*/ 262965 h 1254870"/>
                <a:gd name="connsiteX6" fmla="*/ 1560380 w 1609507"/>
                <a:gd name="connsiteY6" fmla="*/ 992857 h 1254870"/>
                <a:gd name="connsiteX7" fmla="*/ 1520610 w 1609507"/>
                <a:gd name="connsiteY7" fmla="*/ 1044324 h 1254870"/>
                <a:gd name="connsiteX8" fmla="*/ 1211809 w 1609507"/>
                <a:gd name="connsiteY8" fmla="*/ 1109827 h 1254870"/>
                <a:gd name="connsiteX9" fmla="*/ 1169700 w 1609507"/>
                <a:gd name="connsiteY9" fmla="*/ 1095791 h 1254870"/>
                <a:gd name="connsiteX10" fmla="*/ 1136948 w 1609507"/>
                <a:gd name="connsiteY10" fmla="*/ 1086433 h 1254870"/>
                <a:gd name="connsiteX11" fmla="*/ 1026997 w 1609507"/>
                <a:gd name="connsiteY11" fmla="*/ 1123864 h 1254870"/>
                <a:gd name="connsiteX12" fmla="*/ 949796 w 1609507"/>
                <a:gd name="connsiteY12" fmla="*/ 1154276 h 1254870"/>
                <a:gd name="connsiteX13" fmla="*/ 900669 w 1609507"/>
                <a:gd name="connsiteY13" fmla="*/ 1156615 h 1254870"/>
                <a:gd name="connsiteX14" fmla="*/ 872596 w 1609507"/>
                <a:gd name="connsiteY14" fmla="*/ 1158955 h 1254870"/>
                <a:gd name="connsiteX15" fmla="*/ 837505 w 1609507"/>
                <a:gd name="connsiteY15" fmla="*/ 1156615 h 1254870"/>
                <a:gd name="connsiteX16" fmla="*/ 776681 w 1609507"/>
                <a:gd name="connsiteY16" fmla="*/ 1158955 h 1254870"/>
                <a:gd name="connsiteX17" fmla="*/ 715856 w 1609507"/>
                <a:gd name="connsiteY17" fmla="*/ 1170652 h 1254870"/>
                <a:gd name="connsiteX18" fmla="*/ 638656 w 1609507"/>
                <a:gd name="connsiteY18" fmla="*/ 1182349 h 1254870"/>
                <a:gd name="connsiteX19" fmla="*/ 591868 w 1609507"/>
                <a:gd name="connsiteY19" fmla="*/ 1198725 h 1254870"/>
                <a:gd name="connsiteX20" fmla="*/ 173116 w 1609507"/>
                <a:gd name="connsiteY20" fmla="*/ 1243173 h 1254870"/>
                <a:gd name="connsiteX21" fmla="*/ 63164 w 1609507"/>
                <a:gd name="connsiteY21" fmla="*/ 1254870 h 1254870"/>
                <a:gd name="connsiteX22" fmla="*/ 0 w 1609507"/>
                <a:gd name="connsiteY22" fmla="*/ 1215100 h 1254870"/>
                <a:gd name="connsiteX23" fmla="*/ 51467 w 1609507"/>
                <a:gd name="connsiteY23" fmla="*/ 1172991 h 1254870"/>
                <a:gd name="connsiteX24" fmla="*/ 240958 w 1609507"/>
                <a:gd name="connsiteY24" fmla="*/ 1142579 h 1254870"/>
                <a:gd name="connsiteX25" fmla="*/ 704159 w 1609507"/>
                <a:gd name="connsiteY25" fmla="*/ 1081755 h 1254870"/>
                <a:gd name="connsiteX0" fmla="*/ 704159 w 1627491"/>
                <a:gd name="connsiteY0" fmla="*/ 1080978 h 1254093"/>
                <a:gd name="connsiteX1" fmla="*/ 772002 w 1627491"/>
                <a:gd name="connsiteY1" fmla="*/ 996759 h 1254093"/>
                <a:gd name="connsiteX2" fmla="*/ 1551022 w 1627491"/>
                <a:gd name="connsiteY2" fmla="*/ 68018 h 1254093"/>
                <a:gd name="connsiteX3" fmla="*/ 1609507 w 1627491"/>
                <a:gd name="connsiteY3" fmla="*/ 79715 h 1254093"/>
                <a:gd name="connsiteX4" fmla="*/ 1609507 w 1627491"/>
                <a:gd name="connsiteY4" fmla="*/ 262188 h 1254093"/>
                <a:gd name="connsiteX5" fmla="*/ 1560380 w 1627491"/>
                <a:gd name="connsiteY5" fmla="*/ 992080 h 1254093"/>
                <a:gd name="connsiteX6" fmla="*/ 1520610 w 1627491"/>
                <a:gd name="connsiteY6" fmla="*/ 1043547 h 1254093"/>
                <a:gd name="connsiteX7" fmla="*/ 1211809 w 1627491"/>
                <a:gd name="connsiteY7" fmla="*/ 1109050 h 1254093"/>
                <a:gd name="connsiteX8" fmla="*/ 1169700 w 1627491"/>
                <a:gd name="connsiteY8" fmla="*/ 1095014 h 1254093"/>
                <a:gd name="connsiteX9" fmla="*/ 1136948 w 1627491"/>
                <a:gd name="connsiteY9" fmla="*/ 1085656 h 1254093"/>
                <a:gd name="connsiteX10" fmla="*/ 1026997 w 1627491"/>
                <a:gd name="connsiteY10" fmla="*/ 1123087 h 1254093"/>
                <a:gd name="connsiteX11" fmla="*/ 949796 w 1627491"/>
                <a:gd name="connsiteY11" fmla="*/ 1153499 h 1254093"/>
                <a:gd name="connsiteX12" fmla="*/ 900669 w 1627491"/>
                <a:gd name="connsiteY12" fmla="*/ 1155838 h 1254093"/>
                <a:gd name="connsiteX13" fmla="*/ 872596 w 1627491"/>
                <a:gd name="connsiteY13" fmla="*/ 1158178 h 1254093"/>
                <a:gd name="connsiteX14" fmla="*/ 837505 w 1627491"/>
                <a:gd name="connsiteY14" fmla="*/ 1155838 h 1254093"/>
                <a:gd name="connsiteX15" fmla="*/ 776681 w 1627491"/>
                <a:gd name="connsiteY15" fmla="*/ 1158178 h 1254093"/>
                <a:gd name="connsiteX16" fmla="*/ 715856 w 1627491"/>
                <a:gd name="connsiteY16" fmla="*/ 1169875 h 1254093"/>
                <a:gd name="connsiteX17" fmla="*/ 638656 w 1627491"/>
                <a:gd name="connsiteY17" fmla="*/ 1181572 h 1254093"/>
                <a:gd name="connsiteX18" fmla="*/ 591868 w 1627491"/>
                <a:gd name="connsiteY18" fmla="*/ 1197948 h 1254093"/>
                <a:gd name="connsiteX19" fmla="*/ 173116 w 1627491"/>
                <a:gd name="connsiteY19" fmla="*/ 1242396 h 1254093"/>
                <a:gd name="connsiteX20" fmla="*/ 63164 w 1627491"/>
                <a:gd name="connsiteY20" fmla="*/ 1254093 h 1254093"/>
                <a:gd name="connsiteX21" fmla="*/ 0 w 1627491"/>
                <a:gd name="connsiteY21" fmla="*/ 1214323 h 1254093"/>
                <a:gd name="connsiteX22" fmla="*/ 51467 w 1627491"/>
                <a:gd name="connsiteY22" fmla="*/ 1172214 h 1254093"/>
                <a:gd name="connsiteX23" fmla="*/ 240958 w 1627491"/>
                <a:gd name="connsiteY23" fmla="*/ 1141802 h 1254093"/>
                <a:gd name="connsiteX24" fmla="*/ 704159 w 1627491"/>
                <a:gd name="connsiteY24" fmla="*/ 1080978 h 1254093"/>
                <a:gd name="connsiteX0" fmla="*/ 704159 w 1609507"/>
                <a:gd name="connsiteY0" fmla="*/ 1001263 h 1174378"/>
                <a:gd name="connsiteX1" fmla="*/ 772002 w 1609507"/>
                <a:gd name="connsiteY1" fmla="*/ 917044 h 1174378"/>
                <a:gd name="connsiteX2" fmla="*/ 1609507 w 1609507"/>
                <a:gd name="connsiteY2" fmla="*/ 0 h 1174378"/>
                <a:gd name="connsiteX3" fmla="*/ 1609507 w 1609507"/>
                <a:gd name="connsiteY3" fmla="*/ 182473 h 1174378"/>
                <a:gd name="connsiteX4" fmla="*/ 1560380 w 1609507"/>
                <a:gd name="connsiteY4" fmla="*/ 912365 h 1174378"/>
                <a:gd name="connsiteX5" fmla="*/ 1520610 w 1609507"/>
                <a:gd name="connsiteY5" fmla="*/ 963832 h 1174378"/>
                <a:gd name="connsiteX6" fmla="*/ 1211809 w 1609507"/>
                <a:gd name="connsiteY6" fmla="*/ 1029335 h 1174378"/>
                <a:gd name="connsiteX7" fmla="*/ 1169700 w 1609507"/>
                <a:gd name="connsiteY7" fmla="*/ 1015299 h 1174378"/>
                <a:gd name="connsiteX8" fmla="*/ 1136948 w 1609507"/>
                <a:gd name="connsiteY8" fmla="*/ 1005941 h 1174378"/>
                <a:gd name="connsiteX9" fmla="*/ 1026997 w 1609507"/>
                <a:gd name="connsiteY9" fmla="*/ 1043372 h 1174378"/>
                <a:gd name="connsiteX10" fmla="*/ 949796 w 1609507"/>
                <a:gd name="connsiteY10" fmla="*/ 1073784 h 1174378"/>
                <a:gd name="connsiteX11" fmla="*/ 900669 w 1609507"/>
                <a:gd name="connsiteY11" fmla="*/ 1076123 h 1174378"/>
                <a:gd name="connsiteX12" fmla="*/ 872596 w 1609507"/>
                <a:gd name="connsiteY12" fmla="*/ 1078463 h 1174378"/>
                <a:gd name="connsiteX13" fmla="*/ 837505 w 1609507"/>
                <a:gd name="connsiteY13" fmla="*/ 1076123 h 1174378"/>
                <a:gd name="connsiteX14" fmla="*/ 776681 w 1609507"/>
                <a:gd name="connsiteY14" fmla="*/ 1078463 h 1174378"/>
                <a:gd name="connsiteX15" fmla="*/ 715856 w 1609507"/>
                <a:gd name="connsiteY15" fmla="*/ 1090160 h 1174378"/>
                <a:gd name="connsiteX16" fmla="*/ 638656 w 1609507"/>
                <a:gd name="connsiteY16" fmla="*/ 1101857 h 1174378"/>
                <a:gd name="connsiteX17" fmla="*/ 591868 w 1609507"/>
                <a:gd name="connsiteY17" fmla="*/ 1118233 h 1174378"/>
                <a:gd name="connsiteX18" fmla="*/ 173116 w 1609507"/>
                <a:gd name="connsiteY18" fmla="*/ 1162681 h 1174378"/>
                <a:gd name="connsiteX19" fmla="*/ 63164 w 1609507"/>
                <a:gd name="connsiteY19" fmla="*/ 1174378 h 1174378"/>
                <a:gd name="connsiteX20" fmla="*/ 0 w 1609507"/>
                <a:gd name="connsiteY20" fmla="*/ 1134608 h 1174378"/>
                <a:gd name="connsiteX21" fmla="*/ 51467 w 1609507"/>
                <a:gd name="connsiteY21" fmla="*/ 1092499 h 1174378"/>
                <a:gd name="connsiteX22" fmla="*/ 240958 w 1609507"/>
                <a:gd name="connsiteY22" fmla="*/ 1062087 h 1174378"/>
                <a:gd name="connsiteX23" fmla="*/ 704159 w 1609507"/>
                <a:gd name="connsiteY23" fmla="*/ 1001263 h 1174378"/>
                <a:gd name="connsiteX0" fmla="*/ 704159 w 1609507"/>
                <a:gd name="connsiteY0" fmla="*/ 818790 h 991905"/>
                <a:gd name="connsiteX1" fmla="*/ 772002 w 1609507"/>
                <a:gd name="connsiteY1" fmla="*/ 734571 h 991905"/>
                <a:gd name="connsiteX2" fmla="*/ 1609507 w 1609507"/>
                <a:gd name="connsiteY2" fmla="*/ 0 h 991905"/>
                <a:gd name="connsiteX3" fmla="*/ 1560380 w 1609507"/>
                <a:gd name="connsiteY3" fmla="*/ 729892 h 991905"/>
                <a:gd name="connsiteX4" fmla="*/ 1520610 w 1609507"/>
                <a:gd name="connsiteY4" fmla="*/ 781359 h 991905"/>
                <a:gd name="connsiteX5" fmla="*/ 1211809 w 1609507"/>
                <a:gd name="connsiteY5" fmla="*/ 846862 h 991905"/>
                <a:gd name="connsiteX6" fmla="*/ 1169700 w 1609507"/>
                <a:gd name="connsiteY6" fmla="*/ 832826 h 991905"/>
                <a:gd name="connsiteX7" fmla="*/ 1136948 w 1609507"/>
                <a:gd name="connsiteY7" fmla="*/ 823468 h 991905"/>
                <a:gd name="connsiteX8" fmla="*/ 1026997 w 1609507"/>
                <a:gd name="connsiteY8" fmla="*/ 860899 h 991905"/>
                <a:gd name="connsiteX9" fmla="*/ 949796 w 1609507"/>
                <a:gd name="connsiteY9" fmla="*/ 891311 h 991905"/>
                <a:gd name="connsiteX10" fmla="*/ 900669 w 1609507"/>
                <a:gd name="connsiteY10" fmla="*/ 893650 h 991905"/>
                <a:gd name="connsiteX11" fmla="*/ 872596 w 1609507"/>
                <a:gd name="connsiteY11" fmla="*/ 895990 h 991905"/>
                <a:gd name="connsiteX12" fmla="*/ 837505 w 1609507"/>
                <a:gd name="connsiteY12" fmla="*/ 893650 h 991905"/>
                <a:gd name="connsiteX13" fmla="*/ 776681 w 1609507"/>
                <a:gd name="connsiteY13" fmla="*/ 895990 h 991905"/>
                <a:gd name="connsiteX14" fmla="*/ 715856 w 1609507"/>
                <a:gd name="connsiteY14" fmla="*/ 907687 h 991905"/>
                <a:gd name="connsiteX15" fmla="*/ 638656 w 1609507"/>
                <a:gd name="connsiteY15" fmla="*/ 919384 h 991905"/>
                <a:gd name="connsiteX16" fmla="*/ 591868 w 1609507"/>
                <a:gd name="connsiteY16" fmla="*/ 935760 h 991905"/>
                <a:gd name="connsiteX17" fmla="*/ 173116 w 1609507"/>
                <a:gd name="connsiteY17" fmla="*/ 980208 h 991905"/>
                <a:gd name="connsiteX18" fmla="*/ 63164 w 1609507"/>
                <a:gd name="connsiteY18" fmla="*/ 991905 h 991905"/>
                <a:gd name="connsiteX19" fmla="*/ 0 w 1609507"/>
                <a:gd name="connsiteY19" fmla="*/ 952135 h 991905"/>
                <a:gd name="connsiteX20" fmla="*/ 51467 w 1609507"/>
                <a:gd name="connsiteY20" fmla="*/ 910026 h 991905"/>
                <a:gd name="connsiteX21" fmla="*/ 240958 w 1609507"/>
                <a:gd name="connsiteY21" fmla="*/ 879614 h 991905"/>
                <a:gd name="connsiteX22" fmla="*/ 704159 w 1609507"/>
                <a:gd name="connsiteY22" fmla="*/ 818790 h 991905"/>
                <a:gd name="connsiteX0" fmla="*/ 704159 w 1561719"/>
                <a:gd name="connsiteY0" fmla="*/ 217224 h 390339"/>
                <a:gd name="connsiteX1" fmla="*/ 772002 w 1561719"/>
                <a:gd name="connsiteY1" fmla="*/ 133005 h 390339"/>
                <a:gd name="connsiteX2" fmla="*/ 1512419 w 1561719"/>
                <a:gd name="connsiteY2" fmla="*/ 15907 h 390339"/>
                <a:gd name="connsiteX3" fmla="*/ 1560380 w 1561719"/>
                <a:gd name="connsiteY3" fmla="*/ 128326 h 390339"/>
                <a:gd name="connsiteX4" fmla="*/ 1520610 w 1561719"/>
                <a:gd name="connsiteY4" fmla="*/ 179793 h 390339"/>
                <a:gd name="connsiteX5" fmla="*/ 1211809 w 1561719"/>
                <a:gd name="connsiteY5" fmla="*/ 245296 h 390339"/>
                <a:gd name="connsiteX6" fmla="*/ 1169700 w 1561719"/>
                <a:gd name="connsiteY6" fmla="*/ 231260 h 390339"/>
                <a:gd name="connsiteX7" fmla="*/ 1136948 w 1561719"/>
                <a:gd name="connsiteY7" fmla="*/ 221902 h 390339"/>
                <a:gd name="connsiteX8" fmla="*/ 1026997 w 1561719"/>
                <a:gd name="connsiteY8" fmla="*/ 259333 h 390339"/>
                <a:gd name="connsiteX9" fmla="*/ 949796 w 1561719"/>
                <a:gd name="connsiteY9" fmla="*/ 289745 h 390339"/>
                <a:gd name="connsiteX10" fmla="*/ 900669 w 1561719"/>
                <a:gd name="connsiteY10" fmla="*/ 292084 h 390339"/>
                <a:gd name="connsiteX11" fmla="*/ 872596 w 1561719"/>
                <a:gd name="connsiteY11" fmla="*/ 294424 h 390339"/>
                <a:gd name="connsiteX12" fmla="*/ 837505 w 1561719"/>
                <a:gd name="connsiteY12" fmla="*/ 292084 h 390339"/>
                <a:gd name="connsiteX13" fmla="*/ 776681 w 1561719"/>
                <a:gd name="connsiteY13" fmla="*/ 294424 h 390339"/>
                <a:gd name="connsiteX14" fmla="*/ 715856 w 1561719"/>
                <a:gd name="connsiteY14" fmla="*/ 306121 h 390339"/>
                <a:gd name="connsiteX15" fmla="*/ 638656 w 1561719"/>
                <a:gd name="connsiteY15" fmla="*/ 317818 h 390339"/>
                <a:gd name="connsiteX16" fmla="*/ 591868 w 1561719"/>
                <a:gd name="connsiteY16" fmla="*/ 334194 h 390339"/>
                <a:gd name="connsiteX17" fmla="*/ 173116 w 1561719"/>
                <a:gd name="connsiteY17" fmla="*/ 378642 h 390339"/>
                <a:gd name="connsiteX18" fmla="*/ 63164 w 1561719"/>
                <a:gd name="connsiteY18" fmla="*/ 390339 h 390339"/>
                <a:gd name="connsiteX19" fmla="*/ 0 w 1561719"/>
                <a:gd name="connsiteY19" fmla="*/ 350569 h 390339"/>
                <a:gd name="connsiteX20" fmla="*/ 51467 w 1561719"/>
                <a:gd name="connsiteY20" fmla="*/ 308460 h 390339"/>
                <a:gd name="connsiteX21" fmla="*/ 240958 w 1561719"/>
                <a:gd name="connsiteY21" fmla="*/ 278048 h 390339"/>
                <a:gd name="connsiteX22" fmla="*/ 704159 w 1561719"/>
                <a:gd name="connsiteY22" fmla="*/ 217224 h 390339"/>
                <a:gd name="connsiteX0" fmla="*/ 704159 w 1561864"/>
                <a:gd name="connsiteY0" fmla="*/ 221134 h 394249"/>
                <a:gd name="connsiteX1" fmla="*/ 772002 w 1561864"/>
                <a:gd name="connsiteY1" fmla="*/ 136915 h 394249"/>
                <a:gd name="connsiteX2" fmla="*/ 1512419 w 1561864"/>
                <a:gd name="connsiteY2" fmla="*/ 19817 h 394249"/>
                <a:gd name="connsiteX3" fmla="*/ 1560380 w 1561864"/>
                <a:gd name="connsiteY3" fmla="*/ 132236 h 394249"/>
                <a:gd name="connsiteX4" fmla="*/ 1520610 w 1561864"/>
                <a:gd name="connsiteY4" fmla="*/ 183703 h 394249"/>
                <a:gd name="connsiteX5" fmla="*/ 1211809 w 1561864"/>
                <a:gd name="connsiteY5" fmla="*/ 249206 h 394249"/>
                <a:gd name="connsiteX6" fmla="*/ 1169700 w 1561864"/>
                <a:gd name="connsiteY6" fmla="*/ 235170 h 394249"/>
                <a:gd name="connsiteX7" fmla="*/ 1136948 w 1561864"/>
                <a:gd name="connsiteY7" fmla="*/ 225812 h 394249"/>
                <a:gd name="connsiteX8" fmla="*/ 1026997 w 1561864"/>
                <a:gd name="connsiteY8" fmla="*/ 263243 h 394249"/>
                <a:gd name="connsiteX9" fmla="*/ 949796 w 1561864"/>
                <a:gd name="connsiteY9" fmla="*/ 293655 h 394249"/>
                <a:gd name="connsiteX10" fmla="*/ 900669 w 1561864"/>
                <a:gd name="connsiteY10" fmla="*/ 295994 h 394249"/>
                <a:gd name="connsiteX11" fmla="*/ 872596 w 1561864"/>
                <a:gd name="connsiteY11" fmla="*/ 298334 h 394249"/>
                <a:gd name="connsiteX12" fmla="*/ 837505 w 1561864"/>
                <a:gd name="connsiteY12" fmla="*/ 295994 h 394249"/>
                <a:gd name="connsiteX13" fmla="*/ 776681 w 1561864"/>
                <a:gd name="connsiteY13" fmla="*/ 298334 h 394249"/>
                <a:gd name="connsiteX14" fmla="*/ 715856 w 1561864"/>
                <a:gd name="connsiteY14" fmla="*/ 310031 h 394249"/>
                <a:gd name="connsiteX15" fmla="*/ 638656 w 1561864"/>
                <a:gd name="connsiteY15" fmla="*/ 321728 h 394249"/>
                <a:gd name="connsiteX16" fmla="*/ 591868 w 1561864"/>
                <a:gd name="connsiteY16" fmla="*/ 338104 h 394249"/>
                <a:gd name="connsiteX17" fmla="*/ 173116 w 1561864"/>
                <a:gd name="connsiteY17" fmla="*/ 382552 h 394249"/>
                <a:gd name="connsiteX18" fmla="*/ 63164 w 1561864"/>
                <a:gd name="connsiteY18" fmla="*/ 394249 h 394249"/>
                <a:gd name="connsiteX19" fmla="*/ 0 w 1561864"/>
                <a:gd name="connsiteY19" fmla="*/ 354479 h 394249"/>
                <a:gd name="connsiteX20" fmla="*/ 51467 w 1561864"/>
                <a:gd name="connsiteY20" fmla="*/ 312370 h 394249"/>
                <a:gd name="connsiteX21" fmla="*/ 240958 w 1561864"/>
                <a:gd name="connsiteY21" fmla="*/ 281958 h 394249"/>
                <a:gd name="connsiteX22" fmla="*/ 704159 w 1561864"/>
                <a:gd name="connsiteY22" fmla="*/ 221134 h 394249"/>
                <a:gd name="connsiteX0" fmla="*/ 704159 w 1561111"/>
                <a:gd name="connsiteY0" fmla="*/ 201952 h 375067"/>
                <a:gd name="connsiteX1" fmla="*/ 772002 w 1561111"/>
                <a:gd name="connsiteY1" fmla="*/ 117733 h 375067"/>
                <a:gd name="connsiteX2" fmla="*/ 1512419 w 1561111"/>
                <a:gd name="connsiteY2" fmla="*/ 635 h 375067"/>
                <a:gd name="connsiteX3" fmla="*/ 1560380 w 1561111"/>
                <a:gd name="connsiteY3" fmla="*/ 113054 h 375067"/>
                <a:gd name="connsiteX4" fmla="*/ 1520610 w 1561111"/>
                <a:gd name="connsiteY4" fmla="*/ 164521 h 375067"/>
                <a:gd name="connsiteX5" fmla="*/ 1211809 w 1561111"/>
                <a:gd name="connsiteY5" fmla="*/ 230024 h 375067"/>
                <a:gd name="connsiteX6" fmla="*/ 1169700 w 1561111"/>
                <a:gd name="connsiteY6" fmla="*/ 215988 h 375067"/>
                <a:gd name="connsiteX7" fmla="*/ 1136948 w 1561111"/>
                <a:gd name="connsiteY7" fmla="*/ 206630 h 375067"/>
                <a:gd name="connsiteX8" fmla="*/ 1026997 w 1561111"/>
                <a:gd name="connsiteY8" fmla="*/ 244061 h 375067"/>
                <a:gd name="connsiteX9" fmla="*/ 949796 w 1561111"/>
                <a:gd name="connsiteY9" fmla="*/ 274473 h 375067"/>
                <a:gd name="connsiteX10" fmla="*/ 900669 w 1561111"/>
                <a:gd name="connsiteY10" fmla="*/ 276812 h 375067"/>
                <a:gd name="connsiteX11" fmla="*/ 872596 w 1561111"/>
                <a:gd name="connsiteY11" fmla="*/ 279152 h 375067"/>
                <a:gd name="connsiteX12" fmla="*/ 837505 w 1561111"/>
                <a:gd name="connsiteY12" fmla="*/ 276812 h 375067"/>
                <a:gd name="connsiteX13" fmla="*/ 776681 w 1561111"/>
                <a:gd name="connsiteY13" fmla="*/ 279152 h 375067"/>
                <a:gd name="connsiteX14" fmla="*/ 715856 w 1561111"/>
                <a:gd name="connsiteY14" fmla="*/ 290849 h 375067"/>
                <a:gd name="connsiteX15" fmla="*/ 638656 w 1561111"/>
                <a:gd name="connsiteY15" fmla="*/ 302546 h 375067"/>
                <a:gd name="connsiteX16" fmla="*/ 591868 w 1561111"/>
                <a:gd name="connsiteY16" fmla="*/ 318922 h 375067"/>
                <a:gd name="connsiteX17" fmla="*/ 173116 w 1561111"/>
                <a:gd name="connsiteY17" fmla="*/ 363370 h 375067"/>
                <a:gd name="connsiteX18" fmla="*/ 63164 w 1561111"/>
                <a:gd name="connsiteY18" fmla="*/ 375067 h 375067"/>
                <a:gd name="connsiteX19" fmla="*/ 0 w 1561111"/>
                <a:gd name="connsiteY19" fmla="*/ 335297 h 375067"/>
                <a:gd name="connsiteX20" fmla="*/ 51467 w 1561111"/>
                <a:gd name="connsiteY20" fmla="*/ 293188 h 375067"/>
                <a:gd name="connsiteX21" fmla="*/ 240958 w 1561111"/>
                <a:gd name="connsiteY21" fmla="*/ 262776 h 375067"/>
                <a:gd name="connsiteX22" fmla="*/ 704159 w 1561111"/>
                <a:gd name="connsiteY22" fmla="*/ 201952 h 375067"/>
                <a:gd name="connsiteX0" fmla="*/ 704159 w 1563254"/>
                <a:gd name="connsiteY0" fmla="*/ 172385 h 345500"/>
                <a:gd name="connsiteX1" fmla="*/ 772002 w 1563254"/>
                <a:gd name="connsiteY1" fmla="*/ 88166 h 345500"/>
                <a:gd name="connsiteX2" fmla="*/ 1559020 w 1563254"/>
                <a:gd name="connsiteY2" fmla="*/ 13786 h 345500"/>
                <a:gd name="connsiteX3" fmla="*/ 1560380 w 1563254"/>
                <a:gd name="connsiteY3" fmla="*/ 83487 h 345500"/>
                <a:gd name="connsiteX4" fmla="*/ 1520610 w 1563254"/>
                <a:gd name="connsiteY4" fmla="*/ 134954 h 345500"/>
                <a:gd name="connsiteX5" fmla="*/ 1211809 w 1563254"/>
                <a:gd name="connsiteY5" fmla="*/ 200457 h 345500"/>
                <a:gd name="connsiteX6" fmla="*/ 1169700 w 1563254"/>
                <a:gd name="connsiteY6" fmla="*/ 186421 h 345500"/>
                <a:gd name="connsiteX7" fmla="*/ 1136948 w 1563254"/>
                <a:gd name="connsiteY7" fmla="*/ 177063 h 345500"/>
                <a:gd name="connsiteX8" fmla="*/ 1026997 w 1563254"/>
                <a:gd name="connsiteY8" fmla="*/ 214494 h 345500"/>
                <a:gd name="connsiteX9" fmla="*/ 949796 w 1563254"/>
                <a:gd name="connsiteY9" fmla="*/ 244906 h 345500"/>
                <a:gd name="connsiteX10" fmla="*/ 900669 w 1563254"/>
                <a:gd name="connsiteY10" fmla="*/ 247245 h 345500"/>
                <a:gd name="connsiteX11" fmla="*/ 872596 w 1563254"/>
                <a:gd name="connsiteY11" fmla="*/ 249585 h 345500"/>
                <a:gd name="connsiteX12" fmla="*/ 837505 w 1563254"/>
                <a:gd name="connsiteY12" fmla="*/ 247245 h 345500"/>
                <a:gd name="connsiteX13" fmla="*/ 776681 w 1563254"/>
                <a:gd name="connsiteY13" fmla="*/ 249585 h 345500"/>
                <a:gd name="connsiteX14" fmla="*/ 715856 w 1563254"/>
                <a:gd name="connsiteY14" fmla="*/ 261282 h 345500"/>
                <a:gd name="connsiteX15" fmla="*/ 638656 w 1563254"/>
                <a:gd name="connsiteY15" fmla="*/ 272979 h 345500"/>
                <a:gd name="connsiteX16" fmla="*/ 591868 w 1563254"/>
                <a:gd name="connsiteY16" fmla="*/ 289355 h 345500"/>
                <a:gd name="connsiteX17" fmla="*/ 173116 w 1563254"/>
                <a:gd name="connsiteY17" fmla="*/ 333803 h 345500"/>
                <a:gd name="connsiteX18" fmla="*/ 63164 w 1563254"/>
                <a:gd name="connsiteY18" fmla="*/ 345500 h 345500"/>
                <a:gd name="connsiteX19" fmla="*/ 0 w 1563254"/>
                <a:gd name="connsiteY19" fmla="*/ 305730 h 345500"/>
                <a:gd name="connsiteX20" fmla="*/ 51467 w 1563254"/>
                <a:gd name="connsiteY20" fmla="*/ 263621 h 345500"/>
                <a:gd name="connsiteX21" fmla="*/ 240958 w 1563254"/>
                <a:gd name="connsiteY21" fmla="*/ 233209 h 345500"/>
                <a:gd name="connsiteX22" fmla="*/ 704159 w 1563254"/>
                <a:gd name="connsiteY22" fmla="*/ 172385 h 345500"/>
                <a:gd name="connsiteX0" fmla="*/ 704159 w 1563254"/>
                <a:gd name="connsiteY0" fmla="*/ 164574 h 337689"/>
                <a:gd name="connsiteX1" fmla="*/ 830254 w 1563254"/>
                <a:gd name="connsiteY1" fmla="*/ 99773 h 337689"/>
                <a:gd name="connsiteX2" fmla="*/ 1559020 w 1563254"/>
                <a:gd name="connsiteY2" fmla="*/ 5975 h 337689"/>
                <a:gd name="connsiteX3" fmla="*/ 1560380 w 1563254"/>
                <a:gd name="connsiteY3" fmla="*/ 75676 h 337689"/>
                <a:gd name="connsiteX4" fmla="*/ 1520610 w 1563254"/>
                <a:gd name="connsiteY4" fmla="*/ 127143 h 337689"/>
                <a:gd name="connsiteX5" fmla="*/ 1211809 w 1563254"/>
                <a:gd name="connsiteY5" fmla="*/ 192646 h 337689"/>
                <a:gd name="connsiteX6" fmla="*/ 1169700 w 1563254"/>
                <a:gd name="connsiteY6" fmla="*/ 178610 h 337689"/>
                <a:gd name="connsiteX7" fmla="*/ 1136948 w 1563254"/>
                <a:gd name="connsiteY7" fmla="*/ 169252 h 337689"/>
                <a:gd name="connsiteX8" fmla="*/ 1026997 w 1563254"/>
                <a:gd name="connsiteY8" fmla="*/ 206683 h 337689"/>
                <a:gd name="connsiteX9" fmla="*/ 949796 w 1563254"/>
                <a:gd name="connsiteY9" fmla="*/ 237095 h 337689"/>
                <a:gd name="connsiteX10" fmla="*/ 900669 w 1563254"/>
                <a:gd name="connsiteY10" fmla="*/ 239434 h 337689"/>
                <a:gd name="connsiteX11" fmla="*/ 872596 w 1563254"/>
                <a:gd name="connsiteY11" fmla="*/ 241774 h 337689"/>
                <a:gd name="connsiteX12" fmla="*/ 837505 w 1563254"/>
                <a:gd name="connsiteY12" fmla="*/ 239434 h 337689"/>
                <a:gd name="connsiteX13" fmla="*/ 776681 w 1563254"/>
                <a:gd name="connsiteY13" fmla="*/ 241774 h 337689"/>
                <a:gd name="connsiteX14" fmla="*/ 715856 w 1563254"/>
                <a:gd name="connsiteY14" fmla="*/ 253471 h 337689"/>
                <a:gd name="connsiteX15" fmla="*/ 638656 w 1563254"/>
                <a:gd name="connsiteY15" fmla="*/ 265168 h 337689"/>
                <a:gd name="connsiteX16" fmla="*/ 591868 w 1563254"/>
                <a:gd name="connsiteY16" fmla="*/ 281544 h 337689"/>
                <a:gd name="connsiteX17" fmla="*/ 173116 w 1563254"/>
                <a:gd name="connsiteY17" fmla="*/ 325992 h 337689"/>
                <a:gd name="connsiteX18" fmla="*/ 63164 w 1563254"/>
                <a:gd name="connsiteY18" fmla="*/ 337689 h 337689"/>
                <a:gd name="connsiteX19" fmla="*/ 0 w 1563254"/>
                <a:gd name="connsiteY19" fmla="*/ 297919 h 337689"/>
                <a:gd name="connsiteX20" fmla="*/ 51467 w 1563254"/>
                <a:gd name="connsiteY20" fmla="*/ 255810 h 337689"/>
                <a:gd name="connsiteX21" fmla="*/ 240958 w 1563254"/>
                <a:gd name="connsiteY21" fmla="*/ 225398 h 337689"/>
                <a:gd name="connsiteX22" fmla="*/ 704159 w 1563254"/>
                <a:gd name="connsiteY22" fmla="*/ 164574 h 337689"/>
                <a:gd name="connsiteX0" fmla="*/ 704159 w 1563254"/>
                <a:gd name="connsiteY0" fmla="*/ 164574 h 337689"/>
                <a:gd name="connsiteX1" fmla="*/ 830254 w 1563254"/>
                <a:gd name="connsiteY1" fmla="*/ 99773 h 337689"/>
                <a:gd name="connsiteX2" fmla="*/ 1559020 w 1563254"/>
                <a:gd name="connsiteY2" fmla="*/ 5975 h 337689"/>
                <a:gd name="connsiteX3" fmla="*/ 1560380 w 1563254"/>
                <a:gd name="connsiteY3" fmla="*/ 75676 h 337689"/>
                <a:gd name="connsiteX4" fmla="*/ 1520610 w 1563254"/>
                <a:gd name="connsiteY4" fmla="*/ 127143 h 337689"/>
                <a:gd name="connsiteX5" fmla="*/ 1211809 w 1563254"/>
                <a:gd name="connsiteY5" fmla="*/ 192646 h 337689"/>
                <a:gd name="connsiteX6" fmla="*/ 1169700 w 1563254"/>
                <a:gd name="connsiteY6" fmla="*/ 178610 h 337689"/>
                <a:gd name="connsiteX7" fmla="*/ 1136948 w 1563254"/>
                <a:gd name="connsiteY7" fmla="*/ 169252 h 337689"/>
                <a:gd name="connsiteX8" fmla="*/ 1026997 w 1563254"/>
                <a:gd name="connsiteY8" fmla="*/ 206683 h 337689"/>
                <a:gd name="connsiteX9" fmla="*/ 949796 w 1563254"/>
                <a:gd name="connsiteY9" fmla="*/ 237095 h 337689"/>
                <a:gd name="connsiteX10" fmla="*/ 900669 w 1563254"/>
                <a:gd name="connsiteY10" fmla="*/ 239434 h 337689"/>
                <a:gd name="connsiteX11" fmla="*/ 872596 w 1563254"/>
                <a:gd name="connsiteY11" fmla="*/ 241774 h 337689"/>
                <a:gd name="connsiteX12" fmla="*/ 837505 w 1563254"/>
                <a:gd name="connsiteY12" fmla="*/ 239434 h 337689"/>
                <a:gd name="connsiteX13" fmla="*/ 776681 w 1563254"/>
                <a:gd name="connsiteY13" fmla="*/ 241774 h 337689"/>
                <a:gd name="connsiteX14" fmla="*/ 715856 w 1563254"/>
                <a:gd name="connsiteY14" fmla="*/ 253471 h 337689"/>
                <a:gd name="connsiteX15" fmla="*/ 638656 w 1563254"/>
                <a:gd name="connsiteY15" fmla="*/ 265168 h 337689"/>
                <a:gd name="connsiteX16" fmla="*/ 591868 w 1563254"/>
                <a:gd name="connsiteY16" fmla="*/ 281544 h 337689"/>
                <a:gd name="connsiteX17" fmla="*/ 173116 w 1563254"/>
                <a:gd name="connsiteY17" fmla="*/ 325992 h 337689"/>
                <a:gd name="connsiteX18" fmla="*/ 63164 w 1563254"/>
                <a:gd name="connsiteY18" fmla="*/ 337689 h 337689"/>
                <a:gd name="connsiteX19" fmla="*/ 0 w 1563254"/>
                <a:gd name="connsiteY19" fmla="*/ 297919 h 337689"/>
                <a:gd name="connsiteX20" fmla="*/ 51467 w 1563254"/>
                <a:gd name="connsiteY20" fmla="*/ 255810 h 337689"/>
                <a:gd name="connsiteX21" fmla="*/ 240958 w 1563254"/>
                <a:gd name="connsiteY21" fmla="*/ 225398 h 337689"/>
                <a:gd name="connsiteX22" fmla="*/ 704159 w 1563254"/>
                <a:gd name="connsiteY22" fmla="*/ 164574 h 337689"/>
                <a:gd name="connsiteX0" fmla="*/ 731342 w 1563254"/>
                <a:gd name="connsiteY0" fmla="*/ 98554 h 337689"/>
                <a:gd name="connsiteX1" fmla="*/ 830254 w 1563254"/>
                <a:gd name="connsiteY1" fmla="*/ 99773 h 337689"/>
                <a:gd name="connsiteX2" fmla="*/ 1559020 w 1563254"/>
                <a:gd name="connsiteY2" fmla="*/ 5975 h 337689"/>
                <a:gd name="connsiteX3" fmla="*/ 1560380 w 1563254"/>
                <a:gd name="connsiteY3" fmla="*/ 75676 h 337689"/>
                <a:gd name="connsiteX4" fmla="*/ 1520610 w 1563254"/>
                <a:gd name="connsiteY4" fmla="*/ 127143 h 337689"/>
                <a:gd name="connsiteX5" fmla="*/ 1211809 w 1563254"/>
                <a:gd name="connsiteY5" fmla="*/ 192646 h 337689"/>
                <a:gd name="connsiteX6" fmla="*/ 1169700 w 1563254"/>
                <a:gd name="connsiteY6" fmla="*/ 178610 h 337689"/>
                <a:gd name="connsiteX7" fmla="*/ 1136948 w 1563254"/>
                <a:gd name="connsiteY7" fmla="*/ 169252 h 337689"/>
                <a:gd name="connsiteX8" fmla="*/ 1026997 w 1563254"/>
                <a:gd name="connsiteY8" fmla="*/ 206683 h 337689"/>
                <a:gd name="connsiteX9" fmla="*/ 949796 w 1563254"/>
                <a:gd name="connsiteY9" fmla="*/ 237095 h 337689"/>
                <a:gd name="connsiteX10" fmla="*/ 900669 w 1563254"/>
                <a:gd name="connsiteY10" fmla="*/ 239434 h 337689"/>
                <a:gd name="connsiteX11" fmla="*/ 872596 w 1563254"/>
                <a:gd name="connsiteY11" fmla="*/ 241774 h 337689"/>
                <a:gd name="connsiteX12" fmla="*/ 837505 w 1563254"/>
                <a:gd name="connsiteY12" fmla="*/ 239434 h 337689"/>
                <a:gd name="connsiteX13" fmla="*/ 776681 w 1563254"/>
                <a:gd name="connsiteY13" fmla="*/ 241774 h 337689"/>
                <a:gd name="connsiteX14" fmla="*/ 715856 w 1563254"/>
                <a:gd name="connsiteY14" fmla="*/ 253471 h 337689"/>
                <a:gd name="connsiteX15" fmla="*/ 638656 w 1563254"/>
                <a:gd name="connsiteY15" fmla="*/ 265168 h 337689"/>
                <a:gd name="connsiteX16" fmla="*/ 591868 w 1563254"/>
                <a:gd name="connsiteY16" fmla="*/ 281544 h 337689"/>
                <a:gd name="connsiteX17" fmla="*/ 173116 w 1563254"/>
                <a:gd name="connsiteY17" fmla="*/ 325992 h 337689"/>
                <a:gd name="connsiteX18" fmla="*/ 63164 w 1563254"/>
                <a:gd name="connsiteY18" fmla="*/ 337689 h 337689"/>
                <a:gd name="connsiteX19" fmla="*/ 0 w 1563254"/>
                <a:gd name="connsiteY19" fmla="*/ 297919 h 337689"/>
                <a:gd name="connsiteX20" fmla="*/ 51467 w 1563254"/>
                <a:gd name="connsiteY20" fmla="*/ 255810 h 337689"/>
                <a:gd name="connsiteX21" fmla="*/ 240958 w 1563254"/>
                <a:gd name="connsiteY21" fmla="*/ 225398 h 337689"/>
                <a:gd name="connsiteX22" fmla="*/ 731342 w 1563254"/>
                <a:gd name="connsiteY22" fmla="*/ 98554 h 337689"/>
                <a:gd name="connsiteX0" fmla="*/ 731342 w 1563254"/>
                <a:gd name="connsiteY0" fmla="*/ 98554 h 337689"/>
                <a:gd name="connsiteX1" fmla="*/ 830254 w 1563254"/>
                <a:gd name="connsiteY1" fmla="*/ 99773 h 337689"/>
                <a:gd name="connsiteX2" fmla="*/ 1559020 w 1563254"/>
                <a:gd name="connsiteY2" fmla="*/ 5975 h 337689"/>
                <a:gd name="connsiteX3" fmla="*/ 1560380 w 1563254"/>
                <a:gd name="connsiteY3" fmla="*/ 75676 h 337689"/>
                <a:gd name="connsiteX4" fmla="*/ 1505076 w 1563254"/>
                <a:gd name="connsiteY4" fmla="*/ 165978 h 337689"/>
                <a:gd name="connsiteX5" fmla="*/ 1211809 w 1563254"/>
                <a:gd name="connsiteY5" fmla="*/ 192646 h 337689"/>
                <a:gd name="connsiteX6" fmla="*/ 1169700 w 1563254"/>
                <a:gd name="connsiteY6" fmla="*/ 178610 h 337689"/>
                <a:gd name="connsiteX7" fmla="*/ 1136948 w 1563254"/>
                <a:gd name="connsiteY7" fmla="*/ 169252 h 337689"/>
                <a:gd name="connsiteX8" fmla="*/ 1026997 w 1563254"/>
                <a:gd name="connsiteY8" fmla="*/ 206683 h 337689"/>
                <a:gd name="connsiteX9" fmla="*/ 949796 w 1563254"/>
                <a:gd name="connsiteY9" fmla="*/ 237095 h 337689"/>
                <a:gd name="connsiteX10" fmla="*/ 900669 w 1563254"/>
                <a:gd name="connsiteY10" fmla="*/ 239434 h 337689"/>
                <a:gd name="connsiteX11" fmla="*/ 872596 w 1563254"/>
                <a:gd name="connsiteY11" fmla="*/ 241774 h 337689"/>
                <a:gd name="connsiteX12" fmla="*/ 837505 w 1563254"/>
                <a:gd name="connsiteY12" fmla="*/ 239434 h 337689"/>
                <a:gd name="connsiteX13" fmla="*/ 776681 w 1563254"/>
                <a:gd name="connsiteY13" fmla="*/ 241774 h 337689"/>
                <a:gd name="connsiteX14" fmla="*/ 715856 w 1563254"/>
                <a:gd name="connsiteY14" fmla="*/ 253471 h 337689"/>
                <a:gd name="connsiteX15" fmla="*/ 638656 w 1563254"/>
                <a:gd name="connsiteY15" fmla="*/ 265168 h 337689"/>
                <a:gd name="connsiteX16" fmla="*/ 591868 w 1563254"/>
                <a:gd name="connsiteY16" fmla="*/ 281544 h 337689"/>
                <a:gd name="connsiteX17" fmla="*/ 173116 w 1563254"/>
                <a:gd name="connsiteY17" fmla="*/ 325992 h 337689"/>
                <a:gd name="connsiteX18" fmla="*/ 63164 w 1563254"/>
                <a:gd name="connsiteY18" fmla="*/ 337689 h 337689"/>
                <a:gd name="connsiteX19" fmla="*/ 0 w 1563254"/>
                <a:gd name="connsiteY19" fmla="*/ 297919 h 337689"/>
                <a:gd name="connsiteX20" fmla="*/ 51467 w 1563254"/>
                <a:gd name="connsiteY20" fmla="*/ 255810 h 337689"/>
                <a:gd name="connsiteX21" fmla="*/ 240958 w 1563254"/>
                <a:gd name="connsiteY21" fmla="*/ 225398 h 337689"/>
                <a:gd name="connsiteX22" fmla="*/ 731342 w 1563254"/>
                <a:gd name="connsiteY22" fmla="*/ 98554 h 337689"/>
                <a:gd name="connsiteX0" fmla="*/ 731342 w 1608004"/>
                <a:gd name="connsiteY0" fmla="*/ 98554 h 337689"/>
                <a:gd name="connsiteX1" fmla="*/ 830254 w 1608004"/>
                <a:gd name="connsiteY1" fmla="*/ 99773 h 337689"/>
                <a:gd name="connsiteX2" fmla="*/ 1559020 w 1608004"/>
                <a:gd name="connsiteY2" fmla="*/ 5975 h 337689"/>
                <a:gd name="connsiteX3" fmla="*/ 1505076 w 1608004"/>
                <a:gd name="connsiteY3" fmla="*/ 165978 h 337689"/>
                <a:gd name="connsiteX4" fmla="*/ 1211809 w 1608004"/>
                <a:gd name="connsiteY4" fmla="*/ 192646 h 337689"/>
                <a:gd name="connsiteX5" fmla="*/ 1169700 w 1608004"/>
                <a:gd name="connsiteY5" fmla="*/ 178610 h 337689"/>
                <a:gd name="connsiteX6" fmla="*/ 1136948 w 1608004"/>
                <a:gd name="connsiteY6" fmla="*/ 169252 h 337689"/>
                <a:gd name="connsiteX7" fmla="*/ 1026997 w 1608004"/>
                <a:gd name="connsiteY7" fmla="*/ 206683 h 337689"/>
                <a:gd name="connsiteX8" fmla="*/ 949796 w 1608004"/>
                <a:gd name="connsiteY8" fmla="*/ 237095 h 337689"/>
                <a:gd name="connsiteX9" fmla="*/ 900669 w 1608004"/>
                <a:gd name="connsiteY9" fmla="*/ 239434 h 337689"/>
                <a:gd name="connsiteX10" fmla="*/ 872596 w 1608004"/>
                <a:gd name="connsiteY10" fmla="*/ 241774 h 337689"/>
                <a:gd name="connsiteX11" fmla="*/ 837505 w 1608004"/>
                <a:gd name="connsiteY11" fmla="*/ 239434 h 337689"/>
                <a:gd name="connsiteX12" fmla="*/ 776681 w 1608004"/>
                <a:gd name="connsiteY12" fmla="*/ 241774 h 337689"/>
                <a:gd name="connsiteX13" fmla="*/ 715856 w 1608004"/>
                <a:gd name="connsiteY13" fmla="*/ 253471 h 337689"/>
                <a:gd name="connsiteX14" fmla="*/ 638656 w 1608004"/>
                <a:gd name="connsiteY14" fmla="*/ 265168 h 337689"/>
                <a:gd name="connsiteX15" fmla="*/ 591868 w 1608004"/>
                <a:gd name="connsiteY15" fmla="*/ 281544 h 337689"/>
                <a:gd name="connsiteX16" fmla="*/ 173116 w 1608004"/>
                <a:gd name="connsiteY16" fmla="*/ 325992 h 337689"/>
                <a:gd name="connsiteX17" fmla="*/ 63164 w 1608004"/>
                <a:gd name="connsiteY17" fmla="*/ 337689 h 337689"/>
                <a:gd name="connsiteX18" fmla="*/ 0 w 1608004"/>
                <a:gd name="connsiteY18" fmla="*/ 297919 h 337689"/>
                <a:gd name="connsiteX19" fmla="*/ 51467 w 1608004"/>
                <a:gd name="connsiteY19" fmla="*/ 255810 h 337689"/>
                <a:gd name="connsiteX20" fmla="*/ 240958 w 1608004"/>
                <a:gd name="connsiteY20" fmla="*/ 225398 h 337689"/>
                <a:gd name="connsiteX21" fmla="*/ 731342 w 1608004"/>
                <a:gd name="connsiteY21" fmla="*/ 98554 h 337689"/>
                <a:gd name="connsiteX0" fmla="*/ 731342 w 1559019"/>
                <a:gd name="connsiteY0" fmla="*/ 98554 h 337689"/>
                <a:gd name="connsiteX1" fmla="*/ 830254 w 1559019"/>
                <a:gd name="connsiteY1" fmla="*/ 99773 h 337689"/>
                <a:gd name="connsiteX2" fmla="*/ 1559020 w 1559019"/>
                <a:gd name="connsiteY2" fmla="*/ 5975 h 337689"/>
                <a:gd name="connsiteX3" fmla="*/ 1505076 w 1559019"/>
                <a:gd name="connsiteY3" fmla="*/ 165978 h 337689"/>
                <a:gd name="connsiteX4" fmla="*/ 1211809 w 1559019"/>
                <a:gd name="connsiteY4" fmla="*/ 192646 h 337689"/>
                <a:gd name="connsiteX5" fmla="*/ 1169700 w 1559019"/>
                <a:gd name="connsiteY5" fmla="*/ 178610 h 337689"/>
                <a:gd name="connsiteX6" fmla="*/ 1136948 w 1559019"/>
                <a:gd name="connsiteY6" fmla="*/ 169252 h 337689"/>
                <a:gd name="connsiteX7" fmla="*/ 1026997 w 1559019"/>
                <a:gd name="connsiteY7" fmla="*/ 206683 h 337689"/>
                <a:gd name="connsiteX8" fmla="*/ 949796 w 1559019"/>
                <a:gd name="connsiteY8" fmla="*/ 237095 h 337689"/>
                <a:gd name="connsiteX9" fmla="*/ 900669 w 1559019"/>
                <a:gd name="connsiteY9" fmla="*/ 239434 h 337689"/>
                <a:gd name="connsiteX10" fmla="*/ 872596 w 1559019"/>
                <a:gd name="connsiteY10" fmla="*/ 241774 h 337689"/>
                <a:gd name="connsiteX11" fmla="*/ 837505 w 1559019"/>
                <a:gd name="connsiteY11" fmla="*/ 239434 h 337689"/>
                <a:gd name="connsiteX12" fmla="*/ 776681 w 1559019"/>
                <a:gd name="connsiteY12" fmla="*/ 241774 h 337689"/>
                <a:gd name="connsiteX13" fmla="*/ 715856 w 1559019"/>
                <a:gd name="connsiteY13" fmla="*/ 253471 h 337689"/>
                <a:gd name="connsiteX14" fmla="*/ 638656 w 1559019"/>
                <a:gd name="connsiteY14" fmla="*/ 265168 h 337689"/>
                <a:gd name="connsiteX15" fmla="*/ 591868 w 1559019"/>
                <a:gd name="connsiteY15" fmla="*/ 281544 h 337689"/>
                <a:gd name="connsiteX16" fmla="*/ 173116 w 1559019"/>
                <a:gd name="connsiteY16" fmla="*/ 325992 h 337689"/>
                <a:gd name="connsiteX17" fmla="*/ 63164 w 1559019"/>
                <a:gd name="connsiteY17" fmla="*/ 337689 h 337689"/>
                <a:gd name="connsiteX18" fmla="*/ 0 w 1559019"/>
                <a:gd name="connsiteY18" fmla="*/ 297919 h 337689"/>
                <a:gd name="connsiteX19" fmla="*/ 51467 w 1559019"/>
                <a:gd name="connsiteY19" fmla="*/ 255810 h 337689"/>
                <a:gd name="connsiteX20" fmla="*/ 240958 w 1559019"/>
                <a:gd name="connsiteY20" fmla="*/ 225398 h 337689"/>
                <a:gd name="connsiteX21" fmla="*/ 731342 w 1559019"/>
                <a:gd name="connsiteY21" fmla="*/ 98554 h 337689"/>
                <a:gd name="connsiteX0" fmla="*/ 731342 w 1525495"/>
                <a:gd name="connsiteY0" fmla="*/ 66107 h 305242"/>
                <a:gd name="connsiteX1" fmla="*/ 830254 w 1525495"/>
                <a:gd name="connsiteY1" fmla="*/ 67326 h 305242"/>
                <a:gd name="connsiteX2" fmla="*/ 1524069 w 1525495"/>
                <a:gd name="connsiteY2" fmla="*/ 43430 h 305242"/>
                <a:gd name="connsiteX3" fmla="*/ 1505076 w 1525495"/>
                <a:gd name="connsiteY3" fmla="*/ 133531 h 305242"/>
                <a:gd name="connsiteX4" fmla="*/ 1211809 w 1525495"/>
                <a:gd name="connsiteY4" fmla="*/ 160199 h 305242"/>
                <a:gd name="connsiteX5" fmla="*/ 1169700 w 1525495"/>
                <a:gd name="connsiteY5" fmla="*/ 146163 h 305242"/>
                <a:gd name="connsiteX6" fmla="*/ 1136948 w 1525495"/>
                <a:gd name="connsiteY6" fmla="*/ 136805 h 305242"/>
                <a:gd name="connsiteX7" fmla="*/ 1026997 w 1525495"/>
                <a:gd name="connsiteY7" fmla="*/ 174236 h 305242"/>
                <a:gd name="connsiteX8" fmla="*/ 949796 w 1525495"/>
                <a:gd name="connsiteY8" fmla="*/ 204648 h 305242"/>
                <a:gd name="connsiteX9" fmla="*/ 900669 w 1525495"/>
                <a:gd name="connsiteY9" fmla="*/ 206987 h 305242"/>
                <a:gd name="connsiteX10" fmla="*/ 872596 w 1525495"/>
                <a:gd name="connsiteY10" fmla="*/ 209327 h 305242"/>
                <a:gd name="connsiteX11" fmla="*/ 837505 w 1525495"/>
                <a:gd name="connsiteY11" fmla="*/ 206987 h 305242"/>
                <a:gd name="connsiteX12" fmla="*/ 776681 w 1525495"/>
                <a:gd name="connsiteY12" fmla="*/ 209327 h 305242"/>
                <a:gd name="connsiteX13" fmla="*/ 715856 w 1525495"/>
                <a:gd name="connsiteY13" fmla="*/ 221024 h 305242"/>
                <a:gd name="connsiteX14" fmla="*/ 638656 w 1525495"/>
                <a:gd name="connsiteY14" fmla="*/ 232721 h 305242"/>
                <a:gd name="connsiteX15" fmla="*/ 591868 w 1525495"/>
                <a:gd name="connsiteY15" fmla="*/ 249097 h 305242"/>
                <a:gd name="connsiteX16" fmla="*/ 173116 w 1525495"/>
                <a:gd name="connsiteY16" fmla="*/ 293545 h 305242"/>
                <a:gd name="connsiteX17" fmla="*/ 63164 w 1525495"/>
                <a:gd name="connsiteY17" fmla="*/ 305242 h 305242"/>
                <a:gd name="connsiteX18" fmla="*/ 0 w 1525495"/>
                <a:gd name="connsiteY18" fmla="*/ 265472 h 305242"/>
                <a:gd name="connsiteX19" fmla="*/ 51467 w 1525495"/>
                <a:gd name="connsiteY19" fmla="*/ 223363 h 305242"/>
                <a:gd name="connsiteX20" fmla="*/ 240958 w 1525495"/>
                <a:gd name="connsiteY20" fmla="*/ 192951 h 305242"/>
                <a:gd name="connsiteX21" fmla="*/ 731342 w 1525495"/>
                <a:gd name="connsiteY21" fmla="*/ 66107 h 305242"/>
                <a:gd name="connsiteX0" fmla="*/ 731342 w 1525495"/>
                <a:gd name="connsiteY0" fmla="*/ 66107 h 305242"/>
                <a:gd name="connsiteX1" fmla="*/ 830254 w 1525495"/>
                <a:gd name="connsiteY1" fmla="*/ 67326 h 305242"/>
                <a:gd name="connsiteX2" fmla="*/ 1524069 w 1525495"/>
                <a:gd name="connsiteY2" fmla="*/ 43430 h 305242"/>
                <a:gd name="connsiteX3" fmla="*/ 1505076 w 1525495"/>
                <a:gd name="connsiteY3" fmla="*/ 133531 h 305242"/>
                <a:gd name="connsiteX4" fmla="*/ 1211809 w 1525495"/>
                <a:gd name="connsiteY4" fmla="*/ 160199 h 305242"/>
                <a:gd name="connsiteX5" fmla="*/ 1169700 w 1525495"/>
                <a:gd name="connsiteY5" fmla="*/ 146163 h 305242"/>
                <a:gd name="connsiteX6" fmla="*/ 1136948 w 1525495"/>
                <a:gd name="connsiteY6" fmla="*/ 136805 h 305242"/>
                <a:gd name="connsiteX7" fmla="*/ 1026997 w 1525495"/>
                <a:gd name="connsiteY7" fmla="*/ 174236 h 305242"/>
                <a:gd name="connsiteX8" fmla="*/ 949796 w 1525495"/>
                <a:gd name="connsiteY8" fmla="*/ 204648 h 305242"/>
                <a:gd name="connsiteX9" fmla="*/ 900669 w 1525495"/>
                <a:gd name="connsiteY9" fmla="*/ 206987 h 305242"/>
                <a:gd name="connsiteX10" fmla="*/ 872596 w 1525495"/>
                <a:gd name="connsiteY10" fmla="*/ 209327 h 305242"/>
                <a:gd name="connsiteX11" fmla="*/ 837505 w 1525495"/>
                <a:gd name="connsiteY11" fmla="*/ 206987 h 305242"/>
                <a:gd name="connsiteX12" fmla="*/ 776681 w 1525495"/>
                <a:gd name="connsiteY12" fmla="*/ 209327 h 305242"/>
                <a:gd name="connsiteX13" fmla="*/ 715856 w 1525495"/>
                <a:gd name="connsiteY13" fmla="*/ 221024 h 305242"/>
                <a:gd name="connsiteX14" fmla="*/ 638656 w 1525495"/>
                <a:gd name="connsiteY14" fmla="*/ 232721 h 305242"/>
                <a:gd name="connsiteX15" fmla="*/ 591868 w 1525495"/>
                <a:gd name="connsiteY15" fmla="*/ 249097 h 305242"/>
                <a:gd name="connsiteX16" fmla="*/ 173116 w 1525495"/>
                <a:gd name="connsiteY16" fmla="*/ 293545 h 305242"/>
                <a:gd name="connsiteX17" fmla="*/ 63164 w 1525495"/>
                <a:gd name="connsiteY17" fmla="*/ 305242 h 305242"/>
                <a:gd name="connsiteX18" fmla="*/ 0 w 1525495"/>
                <a:gd name="connsiteY18" fmla="*/ 265472 h 305242"/>
                <a:gd name="connsiteX19" fmla="*/ 51467 w 1525495"/>
                <a:gd name="connsiteY19" fmla="*/ 223363 h 305242"/>
                <a:gd name="connsiteX20" fmla="*/ 240958 w 1525495"/>
                <a:gd name="connsiteY20" fmla="*/ 192951 h 305242"/>
                <a:gd name="connsiteX21" fmla="*/ 731342 w 1525495"/>
                <a:gd name="connsiteY21" fmla="*/ 66107 h 305242"/>
                <a:gd name="connsiteX0" fmla="*/ 731342 w 1525495"/>
                <a:gd name="connsiteY0" fmla="*/ 51104 h 290239"/>
                <a:gd name="connsiteX1" fmla="*/ 865206 w 1525495"/>
                <a:gd name="connsiteY1" fmla="*/ 75625 h 290239"/>
                <a:gd name="connsiteX2" fmla="*/ 1524069 w 1525495"/>
                <a:gd name="connsiteY2" fmla="*/ 28427 h 290239"/>
                <a:gd name="connsiteX3" fmla="*/ 1505076 w 1525495"/>
                <a:gd name="connsiteY3" fmla="*/ 118528 h 290239"/>
                <a:gd name="connsiteX4" fmla="*/ 1211809 w 1525495"/>
                <a:gd name="connsiteY4" fmla="*/ 145196 h 290239"/>
                <a:gd name="connsiteX5" fmla="*/ 1169700 w 1525495"/>
                <a:gd name="connsiteY5" fmla="*/ 131160 h 290239"/>
                <a:gd name="connsiteX6" fmla="*/ 1136948 w 1525495"/>
                <a:gd name="connsiteY6" fmla="*/ 121802 h 290239"/>
                <a:gd name="connsiteX7" fmla="*/ 1026997 w 1525495"/>
                <a:gd name="connsiteY7" fmla="*/ 159233 h 290239"/>
                <a:gd name="connsiteX8" fmla="*/ 949796 w 1525495"/>
                <a:gd name="connsiteY8" fmla="*/ 189645 h 290239"/>
                <a:gd name="connsiteX9" fmla="*/ 900669 w 1525495"/>
                <a:gd name="connsiteY9" fmla="*/ 191984 h 290239"/>
                <a:gd name="connsiteX10" fmla="*/ 872596 w 1525495"/>
                <a:gd name="connsiteY10" fmla="*/ 194324 h 290239"/>
                <a:gd name="connsiteX11" fmla="*/ 837505 w 1525495"/>
                <a:gd name="connsiteY11" fmla="*/ 191984 h 290239"/>
                <a:gd name="connsiteX12" fmla="*/ 776681 w 1525495"/>
                <a:gd name="connsiteY12" fmla="*/ 194324 h 290239"/>
                <a:gd name="connsiteX13" fmla="*/ 715856 w 1525495"/>
                <a:gd name="connsiteY13" fmla="*/ 206021 h 290239"/>
                <a:gd name="connsiteX14" fmla="*/ 638656 w 1525495"/>
                <a:gd name="connsiteY14" fmla="*/ 217718 h 290239"/>
                <a:gd name="connsiteX15" fmla="*/ 591868 w 1525495"/>
                <a:gd name="connsiteY15" fmla="*/ 234094 h 290239"/>
                <a:gd name="connsiteX16" fmla="*/ 173116 w 1525495"/>
                <a:gd name="connsiteY16" fmla="*/ 278542 h 290239"/>
                <a:gd name="connsiteX17" fmla="*/ 63164 w 1525495"/>
                <a:gd name="connsiteY17" fmla="*/ 290239 h 290239"/>
                <a:gd name="connsiteX18" fmla="*/ 0 w 1525495"/>
                <a:gd name="connsiteY18" fmla="*/ 250469 h 290239"/>
                <a:gd name="connsiteX19" fmla="*/ 51467 w 1525495"/>
                <a:gd name="connsiteY19" fmla="*/ 208360 h 290239"/>
                <a:gd name="connsiteX20" fmla="*/ 240958 w 1525495"/>
                <a:gd name="connsiteY20" fmla="*/ 177948 h 290239"/>
                <a:gd name="connsiteX21" fmla="*/ 731342 w 1525495"/>
                <a:gd name="connsiteY21" fmla="*/ 51104 h 290239"/>
                <a:gd name="connsiteX0" fmla="*/ 731342 w 1525495"/>
                <a:gd name="connsiteY0" fmla="*/ 35413 h 274548"/>
                <a:gd name="connsiteX1" fmla="*/ 865206 w 1525495"/>
                <a:gd name="connsiteY1" fmla="*/ 59934 h 274548"/>
                <a:gd name="connsiteX2" fmla="*/ 1524069 w 1525495"/>
                <a:gd name="connsiteY2" fmla="*/ 12736 h 274548"/>
                <a:gd name="connsiteX3" fmla="*/ 1505076 w 1525495"/>
                <a:gd name="connsiteY3" fmla="*/ 102837 h 274548"/>
                <a:gd name="connsiteX4" fmla="*/ 1211809 w 1525495"/>
                <a:gd name="connsiteY4" fmla="*/ 129505 h 274548"/>
                <a:gd name="connsiteX5" fmla="*/ 1169700 w 1525495"/>
                <a:gd name="connsiteY5" fmla="*/ 115469 h 274548"/>
                <a:gd name="connsiteX6" fmla="*/ 1136948 w 1525495"/>
                <a:gd name="connsiteY6" fmla="*/ 106111 h 274548"/>
                <a:gd name="connsiteX7" fmla="*/ 1026997 w 1525495"/>
                <a:gd name="connsiteY7" fmla="*/ 143542 h 274548"/>
                <a:gd name="connsiteX8" fmla="*/ 949796 w 1525495"/>
                <a:gd name="connsiteY8" fmla="*/ 173954 h 274548"/>
                <a:gd name="connsiteX9" fmla="*/ 900669 w 1525495"/>
                <a:gd name="connsiteY9" fmla="*/ 176293 h 274548"/>
                <a:gd name="connsiteX10" fmla="*/ 872596 w 1525495"/>
                <a:gd name="connsiteY10" fmla="*/ 178633 h 274548"/>
                <a:gd name="connsiteX11" fmla="*/ 837505 w 1525495"/>
                <a:gd name="connsiteY11" fmla="*/ 176293 h 274548"/>
                <a:gd name="connsiteX12" fmla="*/ 776681 w 1525495"/>
                <a:gd name="connsiteY12" fmla="*/ 178633 h 274548"/>
                <a:gd name="connsiteX13" fmla="*/ 715856 w 1525495"/>
                <a:gd name="connsiteY13" fmla="*/ 190330 h 274548"/>
                <a:gd name="connsiteX14" fmla="*/ 638656 w 1525495"/>
                <a:gd name="connsiteY14" fmla="*/ 202027 h 274548"/>
                <a:gd name="connsiteX15" fmla="*/ 591868 w 1525495"/>
                <a:gd name="connsiteY15" fmla="*/ 218403 h 274548"/>
                <a:gd name="connsiteX16" fmla="*/ 173116 w 1525495"/>
                <a:gd name="connsiteY16" fmla="*/ 262851 h 274548"/>
                <a:gd name="connsiteX17" fmla="*/ 63164 w 1525495"/>
                <a:gd name="connsiteY17" fmla="*/ 274548 h 274548"/>
                <a:gd name="connsiteX18" fmla="*/ 0 w 1525495"/>
                <a:gd name="connsiteY18" fmla="*/ 234778 h 274548"/>
                <a:gd name="connsiteX19" fmla="*/ 51467 w 1525495"/>
                <a:gd name="connsiteY19" fmla="*/ 192669 h 274548"/>
                <a:gd name="connsiteX20" fmla="*/ 240958 w 1525495"/>
                <a:gd name="connsiteY20" fmla="*/ 162257 h 274548"/>
                <a:gd name="connsiteX21" fmla="*/ 731342 w 1525495"/>
                <a:gd name="connsiteY21" fmla="*/ 35413 h 274548"/>
                <a:gd name="connsiteX0" fmla="*/ 731342 w 1525495"/>
                <a:gd name="connsiteY0" fmla="*/ 25795 h 264930"/>
                <a:gd name="connsiteX1" fmla="*/ 861323 w 1525495"/>
                <a:gd name="connsiteY1" fmla="*/ 73617 h 264930"/>
                <a:gd name="connsiteX2" fmla="*/ 1524069 w 1525495"/>
                <a:gd name="connsiteY2" fmla="*/ 3118 h 264930"/>
                <a:gd name="connsiteX3" fmla="*/ 1505076 w 1525495"/>
                <a:gd name="connsiteY3" fmla="*/ 93219 h 264930"/>
                <a:gd name="connsiteX4" fmla="*/ 1211809 w 1525495"/>
                <a:gd name="connsiteY4" fmla="*/ 119887 h 264930"/>
                <a:gd name="connsiteX5" fmla="*/ 1169700 w 1525495"/>
                <a:gd name="connsiteY5" fmla="*/ 105851 h 264930"/>
                <a:gd name="connsiteX6" fmla="*/ 1136948 w 1525495"/>
                <a:gd name="connsiteY6" fmla="*/ 96493 h 264930"/>
                <a:gd name="connsiteX7" fmla="*/ 1026997 w 1525495"/>
                <a:gd name="connsiteY7" fmla="*/ 133924 h 264930"/>
                <a:gd name="connsiteX8" fmla="*/ 949796 w 1525495"/>
                <a:gd name="connsiteY8" fmla="*/ 164336 h 264930"/>
                <a:gd name="connsiteX9" fmla="*/ 900669 w 1525495"/>
                <a:gd name="connsiteY9" fmla="*/ 166675 h 264930"/>
                <a:gd name="connsiteX10" fmla="*/ 872596 w 1525495"/>
                <a:gd name="connsiteY10" fmla="*/ 169015 h 264930"/>
                <a:gd name="connsiteX11" fmla="*/ 837505 w 1525495"/>
                <a:gd name="connsiteY11" fmla="*/ 166675 h 264930"/>
                <a:gd name="connsiteX12" fmla="*/ 776681 w 1525495"/>
                <a:gd name="connsiteY12" fmla="*/ 169015 h 264930"/>
                <a:gd name="connsiteX13" fmla="*/ 715856 w 1525495"/>
                <a:gd name="connsiteY13" fmla="*/ 180712 h 264930"/>
                <a:gd name="connsiteX14" fmla="*/ 638656 w 1525495"/>
                <a:gd name="connsiteY14" fmla="*/ 192409 h 264930"/>
                <a:gd name="connsiteX15" fmla="*/ 591868 w 1525495"/>
                <a:gd name="connsiteY15" fmla="*/ 208785 h 264930"/>
                <a:gd name="connsiteX16" fmla="*/ 173116 w 1525495"/>
                <a:gd name="connsiteY16" fmla="*/ 253233 h 264930"/>
                <a:gd name="connsiteX17" fmla="*/ 63164 w 1525495"/>
                <a:gd name="connsiteY17" fmla="*/ 264930 h 264930"/>
                <a:gd name="connsiteX18" fmla="*/ 0 w 1525495"/>
                <a:gd name="connsiteY18" fmla="*/ 225160 h 264930"/>
                <a:gd name="connsiteX19" fmla="*/ 51467 w 1525495"/>
                <a:gd name="connsiteY19" fmla="*/ 183051 h 264930"/>
                <a:gd name="connsiteX20" fmla="*/ 240958 w 1525495"/>
                <a:gd name="connsiteY20" fmla="*/ 152639 h 264930"/>
                <a:gd name="connsiteX21" fmla="*/ 731342 w 1525495"/>
                <a:gd name="connsiteY21" fmla="*/ 25795 h 264930"/>
                <a:gd name="connsiteX0" fmla="*/ 711925 w 1525495"/>
                <a:gd name="connsiteY0" fmla="*/ 56863 h 264930"/>
                <a:gd name="connsiteX1" fmla="*/ 861323 w 1525495"/>
                <a:gd name="connsiteY1" fmla="*/ 73617 h 264930"/>
                <a:gd name="connsiteX2" fmla="*/ 1524069 w 1525495"/>
                <a:gd name="connsiteY2" fmla="*/ 3118 h 264930"/>
                <a:gd name="connsiteX3" fmla="*/ 1505076 w 1525495"/>
                <a:gd name="connsiteY3" fmla="*/ 93219 h 264930"/>
                <a:gd name="connsiteX4" fmla="*/ 1211809 w 1525495"/>
                <a:gd name="connsiteY4" fmla="*/ 119887 h 264930"/>
                <a:gd name="connsiteX5" fmla="*/ 1169700 w 1525495"/>
                <a:gd name="connsiteY5" fmla="*/ 105851 h 264930"/>
                <a:gd name="connsiteX6" fmla="*/ 1136948 w 1525495"/>
                <a:gd name="connsiteY6" fmla="*/ 96493 h 264930"/>
                <a:gd name="connsiteX7" fmla="*/ 1026997 w 1525495"/>
                <a:gd name="connsiteY7" fmla="*/ 133924 h 264930"/>
                <a:gd name="connsiteX8" fmla="*/ 949796 w 1525495"/>
                <a:gd name="connsiteY8" fmla="*/ 164336 h 264930"/>
                <a:gd name="connsiteX9" fmla="*/ 900669 w 1525495"/>
                <a:gd name="connsiteY9" fmla="*/ 166675 h 264930"/>
                <a:gd name="connsiteX10" fmla="*/ 872596 w 1525495"/>
                <a:gd name="connsiteY10" fmla="*/ 169015 h 264930"/>
                <a:gd name="connsiteX11" fmla="*/ 837505 w 1525495"/>
                <a:gd name="connsiteY11" fmla="*/ 166675 h 264930"/>
                <a:gd name="connsiteX12" fmla="*/ 776681 w 1525495"/>
                <a:gd name="connsiteY12" fmla="*/ 169015 h 264930"/>
                <a:gd name="connsiteX13" fmla="*/ 715856 w 1525495"/>
                <a:gd name="connsiteY13" fmla="*/ 180712 h 264930"/>
                <a:gd name="connsiteX14" fmla="*/ 638656 w 1525495"/>
                <a:gd name="connsiteY14" fmla="*/ 192409 h 264930"/>
                <a:gd name="connsiteX15" fmla="*/ 591868 w 1525495"/>
                <a:gd name="connsiteY15" fmla="*/ 208785 h 264930"/>
                <a:gd name="connsiteX16" fmla="*/ 173116 w 1525495"/>
                <a:gd name="connsiteY16" fmla="*/ 253233 h 264930"/>
                <a:gd name="connsiteX17" fmla="*/ 63164 w 1525495"/>
                <a:gd name="connsiteY17" fmla="*/ 264930 h 264930"/>
                <a:gd name="connsiteX18" fmla="*/ 0 w 1525495"/>
                <a:gd name="connsiteY18" fmla="*/ 225160 h 264930"/>
                <a:gd name="connsiteX19" fmla="*/ 51467 w 1525495"/>
                <a:gd name="connsiteY19" fmla="*/ 183051 h 264930"/>
                <a:gd name="connsiteX20" fmla="*/ 240958 w 1525495"/>
                <a:gd name="connsiteY20" fmla="*/ 152639 h 264930"/>
                <a:gd name="connsiteX21" fmla="*/ 711925 w 1525495"/>
                <a:gd name="connsiteY21" fmla="*/ 56863 h 264930"/>
                <a:gd name="connsiteX0" fmla="*/ 680858 w 1525495"/>
                <a:gd name="connsiteY0" fmla="*/ 60746 h 264930"/>
                <a:gd name="connsiteX1" fmla="*/ 861323 w 1525495"/>
                <a:gd name="connsiteY1" fmla="*/ 73617 h 264930"/>
                <a:gd name="connsiteX2" fmla="*/ 1524069 w 1525495"/>
                <a:gd name="connsiteY2" fmla="*/ 3118 h 264930"/>
                <a:gd name="connsiteX3" fmla="*/ 1505076 w 1525495"/>
                <a:gd name="connsiteY3" fmla="*/ 93219 h 264930"/>
                <a:gd name="connsiteX4" fmla="*/ 1211809 w 1525495"/>
                <a:gd name="connsiteY4" fmla="*/ 119887 h 264930"/>
                <a:gd name="connsiteX5" fmla="*/ 1169700 w 1525495"/>
                <a:gd name="connsiteY5" fmla="*/ 105851 h 264930"/>
                <a:gd name="connsiteX6" fmla="*/ 1136948 w 1525495"/>
                <a:gd name="connsiteY6" fmla="*/ 96493 h 264930"/>
                <a:gd name="connsiteX7" fmla="*/ 1026997 w 1525495"/>
                <a:gd name="connsiteY7" fmla="*/ 133924 h 264930"/>
                <a:gd name="connsiteX8" fmla="*/ 949796 w 1525495"/>
                <a:gd name="connsiteY8" fmla="*/ 164336 h 264930"/>
                <a:gd name="connsiteX9" fmla="*/ 900669 w 1525495"/>
                <a:gd name="connsiteY9" fmla="*/ 166675 h 264930"/>
                <a:gd name="connsiteX10" fmla="*/ 872596 w 1525495"/>
                <a:gd name="connsiteY10" fmla="*/ 169015 h 264930"/>
                <a:gd name="connsiteX11" fmla="*/ 837505 w 1525495"/>
                <a:gd name="connsiteY11" fmla="*/ 166675 h 264930"/>
                <a:gd name="connsiteX12" fmla="*/ 776681 w 1525495"/>
                <a:gd name="connsiteY12" fmla="*/ 169015 h 264930"/>
                <a:gd name="connsiteX13" fmla="*/ 715856 w 1525495"/>
                <a:gd name="connsiteY13" fmla="*/ 180712 h 264930"/>
                <a:gd name="connsiteX14" fmla="*/ 638656 w 1525495"/>
                <a:gd name="connsiteY14" fmla="*/ 192409 h 264930"/>
                <a:gd name="connsiteX15" fmla="*/ 591868 w 1525495"/>
                <a:gd name="connsiteY15" fmla="*/ 208785 h 264930"/>
                <a:gd name="connsiteX16" fmla="*/ 173116 w 1525495"/>
                <a:gd name="connsiteY16" fmla="*/ 253233 h 264930"/>
                <a:gd name="connsiteX17" fmla="*/ 63164 w 1525495"/>
                <a:gd name="connsiteY17" fmla="*/ 264930 h 264930"/>
                <a:gd name="connsiteX18" fmla="*/ 0 w 1525495"/>
                <a:gd name="connsiteY18" fmla="*/ 225160 h 264930"/>
                <a:gd name="connsiteX19" fmla="*/ 51467 w 1525495"/>
                <a:gd name="connsiteY19" fmla="*/ 183051 h 264930"/>
                <a:gd name="connsiteX20" fmla="*/ 240958 w 1525495"/>
                <a:gd name="connsiteY20" fmla="*/ 152639 h 264930"/>
                <a:gd name="connsiteX21" fmla="*/ 680858 w 1525495"/>
                <a:gd name="connsiteY21" fmla="*/ 60746 h 264930"/>
                <a:gd name="connsiteX0" fmla="*/ 680858 w 1525495"/>
                <a:gd name="connsiteY0" fmla="*/ 60746 h 264930"/>
                <a:gd name="connsiteX1" fmla="*/ 861323 w 1525495"/>
                <a:gd name="connsiteY1" fmla="*/ 73617 h 264930"/>
                <a:gd name="connsiteX2" fmla="*/ 1524069 w 1525495"/>
                <a:gd name="connsiteY2" fmla="*/ 3118 h 264930"/>
                <a:gd name="connsiteX3" fmla="*/ 1505076 w 1525495"/>
                <a:gd name="connsiteY3" fmla="*/ 93219 h 264930"/>
                <a:gd name="connsiteX4" fmla="*/ 1211809 w 1525495"/>
                <a:gd name="connsiteY4" fmla="*/ 119887 h 264930"/>
                <a:gd name="connsiteX5" fmla="*/ 1169700 w 1525495"/>
                <a:gd name="connsiteY5" fmla="*/ 105851 h 264930"/>
                <a:gd name="connsiteX6" fmla="*/ 1136948 w 1525495"/>
                <a:gd name="connsiteY6" fmla="*/ 96493 h 264930"/>
                <a:gd name="connsiteX7" fmla="*/ 1026997 w 1525495"/>
                <a:gd name="connsiteY7" fmla="*/ 133924 h 264930"/>
                <a:gd name="connsiteX8" fmla="*/ 949796 w 1525495"/>
                <a:gd name="connsiteY8" fmla="*/ 164336 h 264930"/>
                <a:gd name="connsiteX9" fmla="*/ 900669 w 1525495"/>
                <a:gd name="connsiteY9" fmla="*/ 166675 h 264930"/>
                <a:gd name="connsiteX10" fmla="*/ 872596 w 1525495"/>
                <a:gd name="connsiteY10" fmla="*/ 169015 h 264930"/>
                <a:gd name="connsiteX11" fmla="*/ 837505 w 1525495"/>
                <a:gd name="connsiteY11" fmla="*/ 166675 h 264930"/>
                <a:gd name="connsiteX12" fmla="*/ 776681 w 1525495"/>
                <a:gd name="connsiteY12" fmla="*/ 169015 h 264930"/>
                <a:gd name="connsiteX13" fmla="*/ 715856 w 1525495"/>
                <a:gd name="connsiteY13" fmla="*/ 180712 h 264930"/>
                <a:gd name="connsiteX14" fmla="*/ 638656 w 1525495"/>
                <a:gd name="connsiteY14" fmla="*/ 192409 h 264930"/>
                <a:gd name="connsiteX15" fmla="*/ 591868 w 1525495"/>
                <a:gd name="connsiteY15" fmla="*/ 208785 h 264930"/>
                <a:gd name="connsiteX16" fmla="*/ 173116 w 1525495"/>
                <a:gd name="connsiteY16" fmla="*/ 253233 h 264930"/>
                <a:gd name="connsiteX17" fmla="*/ 63164 w 1525495"/>
                <a:gd name="connsiteY17" fmla="*/ 264930 h 264930"/>
                <a:gd name="connsiteX18" fmla="*/ 0 w 1525495"/>
                <a:gd name="connsiteY18" fmla="*/ 225160 h 264930"/>
                <a:gd name="connsiteX19" fmla="*/ 51467 w 1525495"/>
                <a:gd name="connsiteY19" fmla="*/ 183051 h 264930"/>
                <a:gd name="connsiteX20" fmla="*/ 240958 w 1525495"/>
                <a:gd name="connsiteY20" fmla="*/ 152639 h 264930"/>
                <a:gd name="connsiteX21" fmla="*/ 680858 w 1525495"/>
                <a:gd name="connsiteY21" fmla="*/ 60746 h 264930"/>
                <a:gd name="connsiteX0" fmla="*/ 681531 w 1526168"/>
                <a:gd name="connsiteY0" fmla="*/ 60746 h 264930"/>
                <a:gd name="connsiteX1" fmla="*/ 861996 w 1526168"/>
                <a:gd name="connsiteY1" fmla="*/ 73617 h 264930"/>
                <a:gd name="connsiteX2" fmla="*/ 1524742 w 1526168"/>
                <a:gd name="connsiteY2" fmla="*/ 3118 h 264930"/>
                <a:gd name="connsiteX3" fmla="*/ 1505749 w 1526168"/>
                <a:gd name="connsiteY3" fmla="*/ 93219 h 264930"/>
                <a:gd name="connsiteX4" fmla="*/ 1212482 w 1526168"/>
                <a:gd name="connsiteY4" fmla="*/ 119887 h 264930"/>
                <a:gd name="connsiteX5" fmla="*/ 1170373 w 1526168"/>
                <a:gd name="connsiteY5" fmla="*/ 105851 h 264930"/>
                <a:gd name="connsiteX6" fmla="*/ 1137621 w 1526168"/>
                <a:gd name="connsiteY6" fmla="*/ 96493 h 264930"/>
                <a:gd name="connsiteX7" fmla="*/ 1027670 w 1526168"/>
                <a:gd name="connsiteY7" fmla="*/ 133924 h 264930"/>
                <a:gd name="connsiteX8" fmla="*/ 950469 w 1526168"/>
                <a:gd name="connsiteY8" fmla="*/ 164336 h 264930"/>
                <a:gd name="connsiteX9" fmla="*/ 901342 w 1526168"/>
                <a:gd name="connsiteY9" fmla="*/ 166675 h 264930"/>
                <a:gd name="connsiteX10" fmla="*/ 873269 w 1526168"/>
                <a:gd name="connsiteY10" fmla="*/ 169015 h 264930"/>
                <a:gd name="connsiteX11" fmla="*/ 838178 w 1526168"/>
                <a:gd name="connsiteY11" fmla="*/ 166675 h 264930"/>
                <a:gd name="connsiteX12" fmla="*/ 777354 w 1526168"/>
                <a:gd name="connsiteY12" fmla="*/ 169015 h 264930"/>
                <a:gd name="connsiteX13" fmla="*/ 716529 w 1526168"/>
                <a:gd name="connsiteY13" fmla="*/ 180712 h 264930"/>
                <a:gd name="connsiteX14" fmla="*/ 639329 w 1526168"/>
                <a:gd name="connsiteY14" fmla="*/ 192409 h 264930"/>
                <a:gd name="connsiteX15" fmla="*/ 592541 w 1526168"/>
                <a:gd name="connsiteY15" fmla="*/ 208785 h 264930"/>
                <a:gd name="connsiteX16" fmla="*/ 173789 w 1526168"/>
                <a:gd name="connsiteY16" fmla="*/ 253233 h 264930"/>
                <a:gd name="connsiteX17" fmla="*/ 63837 w 1526168"/>
                <a:gd name="connsiteY17" fmla="*/ 264930 h 264930"/>
                <a:gd name="connsiteX18" fmla="*/ 673 w 1526168"/>
                <a:gd name="connsiteY18" fmla="*/ 225160 h 264930"/>
                <a:gd name="connsiteX19" fmla="*/ 52140 w 1526168"/>
                <a:gd name="connsiteY19" fmla="*/ 183051 h 264930"/>
                <a:gd name="connsiteX20" fmla="*/ 241631 w 1526168"/>
                <a:gd name="connsiteY20" fmla="*/ 152639 h 264930"/>
                <a:gd name="connsiteX21" fmla="*/ 681531 w 1526168"/>
                <a:gd name="connsiteY21" fmla="*/ 60746 h 264930"/>
                <a:gd name="connsiteX0" fmla="*/ 681531 w 1526168"/>
                <a:gd name="connsiteY0" fmla="*/ 60746 h 268807"/>
                <a:gd name="connsiteX1" fmla="*/ 861996 w 1526168"/>
                <a:gd name="connsiteY1" fmla="*/ 73617 h 268807"/>
                <a:gd name="connsiteX2" fmla="*/ 1524742 w 1526168"/>
                <a:gd name="connsiteY2" fmla="*/ 3118 h 268807"/>
                <a:gd name="connsiteX3" fmla="*/ 1505749 w 1526168"/>
                <a:gd name="connsiteY3" fmla="*/ 93219 h 268807"/>
                <a:gd name="connsiteX4" fmla="*/ 1212482 w 1526168"/>
                <a:gd name="connsiteY4" fmla="*/ 119887 h 268807"/>
                <a:gd name="connsiteX5" fmla="*/ 1170373 w 1526168"/>
                <a:gd name="connsiteY5" fmla="*/ 105851 h 268807"/>
                <a:gd name="connsiteX6" fmla="*/ 1137621 w 1526168"/>
                <a:gd name="connsiteY6" fmla="*/ 96493 h 268807"/>
                <a:gd name="connsiteX7" fmla="*/ 1027670 w 1526168"/>
                <a:gd name="connsiteY7" fmla="*/ 133924 h 268807"/>
                <a:gd name="connsiteX8" fmla="*/ 950469 w 1526168"/>
                <a:gd name="connsiteY8" fmla="*/ 164336 h 268807"/>
                <a:gd name="connsiteX9" fmla="*/ 901342 w 1526168"/>
                <a:gd name="connsiteY9" fmla="*/ 166675 h 268807"/>
                <a:gd name="connsiteX10" fmla="*/ 873269 w 1526168"/>
                <a:gd name="connsiteY10" fmla="*/ 169015 h 268807"/>
                <a:gd name="connsiteX11" fmla="*/ 838178 w 1526168"/>
                <a:gd name="connsiteY11" fmla="*/ 166675 h 268807"/>
                <a:gd name="connsiteX12" fmla="*/ 777354 w 1526168"/>
                <a:gd name="connsiteY12" fmla="*/ 169015 h 268807"/>
                <a:gd name="connsiteX13" fmla="*/ 716529 w 1526168"/>
                <a:gd name="connsiteY13" fmla="*/ 180712 h 268807"/>
                <a:gd name="connsiteX14" fmla="*/ 639329 w 1526168"/>
                <a:gd name="connsiteY14" fmla="*/ 192409 h 268807"/>
                <a:gd name="connsiteX15" fmla="*/ 592541 w 1526168"/>
                <a:gd name="connsiteY15" fmla="*/ 208785 h 268807"/>
                <a:gd name="connsiteX16" fmla="*/ 173789 w 1526168"/>
                <a:gd name="connsiteY16" fmla="*/ 253233 h 268807"/>
                <a:gd name="connsiteX17" fmla="*/ 63837 w 1526168"/>
                <a:gd name="connsiteY17" fmla="*/ 264930 h 268807"/>
                <a:gd name="connsiteX18" fmla="*/ 673 w 1526168"/>
                <a:gd name="connsiteY18" fmla="*/ 225160 h 268807"/>
                <a:gd name="connsiteX19" fmla="*/ 52140 w 1526168"/>
                <a:gd name="connsiteY19" fmla="*/ 183051 h 268807"/>
                <a:gd name="connsiteX20" fmla="*/ 241631 w 1526168"/>
                <a:gd name="connsiteY20" fmla="*/ 152639 h 268807"/>
                <a:gd name="connsiteX21" fmla="*/ 681531 w 1526168"/>
                <a:gd name="connsiteY21" fmla="*/ 60746 h 268807"/>
                <a:gd name="connsiteX0" fmla="*/ 657421 w 1502058"/>
                <a:gd name="connsiteY0" fmla="*/ 60746 h 266047"/>
                <a:gd name="connsiteX1" fmla="*/ 837886 w 1502058"/>
                <a:gd name="connsiteY1" fmla="*/ 73617 h 266047"/>
                <a:gd name="connsiteX2" fmla="*/ 1500632 w 1502058"/>
                <a:gd name="connsiteY2" fmla="*/ 3118 h 266047"/>
                <a:gd name="connsiteX3" fmla="*/ 1481639 w 1502058"/>
                <a:gd name="connsiteY3" fmla="*/ 93219 h 266047"/>
                <a:gd name="connsiteX4" fmla="*/ 1188372 w 1502058"/>
                <a:gd name="connsiteY4" fmla="*/ 119887 h 266047"/>
                <a:gd name="connsiteX5" fmla="*/ 1146263 w 1502058"/>
                <a:gd name="connsiteY5" fmla="*/ 105851 h 266047"/>
                <a:gd name="connsiteX6" fmla="*/ 1113511 w 1502058"/>
                <a:gd name="connsiteY6" fmla="*/ 96493 h 266047"/>
                <a:gd name="connsiteX7" fmla="*/ 1003560 w 1502058"/>
                <a:gd name="connsiteY7" fmla="*/ 133924 h 266047"/>
                <a:gd name="connsiteX8" fmla="*/ 926359 w 1502058"/>
                <a:gd name="connsiteY8" fmla="*/ 164336 h 266047"/>
                <a:gd name="connsiteX9" fmla="*/ 877232 w 1502058"/>
                <a:gd name="connsiteY9" fmla="*/ 166675 h 266047"/>
                <a:gd name="connsiteX10" fmla="*/ 849159 w 1502058"/>
                <a:gd name="connsiteY10" fmla="*/ 169015 h 266047"/>
                <a:gd name="connsiteX11" fmla="*/ 814068 w 1502058"/>
                <a:gd name="connsiteY11" fmla="*/ 166675 h 266047"/>
                <a:gd name="connsiteX12" fmla="*/ 753244 w 1502058"/>
                <a:gd name="connsiteY12" fmla="*/ 169015 h 266047"/>
                <a:gd name="connsiteX13" fmla="*/ 692419 w 1502058"/>
                <a:gd name="connsiteY13" fmla="*/ 180712 h 266047"/>
                <a:gd name="connsiteX14" fmla="*/ 615219 w 1502058"/>
                <a:gd name="connsiteY14" fmla="*/ 192409 h 266047"/>
                <a:gd name="connsiteX15" fmla="*/ 568431 w 1502058"/>
                <a:gd name="connsiteY15" fmla="*/ 208785 h 266047"/>
                <a:gd name="connsiteX16" fmla="*/ 149679 w 1502058"/>
                <a:gd name="connsiteY16" fmla="*/ 253233 h 266047"/>
                <a:gd name="connsiteX17" fmla="*/ 39727 w 1502058"/>
                <a:gd name="connsiteY17" fmla="*/ 264930 h 266047"/>
                <a:gd name="connsiteX18" fmla="*/ 1968 w 1502058"/>
                <a:gd name="connsiteY18" fmla="*/ 221983 h 266047"/>
                <a:gd name="connsiteX19" fmla="*/ 28030 w 1502058"/>
                <a:gd name="connsiteY19" fmla="*/ 183051 h 266047"/>
                <a:gd name="connsiteX20" fmla="*/ 217521 w 1502058"/>
                <a:gd name="connsiteY20" fmla="*/ 152639 h 266047"/>
                <a:gd name="connsiteX21" fmla="*/ 657421 w 1502058"/>
                <a:gd name="connsiteY21" fmla="*/ 60746 h 266047"/>
                <a:gd name="connsiteX0" fmla="*/ 644089 w 1488726"/>
                <a:gd name="connsiteY0" fmla="*/ 60746 h 268443"/>
                <a:gd name="connsiteX1" fmla="*/ 824554 w 1488726"/>
                <a:gd name="connsiteY1" fmla="*/ 73617 h 268443"/>
                <a:gd name="connsiteX2" fmla="*/ 1487300 w 1488726"/>
                <a:gd name="connsiteY2" fmla="*/ 3118 h 268443"/>
                <a:gd name="connsiteX3" fmla="*/ 1468307 w 1488726"/>
                <a:gd name="connsiteY3" fmla="*/ 93219 h 268443"/>
                <a:gd name="connsiteX4" fmla="*/ 1175040 w 1488726"/>
                <a:gd name="connsiteY4" fmla="*/ 119887 h 268443"/>
                <a:gd name="connsiteX5" fmla="*/ 1132931 w 1488726"/>
                <a:gd name="connsiteY5" fmla="*/ 105851 h 268443"/>
                <a:gd name="connsiteX6" fmla="*/ 1100179 w 1488726"/>
                <a:gd name="connsiteY6" fmla="*/ 96493 h 268443"/>
                <a:gd name="connsiteX7" fmla="*/ 990228 w 1488726"/>
                <a:gd name="connsiteY7" fmla="*/ 133924 h 268443"/>
                <a:gd name="connsiteX8" fmla="*/ 913027 w 1488726"/>
                <a:gd name="connsiteY8" fmla="*/ 164336 h 268443"/>
                <a:gd name="connsiteX9" fmla="*/ 863900 w 1488726"/>
                <a:gd name="connsiteY9" fmla="*/ 166675 h 268443"/>
                <a:gd name="connsiteX10" fmla="*/ 835827 w 1488726"/>
                <a:gd name="connsiteY10" fmla="*/ 169015 h 268443"/>
                <a:gd name="connsiteX11" fmla="*/ 800736 w 1488726"/>
                <a:gd name="connsiteY11" fmla="*/ 166675 h 268443"/>
                <a:gd name="connsiteX12" fmla="*/ 739912 w 1488726"/>
                <a:gd name="connsiteY12" fmla="*/ 169015 h 268443"/>
                <a:gd name="connsiteX13" fmla="*/ 679087 w 1488726"/>
                <a:gd name="connsiteY13" fmla="*/ 180712 h 268443"/>
                <a:gd name="connsiteX14" fmla="*/ 601887 w 1488726"/>
                <a:gd name="connsiteY14" fmla="*/ 192409 h 268443"/>
                <a:gd name="connsiteX15" fmla="*/ 555099 w 1488726"/>
                <a:gd name="connsiteY15" fmla="*/ 208785 h 268443"/>
                <a:gd name="connsiteX16" fmla="*/ 136347 w 1488726"/>
                <a:gd name="connsiteY16" fmla="*/ 253233 h 268443"/>
                <a:gd name="connsiteX17" fmla="*/ 26395 w 1488726"/>
                <a:gd name="connsiteY17" fmla="*/ 264930 h 268443"/>
                <a:gd name="connsiteX18" fmla="*/ 14698 w 1488726"/>
                <a:gd name="connsiteY18" fmla="*/ 183051 h 268443"/>
                <a:gd name="connsiteX19" fmla="*/ 204189 w 1488726"/>
                <a:gd name="connsiteY19" fmla="*/ 152639 h 268443"/>
                <a:gd name="connsiteX20" fmla="*/ 644089 w 1488726"/>
                <a:gd name="connsiteY20" fmla="*/ 60746 h 268443"/>
                <a:gd name="connsiteX0" fmla="*/ 629390 w 1474027"/>
                <a:gd name="connsiteY0" fmla="*/ 60746 h 268444"/>
                <a:gd name="connsiteX1" fmla="*/ 809855 w 1474027"/>
                <a:gd name="connsiteY1" fmla="*/ 73617 h 268444"/>
                <a:gd name="connsiteX2" fmla="*/ 1472601 w 1474027"/>
                <a:gd name="connsiteY2" fmla="*/ 3118 h 268444"/>
                <a:gd name="connsiteX3" fmla="*/ 1453608 w 1474027"/>
                <a:gd name="connsiteY3" fmla="*/ 93219 h 268444"/>
                <a:gd name="connsiteX4" fmla="*/ 1160341 w 1474027"/>
                <a:gd name="connsiteY4" fmla="*/ 119887 h 268444"/>
                <a:gd name="connsiteX5" fmla="*/ 1118232 w 1474027"/>
                <a:gd name="connsiteY5" fmla="*/ 105851 h 268444"/>
                <a:gd name="connsiteX6" fmla="*/ 1085480 w 1474027"/>
                <a:gd name="connsiteY6" fmla="*/ 96493 h 268444"/>
                <a:gd name="connsiteX7" fmla="*/ 975529 w 1474027"/>
                <a:gd name="connsiteY7" fmla="*/ 133924 h 268444"/>
                <a:gd name="connsiteX8" fmla="*/ 898328 w 1474027"/>
                <a:gd name="connsiteY8" fmla="*/ 164336 h 268444"/>
                <a:gd name="connsiteX9" fmla="*/ 849201 w 1474027"/>
                <a:gd name="connsiteY9" fmla="*/ 166675 h 268444"/>
                <a:gd name="connsiteX10" fmla="*/ 821128 w 1474027"/>
                <a:gd name="connsiteY10" fmla="*/ 169015 h 268444"/>
                <a:gd name="connsiteX11" fmla="*/ 786037 w 1474027"/>
                <a:gd name="connsiteY11" fmla="*/ 166675 h 268444"/>
                <a:gd name="connsiteX12" fmla="*/ 725213 w 1474027"/>
                <a:gd name="connsiteY12" fmla="*/ 169015 h 268444"/>
                <a:gd name="connsiteX13" fmla="*/ 664388 w 1474027"/>
                <a:gd name="connsiteY13" fmla="*/ 180712 h 268444"/>
                <a:gd name="connsiteX14" fmla="*/ 587188 w 1474027"/>
                <a:gd name="connsiteY14" fmla="*/ 192409 h 268444"/>
                <a:gd name="connsiteX15" fmla="*/ 540400 w 1474027"/>
                <a:gd name="connsiteY15" fmla="*/ 208785 h 268444"/>
                <a:gd name="connsiteX16" fmla="*/ 121648 w 1474027"/>
                <a:gd name="connsiteY16" fmla="*/ 253233 h 268444"/>
                <a:gd name="connsiteX17" fmla="*/ 11696 w 1474027"/>
                <a:gd name="connsiteY17" fmla="*/ 264930 h 268444"/>
                <a:gd name="connsiteX18" fmla="*/ -1 w 1474027"/>
                <a:gd name="connsiteY18" fmla="*/ 183051 h 268444"/>
                <a:gd name="connsiteX19" fmla="*/ 189490 w 1474027"/>
                <a:gd name="connsiteY19" fmla="*/ 152639 h 268444"/>
                <a:gd name="connsiteX20" fmla="*/ 629390 w 1474027"/>
                <a:gd name="connsiteY20" fmla="*/ 60746 h 268444"/>
                <a:gd name="connsiteX0" fmla="*/ 629391 w 1474028"/>
                <a:gd name="connsiteY0" fmla="*/ 60746 h 266300"/>
                <a:gd name="connsiteX1" fmla="*/ 809856 w 1474028"/>
                <a:gd name="connsiteY1" fmla="*/ 73617 h 266300"/>
                <a:gd name="connsiteX2" fmla="*/ 1472602 w 1474028"/>
                <a:gd name="connsiteY2" fmla="*/ 3118 h 266300"/>
                <a:gd name="connsiteX3" fmla="*/ 1453609 w 1474028"/>
                <a:gd name="connsiteY3" fmla="*/ 93219 h 266300"/>
                <a:gd name="connsiteX4" fmla="*/ 1160342 w 1474028"/>
                <a:gd name="connsiteY4" fmla="*/ 119887 h 266300"/>
                <a:gd name="connsiteX5" fmla="*/ 1118233 w 1474028"/>
                <a:gd name="connsiteY5" fmla="*/ 105851 h 266300"/>
                <a:gd name="connsiteX6" fmla="*/ 1085481 w 1474028"/>
                <a:gd name="connsiteY6" fmla="*/ 96493 h 266300"/>
                <a:gd name="connsiteX7" fmla="*/ 975530 w 1474028"/>
                <a:gd name="connsiteY7" fmla="*/ 133924 h 266300"/>
                <a:gd name="connsiteX8" fmla="*/ 898329 w 1474028"/>
                <a:gd name="connsiteY8" fmla="*/ 164336 h 266300"/>
                <a:gd name="connsiteX9" fmla="*/ 849202 w 1474028"/>
                <a:gd name="connsiteY9" fmla="*/ 166675 h 266300"/>
                <a:gd name="connsiteX10" fmla="*/ 821129 w 1474028"/>
                <a:gd name="connsiteY10" fmla="*/ 169015 h 266300"/>
                <a:gd name="connsiteX11" fmla="*/ 786038 w 1474028"/>
                <a:gd name="connsiteY11" fmla="*/ 166675 h 266300"/>
                <a:gd name="connsiteX12" fmla="*/ 725214 w 1474028"/>
                <a:gd name="connsiteY12" fmla="*/ 169015 h 266300"/>
                <a:gd name="connsiteX13" fmla="*/ 664389 w 1474028"/>
                <a:gd name="connsiteY13" fmla="*/ 180712 h 266300"/>
                <a:gd name="connsiteX14" fmla="*/ 587189 w 1474028"/>
                <a:gd name="connsiteY14" fmla="*/ 192409 h 266300"/>
                <a:gd name="connsiteX15" fmla="*/ 540401 w 1474028"/>
                <a:gd name="connsiteY15" fmla="*/ 208785 h 266300"/>
                <a:gd name="connsiteX16" fmla="*/ 121649 w 1474028"/>
                <a:gd name="connsiteY16" fmla="*/ 253233 h 266300"/>
                <a:gd name="connsiteX17" fmla="*/ 11697 w 1474028"/>
                <a:gd name="connsiteY17" fmla="*/ 264930 h 266300"/>
                <a:gd name="connsiteX18" fmla="*/ 0 w 1474028"/>
                <a:gd name="connsiteY18" fmla="*/ 183051 h 266300"/>
                <a:gd name="connsiteX19" fmla="*/ 189491 w 1474028"/>
                <a:gd name="connsiteY19" fmla="*/ 152639 h 266300"/>
                <a:gd name="connsiteX20" fmla="*/ 629391 w 1474028"/>
                <a:gd name="connsiteY20" fmla="*/ 60746 h 26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4028" h="266300">
                  <a:moveTo>
                    <a:pt x="629391" y="60746"/>
                  </a:moveTo>
                  <a:cubicBezTo>
                    <a:pt x="685537" y="60746"/>
                    <a:pt x="747721" y="96354"/>
                    <a:pt x="809856" y="73617"/>
                  </a:cubicBezTo>
                  <a:cubicBezTo>
                    <a:pt x="999582" y="-24013"/>
                    <a:pt x="1329556" y="3898"/>
                    <a:pt x="1472602" y="3118"/>
                  </a:cubicBezTo>
                  <a:cubicBezTo>
                    <a:pt x="1437501" y="111239"/>
                    <a:pt x="1505652" y="73758"/>
                    <a:pt x="1453609" y="93219"/>
                  </a:cubicBezTo>
                  <a:cubicBezTo>
                    <a:pt x="1401566" y="112681"/>
                    <a:pt x="1267955" y="112869"/>
                    <a:pt x="1160342" y="119887"/>
                  </a:cubicBezTo>
                  <a:cubicBezTo>
                    <a:pt x="1141627" y="126906"/>
                    <a:pt x="1127591" y="124566"/>
                    <a:pt x="1118233" y="105851"/>
                  </a:cubicBezTo>
                  <a:cubicBezTo>
                    <a:pt x="1108875" y="91815"/>
                    <a:pt x="1099518" y="89475"/>
                    <a:pt x="1085481" y="96493"/>
                  </a:cubicBezTo>
                  <a:cubicBezTo>
                    <a:pt x="1052730" y="122227"/>
                    <a:pt x="1024657" y="150300"/>
                    <a:pt x="975530" y="133924"/>
                  </a:cubicBezTo>
                  <a:cubicBezTo>
                    <a:pt x="949796" y="124566"/>
                    <a:pt x="926402" y="157318"/>
                    <a:pt x="898329" y="164336"/>
                  </a:cubicBezTo>
                  <a:cubicBezTo>
                    <a:pt x="881954" y="169015"/>
                    <a:pt x="865578" y="161997"/>
                    <a:pt x="849202" y="166675"/>
                  </a:cubicBezTo>
                  <a:cubicBezTo>
                    <a:pt x="839844" y="169015"/>
                    <a:pt x="830487" y="169015"/>
                    <a:pt x="821129" y="169015"/>
                  </a:cubicBezTo>
                  <a:cubicBezTo>
                    <a:pt x="811772" y="169015"/>
                    <a:pt x="804753" y="169015"/>
                    <a:pt x="786038" y="166675"/>
                  </a:cubicBezTo>
                  <a:cubicBezTo>
                    <a:pt x="764984" y="161997"/>
                    <a:pt x="743929" y="157318"/>
                    <a:pt x="725214" y="169015"/>
                  </a:cubicBezTo>
                  <a:cubicBezTo>
                    <a:pt x="706499" y="176033"/>
                    <a:pt x="687783" y="187730"/>
                    <a:pt x="664389" y="180712"/>
                  </a:cubicBezTo>
                  <a:cubicBezTo>
                    <a:pt x="636317" y="166675"/>
                    <a:pt x="610583" y="164336"/>
                    <a:pt x="587189" y="192409"/>
                  </a:cubicBezTo>
                  <a:cubicBezTo>
                    <a:pt x="575492" y="206445"/>
                    <a:pt x="559117" y="208785"/>
                    <a:pt x="540401" y="208785"/>
                  </a:cubicBezTo>
                  <a:lnTo>
                    <a:pt x="121649" y="253233"/>
                  </a:lnTo>
                  <a:cubicBezTo>
                    <a:pt x="116970" y="255573"/>
                    <a:pt x="34331" y="270897"/>
                    <a:pt x="11697" y="264930"/>
                  </a:cubicBezTo>
                  <a:cubicBezTo>
                    <a:pt x="-8578" y="259585"/>
                    <a:pt x="11651" y="208118"/>
                    <a:pt x="0" y="183051"/>
                  </a:cubicBezTo>
                  <a:cubicBezTo>
                    <a:pt x="63164" y="169015"/>
                    <a:pt x="126328" y="154978"/>
                    <a:pt x="189491" y="152639"/>
                  </a:cubicBezTo>
                  <a:cubicBezTo>
                    <a:pt x="271370" y="150300"/>
                    <a:pt x="536611" y="63880"/>
                    <a:pt x="629391" y="60746"/>
                  </a:cubicBezTo>
                  <a:close/>
                </a:path>
              </a:pathLst>
            </a:custGeom>
            <a:solidFill>
              <a:srgbClr val="000000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DD138F3-27A1-4166-B292-D54E08EE5723}"/>
              </a:ext>
            </a:extLst>
          </p:cNvPr>
          <p:cNvGrpSpPr/>
          <p:nvPr/>
        </p:nvGrpSpPr>
        <p:grpSpPr>
          <a:xfrm>
            <a:off x="334840" y="127066"/>
            <a:ext cx="2244336" cy="1914631"/>
            <a:chOff x="9382981" y="7708081"/>
            <a:chExt cx="2244336" cy="191463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AB9C684-6BD9-4D63-9BFF-B31527EAC03D}"/>
                </a:ext>
              </a:extLst>
            </p:cNvPr>
            <p:cNvGrpSpPr/>
            <p:nvPr/>
          </p:nvGrpSpPr>
          <p:grpSpPr>
            <a:xfrm>
              <a:off x="9382981" y="7708081"/>
              <a:ext cx="2244336" cy="1390903"/>
              <a:chOff x="9382981" y="7708081"/>
              <a:chExt cx="2244336" cy="1390903"/>
            </a:xfrm>
          </p:grpSpPr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AA7BB2CB-0AB9-47B7-8664-4E1DFAC92322}"/>
                  </a:ext>
                </a:extLst>
              </p:cNvPr>
              <p:cNvGrpSpPr/>
              <p:nvPr/>
            </p:nvGrpSpPr>
            <p:grpSpPr>
              <a:xfrm>
                <a:off x="10882093" y="7708081"/>
                <a:ext cx="745224" cy="1390903"/>
                <a:chOff x="3501573" y="3178068"/>
                <a:chExt cx="1340594" cy="2737840"/>
              </a:xfrm>
            </p:grpSpPr>
            <p:sp>
              <p:nvSpPr>
                <p:cNvPr id="181" name="Freeform: Shape 180">
                  <a:extLst>
                    <a:ext uri="{FF2B5EF4-FFF2-40B4-BE49-F238E27FC236}">
                      <a16:creationId xmlns:a16="http://schemas.microsoft.com/office/drawing/2014/main" id="{750670A5-BEA3-43EC-B6F3-F05988350CED}"/>
                    </a:ext>
                  </a:extLst>
                </p:cNvPr>
                <p:cNvSpPr/>
                <p:nvPr/>
              </p:nvSpPr>
              <p:spPr>
                <a:xfrm>
                  <a:off x="3504728" y="3612346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2" name="Freeform: Shape 181">
                  <a:extLst>
                    <a:ext uri="{FF2B5EF4-FFF2-40B4-BE49-F238E27FC236}">
                      <a16:creationId xmlns:a16="http://schemas.microsoft.com/office/drawing/2014/main" id="{BD3DCD11-ADCB-42C4-AB67-528FE1CE89B3}"/>
                    </a:ext>
                  </a:extLst>
                </p:cNvPr>
                <p:cNvSpPr/>
                <p:nvPr/>
              </p:nvSpPr>
              <p:spPr>
                <a:xfrm>
                  <a:off x="3501573" y="3832632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3" name="Freeform: Shape 182">
                  <a:extLst>
                    <a:ext uri="{FF2B5EF4-FFF2-40B4-BE49-F238E27FC236}">
                      <a16:creationId xmlns:a16="http://schemas.microsoft.com/office/drawing/2014/main" id="{0B49FA0D-0F1D-43C5-BD6F-406720793092}"/>
                    </a:ext>
                  </a:extLst>
                </p:cNvPr>
                <p:cNvSpPr/>
                <p:nvPr/>
              </p:nvSpPr>
              <p:spPr>
                <a:xfrm>
                  <a:off x="4776089" y="3829487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9526" y="65246"/>
                        <a:pt x="16669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4" name="Freeform: Shape 183">
                  <a:extLst>
                    <a:ext uri="{FF2B5EF4-FFF2-40B4-BE49-F238E27FC236}">
                      <a16:creationId xmlns:a16="http://schemas.microsoft.com/office/drawing/2014/main" id="{C9A03CB6-080C-47D2-A3C4-D87392E7E14C}"/>
                    </a:ext>
                  </a:extLst>
                </p:cNvPr>
                <p:cNvSpPr/>
                <p:nvPr/>
              </p:nvSpPr>
              <p:spPr>
                <a:xfrm>
                  <a:off x="3520451" y="3178068"/>
                  <a:ext cx="1321716" cy="2737840"/>
                </a:xfrm>
                <a:custGeom>
                  <a:avLst/>
                  <a:gdLst>
                    <a:gd name="connsiteX0" fmla="*/ 350044 w 400050"/>
                    <a:gd name="connsiteY0" fmla="*/ 7144 h 828675"/>
                    <a:gd name="connsiteX1" fmla="*/ 53816 w 400050"/>
                    <a:gd name="connsiteY1" fmla="*/ 7144 h 828675"/>
                    <a:gd name="connsiteX2" fmla="*/ 7144 w 400050"/>
                    <a:gd name="connsiteY2" fmla="*/ 53816 h 828675"/>
                    <a:gd name="connsiteX3" fmla="*/ 7144 w 400050"/>
                    <a:gd name="connsiteY3" fmla="*/ 781526 h 828675"/>
                    <a:gd name="connsiteX4" fmla="*/ 53816 w 400050"/>
                    <a:gd name="connsiteY4" fmla="*/ 828199 h 828675"/>
                    <a:gd name="connsiteX5" fmla="*/ 350044 w 400050"/>
                    <a:gd name="connsiteY5" fmla="*/ 828199 h 828675"/>
                    <a:gd name="connsiteX6" fmla="*/ 396716 w 400050"/>
                    <a:gd name="connsiteY6" fmla="*/ 781526 h 828675"/>
                    <a:gd name="connsiteX7" fmla="*/ 396716 w 400050"/>
                    <a:gd name="connsiteY7" fmla="*/ 53816 h 828675"/>
                    <a:gd name="connsiteX8" fmla="*/ 350044 w 400050"/>
                    <a:gd name="connsiteY8" fmla="*/ 7144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050" h="828675">
                      <a:moveTo>
                        <a:pt x="350044" y="7144"/>
                      </a:moveTo>
                      <a:lnTo>
                        <a:pt x="53816" y="7144"/>
                      </a:lnTo>
                      <a:cubicBezTo>
                        <a:pt x="28099" y="7144"/>
                        <a:pt x="7144" y="28099"/>
                        <a:pt x="7144" y="53816"/>
                      </a:cubicBezTo>
                      <a:lnTo>
                        <a:pt x="7144" y="781526"/>
                      </a:lnTo>
                      <a:cubicBezTo>
                        <a:pt x="7144" y="807244"/>
                        <a:pt x="28099" y="828199"/>
                        <a:pt x="53816" y="828199"/>
                      </a:cubicBezTo>
                      <a:lnTo>
                        <a:pt x="350044" y="828199"/>
                      </a:lnTo>
                      <a:cubicBezTo>
                        <a:pt x="375761" y="828199"/>
                        <a:pt x="396716" y="807244"/>
                        <a:pt x="396716" y="781526"/>
                      </a:cubicBezTo>
                      <a:lnTo>
                        <a:pt x="396716" y="53816"/>
                      </a:lnTo>
                      <a:cubicBezTo>
                        <a:pt x="396716" y="28099"/>
                        <a:pt x="375761" y="7144"/>
                        <a:pt x="350044" y="714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5" name="Freeform: Shape 184">
                  <a:extLst>
                    <a:ext uri="{FF2B5EF4-FFF2-40B4-BE49-F238E27FC236}">
                      <a16:creationId xmlns:a16="http://schemas.microsoft.com/office/drawing/2014/main" id="{24B7D1FC-FEA5-43BC-B8A5-28C149345C32}"/>
                    </a:ext>
                  </a:extLst>
                </p:cNvPr>
                <p:cNvSpPr/>
                <p:nvPr/>
              </p:nvSpPr>
              <p:spPr>
                <a:xfrm>
                  <a:off x="3529897" y="3190651"/>
                  <a:ext cx="1290246" cy="2706371"/>
                </a:xfrm>
                <a:custGeom>
                  <a:avLst/>
                  <a:gdLst>
                    <a:gd name="connsiteX0" fmla="*/ 345281 w 390525"/>
                    <a:gd name="connsiteY0" fmla="*/ 7144 h 819150"/>
                    <a:gd name="connsiteX1" fmla="*/ 52864 w 390525"/>
                    <a:gd name="connsiteY1" fmla="*/ 7144 h 819150"/>
                    <a:gd name="connsiteX2" fmla="*/ 7144 w 390525"/>
                    <a:gd name="connsiteY2" fmla="*/ 52864 h 819150"/>
                    <a:gd name="connsiteX3" fmla="*/ 7144 w 390525"/>
                    <a:gd name="connsiteY3" fmla="*/ 772954 h 819150"/>
                    <a:gd name="connsiteX4" fmla="*/ 52864 w 390525"/>
                    <a:gd name="connsiteY4" fmla="*/ 818674 h 819150"/>
                    <a:gd name="connsiteX5" fmla="*/ 345281 w 390525"/>
                    <a:gd name="connsiteY5" fmla="*/ 818674 h 819150"/>
                    <a:gd name="connsiteX6" fmla="*/ 391001 w 390525"/>
                    <a:gd name="connsiteY6" fmla="*/ 772954 h 819150"/>
                    <a:gd name="connsiteX7" fmla="*/ 391001 w 390525"/>
                    <a:gd name="connsiteY7" fmla="*/ 52864 h 819150"/>
                    <a:gd name="connsiteX8" fmla="*/ 345281 w 390525"/>
                    <a:gd name="connsiteY8" fmla="*/ 7144 h 819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0525" h="819150">
                      <a:moveTo>
                        <a:pt x="345281" y="7144"/>
                      </a:moveTo>
                      <a:lnTo>
                        <a:pt x="52864" y="7144"/>
                      </a:lnTo>
                      <a:cubicBezTo>
                        <a:pt x="27146" y="7144"/>
                        <a:pt x="7144" y="27146"/>
                        <a:pt x="7144" y="52864"/>
                      </a:cubicBezTo>
                      <a:lnTo>
                        <a:pt x="7144" y="772954"/>
                      </a:lnTo>
                      <a:cubicBezTo>
                        <a:pt x="7144" y="798671"/>
                        <a:pt x="27146" y="818674"/>
                        <a:pt x="52864" y="818674"/>
                      </a:cubicBezTo>
                      <a:lnTo>
                        <a:pt x="345281" y="818674"/>
                      </a:lnTo>
                      <a:cubicBezTo>
                        <a:pt x="370999" y="818674"/>
                        <a:pt x="391001" y="798671"/>
                        <a:pt x="391001" y="772954"/>
                      </a:cubicBezTo>
                      <a:lnTo>
                        <a:pt x="391001" y="52864"/>
                      </a:lnTo>
                      <a:cubicBezTo>
                        <a:pt x="391001" y="28099"/>
                        <a:pt x="370046" y="7144"/>
                        <a:pt x="345281" y="7144"/>
                      </a:cubicBezTo>
                      <a:close/>
                    </a:path>
                  </a:pathLst>
                </a:custGeom>
                <a:solidFill>
                  <a:srgbClr val="1A1A1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6" name="Freeform: Shape 185">
                  <a:extLst>
                    <a:ext uri="{FF2B5EF4-FFF2-40B4-BE49-F238E27FC236}">
                      <a16:creationId xmlns:a16="http://schemas.microsoft.com/office/drawing/2014/main" id="{1C3317AE-9643-4A73-8BEB-759276D5DC3B}"/>
                    </a:ext>
                  </a:extLst>
                </p:cNvPr>
                <p:cNvSpPr/>
                <p:nvPr/>
              </p:nvSpPr>
              <p:spPr>
                <a:xfrm>
                  <a:off x="3627447" y="3596610"/>
                  <a:ext cx="1101430" cy="1951104"/>
                </a:xfrm>
                <a:custGeom>
                  <a:avLst/>
                  <a:gdLst>
                    <a:gd name="connsiteX0" fmla="*/ 7144 w 333375"/>
                    <a:gd name="connsiteY0" fmla="*/ 7144 h 590550"/>
                    <a:gd name="connsiteX1" fmla="*/ 331946 w 333375"/>
                    <a:gd name="connsiteY1" fmla="*/ 7144 h 590550"/>
                    <a:gd name="connsiteX2" fmla="*/ 331946 w 333375"/>
                    <a:gd name="connsiteY2" fmla="*/ 586264 h 590550"/>
                    <a:gd name="connsiteX3" fmla="*/ 7144 w 333375"/>
                    <a:gd name="connsiteY3" fmla="*/ 586264 h 590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375" h="590550">
                      <a:moveTo>
                        <a:pt x="7144" y="7144"/>
                      </a:moveTo>
                      <a:lnTo>
                        <a:pt x="331946" y="7144"/>
                      </a:lnTo>
                      <a:lnTo>
                        <a:pt x="331946" y="586264"/>
                      </a:lnTo>
                      <a:lnTo>
                        <a:pt x="7144" y="586264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8F0386EF-E6F9-4269-9381-B7AE06BFE73F}"/>
                    </a:ext>
                  </a:extLst>
                </p:cNvPr>
                <p:cNvGrpSpPr/>
                <p:nvPr/>
              </p:nvGrpSpPr>
              <p:grpSpPr>
                <a:xfrm>
                  <a:off x="4092761" y="5635852"/>
                  <a:ext cx="164520" cy="173080"/>
                  <a:chOff x="6772303" y="6038214"/>
                  <a:chExt cx="140650" cy="147968"/>
                </a:xfrm>
              </p:grpSpPr>
              <p:sp>
                <p:nvSpPr>
                  <p:cNvPr id="190" name="Oval 189">
                    <a:extLst>
                      <a:ext uri="{FF2B5EF4-FFF2-40B4-BE49-F238E27FC236}">
                        <a16:creationId xmlns:a16="http://schemas.microsoft.com/office/drawing/2014/main" id="{DD83C0A5-79F1-4369-A0FC-859628C9D19B}"/>
                      </a:ext>
                    </a:extLst>
                  </p:cNvPr>
                  <p:cNvSpPr/>
                  <p:nvPr/>
                </p:nvSpPr>
                <p:spPr>
                  <a:xfrm>
                    <a:off x="6772303" y="6038214"/>
                    <a:ext cx="140650" cy="14796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1" name="Oval 190">
                    <a:extLst>
                      <a:ext uri="{FF2B5EF4-FFF2-40B4-BE49-F238E27FC236}">
                        <a16:creationId xmlns:a16="http://schemas.microsoft.com/office/drawing/2014/main" id="{C5DA78DF-1AAA-4A4F-AB72-C7B139F47B01}"/>
                      </a:ext>
                    </a:extLst>
                  </p:cNvPr>
                  <p:cNvSpPr/>
                  <p:nvPr/>
                </p:nvSpPr>
                <p:spPr>
                  <a:xfrm>
                    <a:off x="6807465" y="6071635"/>
                    <a:ext cx="70326" cy="8118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EED25039-5671-4221-8796-FA72CD125661}"/>
                    </a:ext>
                  </a:extLst>
                </p:cNvPr>
                <p:cNvSpPr/>
                <p:nvPr/>
              </p:nvSpPr>
              <p:spPr>
                <a:xfrm>
                  <a:off x="4058661" y="3449093"/>
                  <a:ext cx="254255" cy="583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4B3F0DD0-AF44-4A07-BB1A-6DCF81A84637}"/>
                    </a:ext>
                  </a:extLst>
                </p:cNvPr>
                <p:cNvSpPr/>
                <p:nvPr/>
              </p:nvSpPr>
              <p:spPr>
                <a:xfrm>
                  <a:off x="3922825" y="3449093"/>
                  <a:ext cx="58393" cy="58393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988B707C-F0FA-4349-9EFF-BEF5B7425CE4}"/>
                  </a:ext>
                </a:extLst>
              </p:cNvPr>
              <p:cNvSpPr txBox="1"/>
              <p:nvPr/>
            </p:nvSpPr>
            <p:spPr>
              <a:xfrm>
                <a:off x="9382981" y="8049974"/>
                <a:ext cx="12938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>
                    <a:latin typeface="Bahnschrift SemiBold SemiConden" panose="020B0502040204020203" pitchFamily="34" charset="0"/>
                  </a:rPr>
                  <a:t>Demo</a:t>
                </a:r>
              </a:p>
            </p:txBody>
          </p:sp>
        </p:grpSp>
        <p:sp>
          <p:nvSpPr>
            <p:cNvPr id="179" name="Freeform 62">
              <a:extLst>
                <a:ext uri="{FF2B5EF4-FFF2-40B4-BE49-F238E27FC236}">
                  <a16:creationId xmlns:a16="http://schemas.microsoft.com/office/drawing/2014/main" id="{BCEDC822-67DE-49DB-8C01-BE5A82FE1C67}"/>
                </a:ext>
              </a:extLst>
            </p:cNvPr>
            <p:cNvSpPr/>
            <p:nvPr/>
          </p:nvSpPr>
          <p:spPr>
            <a:xfrm rot="1176569" flipH="1">
              <a:off x="10704836" y="8512105"/>
              <a:ext cx="807618" cy="1110607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  <a:gd name="connsiteX0" fmla="*/ 0 w 1518129"/>
                <a:gd name="connsiteY0" fmla="*/ 891306 h 2174861"/>
                <a:gd name="connsiteX1" fmla="*/ 227051 w 1518129"/>
                <a:gd name="connsiteY1" fmla="*/ 1320850 h 2174861"/>
                <a:gd name="connsiteX2" fmla="*/ 462841 w 1518129"/>
                <a:gd name="connsiteY2" fmla="*/ 1655174 h 2174861"/>
                <a:gd name="connsiteX3" fmla="*/ 644540 w 1518129"/>
                <a:gd name="connsiteY3" fmla="*/ 1879748 h 2174861"/>
                <a:gd name="connsiteX4" fmla="*/ 678137 w 1518129"/>
                <a:gd name="connsiteY4" fmla="*/ 2115210 h 2174861"/>
                <a:gd name="connsiteX5" fmla="*/ 1339145 w 1518129"/>
                <a:gd name="connsiteY5" fmla="*/ 2174859 h 2174861"/>
                <a:gd name="connsiteX6" fmla="*/ 1358227 w 1518129"/>
                <a:gd name="connsiteY6" fmla="*/ 1930484 h 2174861"/>
                <a:gd name="connsiteX7" fmla="*/ 1516859 w 1518129"/>
                <a:gd name="connsiteY7" fmla="*/ 1069958 h 2174861"/>
                <a:gd name="connsiteX8" fmla="*/ 1464891 w 1518129"/>
                <a:gd name="connsiteY8" fmla="*/ 644162 h 2174861"/>
                <a:gd name="connsiteX9" fmla="*/ 1272486 w 1518129"/>
                <a:gd name="connsiteY9" fmla="*/ 612493 h 2174861"/>
                <a:gd name="connsiteX10" fmla="*/ 1264720 w 1518129"/>
                <a:gd name="connsiteY10" fmla="*/ 911472 h 2174861"/>
                <a:gd name="connsiteX11" fmla="*/ 1252622 w 1518129"/>
                <a:gd name="connsiteY11" fmla="*/ 600743 h 2174861"/>
                <a:gd name="connsiteX12" fmla="*/ 1022817 w 1518129"/>
                <a:gd name="connsiteY12" fmla="*/ 558366 h 2174861"/>
                <a:gd name="connsiteX13" fmla="*/ 1053082 w 1518129"/>
                <a:gd name="connsiteY13" fmla="*/ 887580 h 2174861"/>
                <a:gd name="connsiteX14" fmla="*/ 1001757 w 1518129"/>
                <a:gd name="connsiteY14" fmla="*/ 557324 h 2174861"/>
                <a:gd name="connsiteX15" fmla="*/ 806783 w 1518129"/>
                <a:gd name="connsiteY15" fmla="*/ 513030 h 2174861"/>
                <a:gd name="connsiteX16" fmla="*/ 810613 w 1518129"/>
                <a:gd name="connsiteY16" fmla="*/ 901237 h 2174861"/>
                <a:gd name="connsiteX17" fmla="*/ 778941 w 1518129"/>
                <a:gd name="connsiteY17" fmla="*/ 121917 h 2174861"/>
                <a:gd name="connsiteX18" fmla="*/ 582042 w 1518129"/>
                <a:gd name="connsiteY18" fmla="*/ 161731 h 2174861"/>
                <a:gd name="connsiteX19" fmla="*/ 554580 w 1518129"/>
                <a:gd name="connsiteY19" fmla="*/ 1197645 h 2174861"/>
                <a:gd name="connsiteX20" fmla="*/ 419736 w 1518129"/>
                <a:gd name="connsiteY20" fmla="*/ 1153389 h 2174861"/>
                <a:gd name="connsiteX21" fmla="*/ 0 w 1518129"/>
                <a:gd name="connsiteY21" fmla="*/ 891306 h 2174861"/>
                <a:gd name="connsiteX0" fmla="*/ 0 w 1518129"/>
                <a:gd name="connsiteY0" fmla="*/ 891306 h 2116848"/>
                <a:gd name="connsiteX1" fmla="*/ 227051 w 1518129"/>
                <a:gd name="connsiteY1" fmla="*/ 1320850 h 2116848"/>
                <a:gd name="connsiteX2" fmla="*/ 462841 w 1518129"/>
                <a:gd name="connsiteY2" fmla="*/ 1655174 h 2116848"/>
                <a:gd name="connsiteX3" fmla="*/ 644540 w 1518129"/>
                <a:gd name="connsiteY3" fmla="*/ 1879748 h 2116848"/>
                <a:gd name="connsiteX4" fmla="*/ 678137 w 1518129"/>
                <a:gd name="connsiteY4" fmla="*/ 2115210 h 2116848"/>
                <a:gd name="connsiteX5" fmla="*/ 1358227 w 1518129"/>
                <a:gd name="connsiteY5" fmla="*/ 1930484 h 2116848"/>
                <a:gd name="connsiteX6" fmla="*/ 1516859 w 1518129"/>
                <a:gd name="connsiteY6" fmla="*/ 1069958 h 2116848"/>
                <a:gd name="connsiteX7" fmla="*/ 1464891 w 1518129"/>
                <a:gd name="connsiteY7" fmla="*/ 644162 h 2116848"/>
                <a:gd name="connsiteX8" fmla="*/ 1272486 w 1518129"/>
                <a:gd name="connsiteY8" fmla="*/ 612493 h 2116848"/>
                <a:gd name="connsiteX9" fmla="*/ 1264720 w 1518129"/>
                <a:gd name="connsiteY9" fmla="*/ 911472 h 2116848"/>
                <a:gd name="connsiteX10" fmla="*/ 1252622 w 1518129"/>
                <a:gd name="connsiteY10" fmla="*/ 600743 h 2116848"/>
                <a:gd name="connsiteX11" fmla="*/ 1022817 w 1518129"/>
                <a:gd name="connsiteY11" fmla="*/ 558366 h 2116848"/>
                <a:gd name="connsiteX12" fmla="*/ 1053082 w 1518129"/>
                <a:gd name="connsiteY12" fmla="*/ 887580 h 2116848"/>
                <a:gd name="connsiteX13" fmla="*/ 1001757 w 1518129"/>
                <a:gd name="connsiteY13" fmla="*/ 557324 h 2116848"/>
                <a:gd name="connsiteX14" fmla="*/ 806783 w 1518129"/>
                <a:gd name="connsiteY14" fmla="*/ 513030 h 2116848"/>
                <a:gd name="connsiteX15" fmla="*/ 810613 w 1518129"/>
                <a:gd name="connsiteY15" fmla="*/ 901237 h 2116848"/>
                <a:gd name="connsiteX16" fmla="*/ 778941 w 1518129"/>
                <a:gd name="connsiteY16" fmla="*/ 121917 h 2116848"/>
                <a:gd name="connsiteX17" fmla="*/ 582042 w 1518129"/>
                <a:gd name="connsiteY17" fmla="*/ 161731 h 2116848"/>
                <a:gd name="connsiteX18" fmla="*/ 554580 w 1518129"/>
                <a:gd name="connsiteY18" fmla="*/ 1197645 h 2116848"/>
                <a:gd name="connsiteX19" fmla="*/ 419736 w 1518129"/>
                <a:gd name="connsiteY19" fmla="*/ 1153389 h 2116848"/>
                <a:gd name="connsiteX20" fmla="*/ 0 w 1518129"/>
                <a:gd name="connsiteY20" fmla="*/ 891306 h 2116848"/>
                <a:gd name="connsiteX0" fmla="*/ 0 w 1518129"/>
                <a:gd name="connsiteY0" fmla="*/ 891306 h 1987766"/>
                <a:gd name="connsiteX1" fmla="*/ 227051 w 1518129"/>
                <a:gd name="connsiteY1" fmla="*/ 1320850 h 1987766"/>
                <a:gd name="connsiteX2" fmla="*/ 462841 w 1518129"/>
                <a:gd name="connsiteY2" fmla="*/ 1655174 h 1987766"/>
                <a:gd name="connsiteX3" fmla="*/ 644540 w 1518129"/>
                <a:gd name="connsiteY3" fmla="*/ 1879748 h 1987766"/>
                <a:gd name="connsiteX4" fmla="*/ 1358227 w 1518129"/>
                <a:gd name="connsiteY4" fmla="*/ 1930484 h 1987766"/>
                <a:gd name="connsiteX5" fmla="*/ 1516859 w 1518129"/>
                <a:gd name="connsiteY5" fmla="*/ 1069958 h 1987766"/>
                <a:gd name="connsiteX6" fmla="*/ 1464891 w 1518129"/>
                <a:gd name="connsiteY6" fmla="*/ 644162 h 1987766"/>
                <a:gd name="connsiteX7" fmla="*/ 1272486 w 1518129"/>
                <a:gd name="connsiteY7" fmla="*/ 612493 h 1987766"/>
                <a:gd name="connsiteX8" fmla="*/ 1264720 w 1518129"/>
                <a:gd name="connsiteY8" fmla="*/ 911472 h 1987766"/>
                <a:gd name="connsiteX9" fmla="*/ 1252622 w 1518129"/>
                <a:gd name="connsiteY9" fmla="*/ 600743 h 1987766"/>
                <a:gd name="connsiteX10" fmla="*/ 1022817 w 1518129"/>
                <a:gd name="connsiteY10" fmla="*/ 558366 h 1987766"/>
                <a:gd name="connsiteX11" fmla="*/ 1053082 w 1518129"/>
                <a:gd name="connsiteY11" fmla="*/ 887580 h 1987766"/>
                <a:gd name="connsiteX12" fmla="*/ 1001757 w 1518129"/>
                <a:gd name="connsiteY12" fmla="*/ 557324 h 1987766"/>
                <a:gd name="connsiteX13" fmla="*/ 806783 w 1518129"/>
                <a:gd name="connsiteY13" fmla="*/ 513030 h 1987766"/>
                <a:gd name="connsiteX14" fmla="*/ 810613 w 1518129"/>
                <a:gd name="connsiteY14" fmla="*/ 901237 h 1987766"/>
                <a:gd name="connsiteX15" fmla="*/ 778941 w 1518129"/>
                <a:gd name="connsiteY15" fmla="*/ 121917 h 1987766"/>
                <a:gd name="connsiteX16" fmla="*/ 582042 w 1518129"/>
                <a:gd name="connsiteY16" fmla="*/ 161731 h 1987766"/>
                <a:gd name="connsiteX17" fmla="*/ 554580 w 1518129"/>
                <a:gd name="connsiteY17" fmla="*/ 1197645 h 1987766"/>
                <a:gd name="connsiteX18" fmla="*/ 419736 w 1518129"/>
                <a:gd name="connsiteY18" fmla="*/ 1153389 h 1987766"/>
                <a:gd name="connsiteX19" fmla="*/ 0 w 1518129"/>
                <a:gd name="connsiteY19" fmla="*/ 891306 h 1987766"/>
                <a:gd name="connsiteX0" fmla="*/ 0 w 1518129"/>
                <a:gd name="connsiteY0" fmla="*/ 891306 h 1934599"/>
                <a:gd name="connsiteX1" fmla="*/ 227051 w 1518129"/>
                <a:gd name="connsiteY1" fmla="*/ 1320850 h 1934599"/>
                <a:gd name="connsiteX2" fmla="*/ 462841 w 1518129"/>
                <a:gd name="connsiteY2" fmla="*/ 1655174 h 1934599"/>
                <a:gd name="connsiteX3" fmla="*/ 644540 w 1518129"/>
                <a:gd name="connsiteY3" fmla="*/ 1879748 h 1934599"/>
                <a:gd name="connsiteX4" fmla="*/ 1358227 w 1518129"/>
                <a:gd name="connsiteY4" fmla="*/ 1930484 h 1934599"/>
                <a:gd name="connsiteX5" fmla="*/ 1516859 w 1518129"/>
                <a:gd name="connsiteY5" fmla="*/ 1069958 h 1934599"/>
                <a:gd name="connsiteX6" fmla="*/ 1464891 w 1518129"/>
                <a:gd name="connsiteY6" fmla="*/ 644162 h 1934599"/>
                <a:gd name="connsiteX7" fmla="*/ 1272486 w 1518129"/>
                <a:gd name="connsiteY7" fmla="*/ 612493 h 1934599"/>
                <a:gd name="connsiteX8" fmla="*/ 1264720 w 1518129"/>
                <a:gd name="connsiteY8" fmla="*/ 911472 h 1934599"/>
                <a:gd name="connsiteX9" fmla="*/ 1252622 w 1518129"/>
                <a:gd name="connsiteY9" fmla="*/ 600743 h 1934599"/>
                <a:gd name="connsiteX10" fmla="*/ 1022817 w 1518129"/>
                <a:gd name="connsiteY10" fmla="*/ 558366 h 1934599"/>
                <a:gd name="connsiteX11" fmla="*/ 1053082 w 1518129"/>
                <a:gd name="connsiteY11" fmla="*/ 887580 h 1934599"/>
                <a:gd name="connsiteX12" fmla="*/ 1001757 w 1518129"/>
                <a:gd name="connsiteY12" fmla="*/ 557324 h 1934599"/>
                <a:gd name="connsiteX13" fmla="*/ 806783 w 1518129"/>
                <a:gd name="connsiteY13" fmla="*/ 513030 h 1934599"/>
                <a:gd name="connsiteX14" fmla="*/ 810613 w 1518129"/>
                <a:gd name="connsiteY14" fmla="*/ 901237 h 1934599"/>
                <a:gd name="connsiteX15" fmla="*/ 778941 w 1518129"/>
                <a:gd name="connsiteY15" fmla="*/ 121917 h 1934599"/>
                <a:gd name="connsiteX16" fmla="*/ 582042 w 1518129"/>
                <a:gd name="connsiteY16" fmla="*/ 161731 h 1934599"/>
                <a:gd name="connsiteX17" fmla="*/ 554580 w 1518129"/>
                <a:gd name="connsiteY17" fmla="*/ 1197645 h 1934599"/>
                <a:gd name="connsiteX18" fmla="*/ 419736 w 1518129"/>
                <a:gd name="connsiteY18" fmla="*/ 1153389 h 1934599"/>
                <a:gd name="connsiteX19" fmla="*/ 0 w 1518129"/>
                <a:gd name="connsiteY19" fmla="*/ 891306 h 1934599"/>
                <a:gd name="connsiteX0" fmla="*/ 0 w 1518129"/>
                <a:gd name="connsiteY0" fmla="*/ 891306 h 1914832"/>
                <a:gd name="connsiteX1" fmla="*/ 227051 w 1518129"/>
                <a:gd name="connsiteY1" fmla="*/ 1320850 h 1914832"/>
                <a:gd name="connsiteX2" fmla="*/ 462841 w 1518129"/>
                <a:gd name="connsiteY2" fmla="*/ 1655174 h 1914832"/>
                <a:gd name="connsiteX3" fmla="*/ 644540 w 1518129"/>
                <a:gd name="connsiteY3" fmla="*/ 1879748 h 1914832"/>
                <a:gd name="connsiteX4" fmla="*/ 1366786 w 1518129"/>
                <a:gd name="connsiteY4" fmla="*/ 1904807 h 1914832"/>
                <a:gd name="connsiteX5" fmla="*/ 1516859 w 1518129"/>
                <a:gd name="connsiteY5" fmla="*/ 1069958 h 1914832"/>
                <a:gd name="connsiteX6" fmla="*/ 1464891 w 1518129"/>
                <a:gd name="connsiteY6" fmla="*/ 644162 h 1914832"/>
                <a:gd name="connsiteX7" fmla="*/ 1272486 w 1518129"/>
                <a:gd name="connsiteY7" fmla="*/ 612493 h 1914832"/>
                <a:gd name="connsiteX8" fmla="*/ 1264720 w 1518129"/>
                <a:gd name="connsiteY8" fmla="*/ 911472 h 1914832"/>
                <a:gd name="connsiteX9" fmla="*/ 1252622 w 1518129"/>
                <a:gd name="connsiteY9" fmla="*/ 600743 h 1914832"/>
                <a:gd name="connsiteX10" fmla="*/ 1022817 w 1518129"/>
                <a:gd name="connsiteY10" fmla="*/ 558366 h 1914832"/>
                <a:gd name="connsiteX11" fmla="*/ 1053082 w 1518129"/>
                <a:gd name="connsiteY11" fmla="*/ 887580 h 1914832"/>
                <a:gd name="connsiteX12" fmla="*/ 1001757 w 1518129"/>
                <a:gd name="connsiteY12" fmla="*/ 557324 h 1914832"/>
                <a:gd name="connsiteX13" fmla="*/ 806783 w 1518129"/>
                <a:gd name="connsiteY13" fmla="*/ 513030 h 1914832"/>
                <a:gd name="connsiteX14" fmla="*/ 810613 w 1518129"/>
                <a:gd name="connsiteY14" fmla="*/ 901237 h 1914832"/>
                <a:gd name="connsiteX15" fmla="*/ 778941 w 1518129"/>
                <a:gd name="connsiteY15" fmla="*/ 121917 h 1914832"/>
                <a:gd name="connsiteX16" fmla="*/ 582042 w 1518129"/>
                <a:gd name="connsiteY16" fmla="*/ 161731 h 1914832"/>
                <a:gd name="connsiteX17" fmla="*/ 554580 w 1518129"/>
                <a:gd name="connsiteY17" fmla="*/ 1197645 h 1914832"/>
                <a:gd name="connsiteX18" fmla="*/ 419736 w 1518129"/>
                <a:gd name="connsiteY18" fmla="*/ 1153389 h 1914832"/>
                <a:gd name="connsiteX19" fmla="*/ 0 w 1518129"/>
                <a:gd name="connsiteY19" fmla="*/ 891306 h 1914832"/>
                <a:gd name="connsiteX0" fmla="*/ 0 w 1518129"/>
                <a:gd name="connsiteY0" fmla="*/ 891306 h 1910129"/>
                <a:gd name="connsiteX1" fmla="*/ 227051 w 1518129"/>
                <a:gd name="connsiteY1" fmla="*/ 1320850 h 1910129"/>
                <a:gd name="connsiteX2" fmla="*/ 462841 w 1518129"/>
                <a:gd name="connsiteY2" fmla="*/ 1655174 h 1910129"/>
                <a:gd name="connsiteX3" fmla="*/ 644540 w 1518129"/>
                <a:gd name="connsiteY3" fmla="*/ 1879748 h 1910129"/>
                <a:gd name="connsiteX4" fmla="*/ 1366786 w 1518129"/>
                <a:gd name="connsiteY4" fmla="*/ 1904807 h 1910129"/>
                <a:gd name="connsiteX5" fmla="*/ 1516859 w 1518129"/>
                <a:gd name="connsiteY5" fmla="*/ 1069958 h 1910129"/>
                <a:gd name="connsiteX6" fmla="*/ 1464891 w 1518129"/>
                <a:gd name="connsiteY6" fmla="*/ 644162 h 1910129"/>
                <a:gd name="connsiteX7" fmla="*/ 1272486 w 1518129"/>
                <a:gd name="connsiteY7" fmla="*/ 612493 h 1910129"/>
                <a:gd name="connsiteX8" fmla="*/ 1264720 w 1518129"/>
                <a:gd name="connsiteY8" fmla="*/ 911472 h 1910129"/>
                <a:gd name="connsiteX9" fmla="*/ 1252622 w 1518129"/>
                <a:gd name="connsiteY9" fmla="*/ 600743 h 1910129"/>
                <a:gd name="connsiteX10" fmla="*/ 1022817 w 1518129"/>
                <a:gd name="connsiteY10" fmla="*/ 558366 h 1910129"/>
                <a:gd name="connsiteX11" fmla="*/ 1053082 w 1518129"/>
                <a:gd name="connsiteY11" fmla="*/ 887580 h 1910129"/>
                <a:gd name="connsiteX12" fmla="*/ 1001757 w 1518129"/>
                <a:gd name="connsiteY12" fmla="*/ 557324 h 1910129"/>
                <a:gd name="connsiteX13" fmla="*/ 806783 w 1518129"/>
                <a:gd name="connsiteY13" fmla="*/ 513030 h 1910129"/>
                <a:gd name="connsiteX14" fmla="*/ 810613 w 1518129"/>
                <a:gd name="connsiteY14" fmla="*/ 901237 h 1910129"/>
                <a:gd name="connsiteX15" fmla="*/ 778941 w 1518129"/>
                <a:gd name="connsiteY15" fmla="*/ 121917 h 1910129"/>
                <a:gd name="connsiteX16" fmla="*/ 582042 w 1518129"/>
                <a:gd name="connsiteY16" fmla="*/ 161731 h 1910129"/>
                <a:gd name="connsiteX17" fmla="*/ 554580 w 1518129"/>
                <a:gd name="connsiteY17" fmla="*/ 1197645 h 1910129"/>
                <a:gd name="connsiteX18" fmla="*/ 419736 w 1518129"/>
                <a:gd name="connsiteY18" fmla="*/ 1153389 h 1910129"/>
                <a:gd name="connsiteX19" fmla="*/ 0 w 1518129"/>
                <a:gd name="connsiteY19" fmla="*/ 891306 h 1910129"/>
                <a:gd name="connsiteX0" fmla="*/ 0 w 1518129"/>
                <a:gd name="connsiteY0" fmla="*/ 891306 h 1907268"/>
                <a:gd name="connsiteX1" fmla="*/ 227051 w 1518129"/>
                <a:gd name="connsiteY1" fmla="*/ 1320850 h 1907268"/>
                <a:gd name="connsiteX2" fmla="*/ 462841 w 1518129"/>
                <a:gd name="connsiteY2" fmla="*/ 1655174 h 1907268"/>
                <a:gd name="connsiteX3" fmla="*/ 644540 w 1518129"/>
                <a:gd name="connsiteY3" fmla="*/ 1879748 h 1907268"/>
                <a:gd name="connsiteX4" fmla="*/ 1366786 w 1518129"/>
                <a:gd name="connsiteY4" fmla="*/ 1899100 h 1907268"/>
                <a:gd name="connsiteX5" fmla="*/ 1516859 w 1518129"/>
                <a:gd name="connsiteY5" fmla="*/ 1069958 h 1907268"/>
                <a:gd name="connsiteX6" fmla="*/ 1464891 w 1518129"/>
                <a:gd name="connsiteY6" fmla="*/ 644162 h 1907268"/>
                <a:gd name="connsiteX7" fmla="*/ 1272486 w 1518129"/>
                <a:gd name="connsiteY7" fmla="*/ 612493 h 1907268"/>
                <a:gd name="connsiteX8" fmla="*/ 1264720 w 1518129"/>
                <a:gd name="connsiteY8" fmla="*/ 911472 h 1907268"/>
                <a:gd name="connsiteX9" fmla="*/ 1252622 w 1518129"/>
                <a:gd name="connsiteY9" fmla="*/ 600743 h 1907268"/>
                <a:gd name="connsiteX10" fmla="*/ 1022817 w 1518129"/>
                <a:gd name="connsiteY10" fmla="*/ 558366 h 1907268"/>
                <a:gd name="connsiteX11" fmla="*/ 1053082 w 1518129"/>
                <a:gd name="connsiteY11" fmla="*/ 887580 h 1907268"/>
                <a:gd name="connsiteX12" fmla="*/ 1001757 w 1518129"/>
                <a:gd name="connsiteY12" fmla="*/ 557324 h 1907268"/>
                <a:gd name="connsiteX13" fmla="*/ 806783 w 1518129"/>
                <a:gd name="connsiteY13" fmla="*/ 513030 h 1907268"/>
                <a:gd name="connsiteX14" fmla="*/ 810613 w 1518129"/>
                <a:gd name="connsiteY14" fmla="*/ 901237 h 1907268"/>
                <a:gd name="connsiteX15" fmla="*/ 778941 w 1518129"/>
                <a:gd name="connsiteY15" fmla="*/ 121917 h 1907268"/>
                <a:gd name="connsiteX16" fmla="*/ 582042 w 1518129"/>
                <a:gd name="connsiteY16" fmla="*/ 161731 h 1907268"/>
                <a:gd name="connsiteX17" fmla="*/ 554580 w 1518129"/>
                <a:gd name="connsiteY17" fmla="*/ 1197645 h 1907268"/>
                <a:gd name="connsiteX18" fmla="*/ 419736 w 1518129"/>
                <a:gd name="connsiteY18" fmla="*/ 1153389 h 1907268"/>
                <a:gd name="connsiteX19" fmla="*/ 0 w 1518129"/>
                <a:gd name="connsiteY19" fmla="*/ 891306 h 1907268"/>
                <a:gd name="connsiteX0" fmla="*/ 0 w 1518129"/>
                <a:gd name="connsiteY0" fmla="*/ 891306 h 1907268"/>
                <a:gd name="connsiteX1" fmla="*/ 227051 w 1518129"/>
                <a:gd name="connsiteY1" fmla="*/ 1320850 h 1907268"/>
                <a:gd name="connsiteX2" fmla="*/ 462841 w 1518129"/>
                <a:gd name="connsiteY2" fmla="*/ 1655174 h 1907268"/>
                <a:gd name="connsiteX3" fmla="*/ 644540 w 1518129"/>
                <a:gd name="connsiteY3" fmla="*/ 1879748 h 1907268"/>
                <a:gd name="connsiteX4" fmla="*/ 1366786 w 1518129"/>
                <a:gd name="connsiteY4" fmla="*/ 1899100 h 1907268"/>
                <a:gd name="connsiteX5" fmla="*/ 1516859 w 1518129"/>
                <a:gd name="connsiteY5" fmla="*/ 1069958 h 1907268"/>
                <a:gd name="connsiteX6" fmla="*/ 1464891 w 1518129"/>
                <a:gd name="connsiteY6" fmla="*/ 644162 h 1907268"/>
                <a:gd name="connsiteX7" fmla="*/ 1272486 w 1518129"/>
                <a:gd name="connsiteY7" fmla="*/ 612493 h 1907268"/>
                <a:gd name="connsiteX8" fmla="*/ 1264720 w 1518129"/>
                <a:gd name="connsiteY8" fmla="*/ 911472 h 1907268"/>
                <a:gd name="connsiteX9" fmla="*/ 1252622 w 1518129"/>
                <a:gd name="connsiteY9" fmla="*/ 600743 h 1907268"/>
                <a:gd name="connsiteX10" fmla="*/ 1022817 w 1518129"/>
                <a:gd name="connsiteY10" fmla="*/ 558366 h 1907268"/>
                <a:gd name="connsiteX11" fmla="*/ 1053082 w 1518129"/>
                <a:gd name="connsiteY11" fmla="*/ 887580 h 1907268"/>
                <a:gd name="connsiteX12" fmla="*/ 1001757 w 1518129"/>
                <a:gd name="connsiteY12" fmla="*/ 557324 h 1907268"/>
                <a:gd name="connsiteX13" fmla="*/ 806783 w 1518129"/>
                <a:gd name="connsiteY13" fmla="*/ 513030 h 1907268"/>
                <a:gd name="connsiteX14" fmla="*/ 810613 w 1518129"/>
                <a:gd name="connsiteY14" fmla="*/ 901237 h 1907268"/>
                <a:gd name="connsiteX15" fmla="*/ 778941 w 1518129"/>
                <a:gd name="connsiteY15" fmla="*/ 121917 h 1907268"/>
                <a:gd name="connsiteX16" fmla="*/ 582042 w 1518129"/>
                <a:gd name="connsiteY16" fmla="*/ 161731 h 1907268"/>
                <a:gd name="connsiteX17" fmla="*/ 554580 w 1518129"/>
                <a:gd name="connsiteY17" fmla="*/ 1197645 h 1907268"/>
                <a:gd name="connsiteX18" fmla="*/ 419736 w 1518129"/>
                <a:gd name="connsiteY18" fmla="*/ 1153389 h 1907268"/>
                <a:gd name="connsiteX19" fmla="*/ 0 w 1518129"/>
                <a:gd name="connsiteY19" fmla="*/ 891306 h 1907268"/>
                <a:gd name="connsiteX0" fmla="*/ 0 w 1518129"/>
                <a:gd name="connsiteY0" fmla="*/ 891306 h 1910576"/>
                <a:gd name="connsiteX1" fmla="*/ 227051 w 1518129"/>
                <a:gd name="connsiteY1" fmla="*/ 1320850 h 1910576"/>
                <a:gd name="connsiteX2" fmla="*/ 462841 w 1518129"/>
                <a:gd name="connsiteY2" fmla="*/ 1655174 h 1910576"/>
                <a:gd name="connsiteX3" fmla="*/ 655952 w 1518129"/>
                <a:gd name="connsiteY3" fmla="*/ 1885455 h 1910576"/>
                <a:gd name="connsiteX4" fmla="*/ 1366786 w 1518129"/>
                <a:gd name="connsiteY4" fmla="*/ 1899100 h 1910576"/>
                <a:gd name="connsiteX5" fmla="*/ 1516859 w 1518129"/>
                <a:gd name="connsiteY5" fmla="*/ 1069958 h 1910576"/>
                <a:gd name="connsiteX6" fmla="*/ 1464891 w 1518129"/>
                <a:gd name="connsiteY6" fmla="*/ 644162 h 1910576"/>
                <a:gd name="connsiteX7" fmla="*/ 1272486 w 1518129"/>
                <a:gd name="connsiteY7" fmla="*/ 612493 h 1910576"/>
                <a:gd name="connsiteX8" fmla="*/ 1264720 w 1518129"/>
                <a:gd name="connsiteY8" fmla="*/ 911472 h 1910576"/>
                <a:gd name="connsiteX9" fmla="*/ 1252622 w 1518129"/>
                <a:gd name="connsiteY9" fmla="*/ 600743 h 1910576"/>
                <a:gd name="connsiteX10" fmla="*/ 1022817 w 1518129"/>
                <a:gd name="connsiteY10" fmla="*/ 558366 h 1910576"/>
                <a:gd name="connsiteX11" fmla="*/ 1053082 w 1518129"/>
                <a:gd name="connsiteY11" fmla="*/ 887580 h 1910576"/>
                <a:gd name="connsiteX12" fmla="*/ 1001757 w 1518129"/>
                <a:gd name="connsiteY12" fmla="*/ 557324 h 1910576"/>
                <a:gd name="connsiteX13" fmla="*/ 806783 w 1518129"/>
                <a:gd name="connsiteY13" fmla="*/ 513030 h 1910576"/>
                <a:gd name="connsiteX14" fmla="*/ 810613 w 1518129"/>
                <a:gd name="connsiteY14" fmla="*/ 901237 h 1910576"/>
                <a:gd name="connsiteX15" fmla="*/ 778941 w 1518129"/>
                <a:gd name="connsiteY15" fmla="*/ 121917 h 1910576"/>
                <a:gd name="connsiteX16" fmla="*/ 582042 w 1518129"/>
                <a:gd name="connsiteY16" fmla="*/ 161731 h 1910576"/>
                <a:gd name="connsiteX17" fmla="*/ 554580 w 1518129"/>
                <a:gd name="connsiteY17" fmla="*/ 1197645 h 1910576"/>
                <a:gd name="connsiteX18" fmla="*/ 419736 w 1518129"/>
                <a:gd name="connsiteY18" fmla="*/ 1153389 h 1910576"/>
                <a:gd name="connsiteX19" fmla="*/ 0 w 1518129"/>
                <a:gd name="connsiteY19" fmla="*/ 891306 h 1910576"/>
                <a:gd name="connsiteX0" fmla="*/ 0 w 1518129"/>
                <a:gd name="connsiteY0" fmla="*/ 891306 h 1918220"/>
                <a:gd name="connsiteX1" fmla="*/ 227051 w 1518129"/>
                <a:gd name="connsiteY1" fmla="*/ 1320850 h 1918220"/>
                <a:gd name="connsiteX2" fmla="*/ 462841 w 1518129"/>
                <a:gd name="connsiteY2" fmla="*/ 1655174 h 1918220"/>
                <a:gd name="connsiteX3" fmla="*/ 670217 w 1518129"/>
                <a:gd name="connsiteY3" fmla="*/ 1896868 h 1918220"/>
                <a:gd name="connsiteX4" fmla="*/ 1366786 w 1518129"/>
                <a:gd name="connsiteY4" fmla="*/ 1899100 h 1918220"/>
                <a:gd name="connsiteX5" fmla="*/ 1516859 w 1518129"/>
                <a:gd name="connsiteY5" fmla="*/ 1069958 h 1918220"/>
                <a:gd name="connsiteX6" fmla="*/ 1464891 w 1518129"/>
                <a:gd name="connsiteY6" fmla="*/ 644162 h 1918220"/>
                <a:gd name="connsiteX7" fmla="*/ 1272486 w 1518129"/>
                <a:gd name="connsiteY7" fmla="*/ 612493 h 1918220"/>
                <a:gd name="connsiteX8" fmla="*/ 1264720 w 1518129"/>
                <a:gd name="connsiteY8" fmla="*/ 911472 h 1918220"/>
                <a:gd name="connsiteX9" fmla="*/ 1252622 w 1518129"/>
                <a:gd name="connsiteY9" fmla="*/ 600743 h 1918220"/>
                <a:gd name="connsiteX10" fmla="*/ 1022817 w 1518129"/>
                <a:gd name="connsiteY10" fmla="*/ 558366 h 1918220"/>
                <a:gd name="connsiteX11" fmla="*/ 1053082 w 1518129"/>
                <a:gd name="connsiteY11" fmla="*/ 887580 h 1918220"/>
                <a:gd name="connsiteX12" fmla="*/ 1001757 w 1518129"/>
                <a:gd name="connsiteY12" fmla="*/ 557324 h 1918220"/>
                <a:gd name="connsiteX13" fmla="*/ 806783 w 1518129"/>
                <a:gd name="connsiteY13" fmla="*/ 513030 h 1918220"/>
                <a:gd name="connsiteX14" fmla="*/ 810613 w 1518129"/>
                <a:gd name="connsiteY14" fmla="*/ 901237 h 1918220"/>
                <a:gd name="connsiteX15" fmla="*/ 778941 w 1518129"/>
                <a:gd name="connsiteY15" fmla="*/ 121917 h 1918220"/>
                <a:gd name="connsiteX16" fmla="*/ 582042 w 1518129"/>
                <a:gd name="connsiteY16" fmla="*/ 161731 h 1918220"/>
                <a:gd name="connsiteX17" fmla="*/ 554580 w 1518129"/>
                <a:gd name="connsiteY17" fmla="*/ 1197645 h 1918220"/>
                <a:gd name="connsiteX18" fmla="*/ 419736 w 1518129"/>
                <a:gd name="connsiteY18" fmla="*/ 1153389 h 1918220"/>
                <a:gd name="connsiteX19" fmla="*/ 0 w 1518129"/>
                <a:gd name="connsiteY19" fmla="*/ 891306 h 1918220"/>
                <a:gd name="connsiteX0" fmla="*/ 0 w 1518129"/>
                <a:gd name="connsiteY0" fmla="*/ 891306 h 1901925"/>
                <a:gd name="connsiteX1" fmla="*/ 227051 w 1518129"/>
                <a:gd name="connsiteY1" fmla="*/ 1320850 h 1901925"/>
                <a:gd name="connsiteX2" fmla="*/ 462841 w 1518129"/>
                <a:gd name="connsiteY2" fmla="*/ 1655174 h 1901925"/>
                <a:gd name="connsiteX3" fmla="*/ 670217 w 1518129"/>
                <a:gd name="connsiteY3" fmla="*/ 1896868 h 1901925"/>
                <a:gd name="connsiteX4" fmla="*/ 1366786 w 1518129"/>
                <a:gd name="connsiteY4" fmla="*/ 1899100 h 1901925"/>
                <a:gd name="connsiteX5" fmla="*/ 1516859 w 1518129"/>
                <a:gd name="connsiteY5" fmla="*/ 1069958 h 1901925"/>
                <a:gd name="connsiteX6" fmla="*/ 1464891 w 1518129"/>
                <a:gd name="connsiteY6" fmla="*/ 644162 h 1901925"/>
                <a:gd name="connsiteX7" fmla="*/ 1272486 w 1518129"/>
                <a:gd name="connsiteY7" fmla="*/ 612493 h 1901925"/>
                <a:gd name="connsiteX8" fmla="*/ 1264720 w 1518129"/>
                <a:gd name="connsiteY8" fmla="*/ 911472 h 1901925"/>
                <a:gd name="connsiteX9" fmla="*/ 1252622 w 1518129"/>
                <a:gd name="connsiteY9" fmla="*/ 600743 h 1901925"/>
                <a:gd name="connsiteX10" fmla="*/ 1022817 w 1518129"/>
                <a:gd name="connsiteY10" fmla="*/ 558366 h 1901925"/>
                <a:gd name="connsiteX11" fmla="*/ 1053082 w 1518129"/>
                <a:gd name="connsiteY11" fmla="*/ 887580 h 1901925"/>
                <a:gd name="connsiteX12" fmla="*/ 1001757 w 1518129"/>
                <a:gd name="connsiteY12" fmla="*/ 557324 h 1901925"/>
                <a:gd name="connsiteX13" fmla="*/ 806783 w 1518129"/>
                <a:gd name="connsiteY13" fmla="*/ 513030 h 1901925"/>
                <a:gd name="connsiteX14" fmla="*/ 810613 w 1518129"/>
                <a:gd name="connsiteY14" fmla="*/ 901237 h 1901925"/>
                <a:gd name="connsiteX15" fmla="*/ 778941 w 1518129"/>
                <a:gd name="connsiteY15" fmla="*/ 121917 h 1901925"/>
                <a:gd name="connsiteX16" fmla="*/ 582042 w 1518129"/>
                <a:gd name="connsiteY16" fmla="*/ 161731 h 1901925"/>
                <a:gd name="connsiteX17" fmla="*/ 554580 w 1518129"/>
                <a:gd name="connsiteY17" fmla="*/ 1197645 h 1901925"/>
                <a:gd name="connsiteX18" fmla="*/ 419736 w 1518129"/>
                <a:gd name="connsiteY18" fmla="*/ 1153389 h 1901925"/>
                <a:gd name="connsiteX19" fmla="*/ 0 w 1518129"/>
                <a:gd name="connsiteY19" fmla="*/ 891306 h 1901925"/>
                <a:gd name="connsiteX0" fmla="*/ 0 w 1518129"/>
                <a:gd name="connsiteY0" fmla="*/ 891306 h 1901925"/>
                <a:gd name="connsiteX1" fmla="*/ 227051 w 1518129"/>
                <a:gd name="connsiteY1" fmla="*/ 1320850 h 1901925"/>
                <a:gd name="connsiteX2" fmla="*/ 462841 w 1518129"/>
                <a:gd name="connsiteY2" fmla="*/ 1655174 h 1901925"/>
                <a:gd name="connsiteX3" fmla="*/ 670217 w 1518129"/>
                <a:gd name="connsiteY3" fmla="*/ 1896868 h 1901925"/>
                <a:gd name="connsiteX4" fmla="*/ 1366786 w 1518129"/>
                <a:gd name="connsiteY4" fmla="*/ 1899100 h 1901925"/>
                <a:gd name="connsiteX5" fmla="*/ 1516859 w 1518129"/>
                <a:gd name="connsiteY5" fmla="*/ 1069958 h 1901925"/>
                <a:gd name="connsiteX6" fmla="*/ 1464891 w 1518129"/>
                <a:gd name="connsiteY6" fmla="*/ 644162 h 1901925"/>
                <a:gd name="connsiteX7" fmla="*/ 1272486 w 1518129"/>
                <a:gd name="connsiteY7" fmla="*/ 612493 h 1901925"/>
                <a:gd name="connsiteX8" fmla="*/ 1264720 w 1518129"/>
                <a:gd name="connsiteY8" fmla="*/ 911472 h 1901925"/>
                <a:gd name="connsiteX9" fmla="*/ 1252622 w 1518129"/>
                <a:gd name="connsiteY9" fmla="*/ 600743 h 1901925"/>
                <a:gd name="connsiteX10" fmla="*/ 1022817 w 1518129"/>
                <a:gd name="connsiteY10" fmla="*/ 558366 h 1901925"/>
                <a:gd name="connsiteX11" fmla="*/ 1053082 w 1518129"/>
                <a:gd name="connsiteY11" fmla="*/ 887580 h 1901925"/>
                <a:gd name="connsiteX12" fmla="*/ 1001757 w 1518129"/>
                <a:gd name="connsiteY12" fmla="*/ 557324 h 1901925"/>
                <a:gd name="connsiteX13" fmla="*/ 806783 w 1518129"/>
                <a:gd name="connsiteY13" fmla="*/ 513030 h 1901925"/>
                <a:gd name="connsiteX14" fmla="*/ 810613 w 1518129"/>
                <a:gd name="connsiteY14" fmla="*/ 901237 h 1901925"/>
                <a:gd name="connsiteX15" fmla="*/ 778941 w 1518129"/>
                <a:gd name="connsiteY15" fmla="*/ 121917 h 1901925"/>
                <a:gd name="connsiteX16" fmla="*/ 582042 w 1518129"/>
                <a:gd name="connsiteY16" fmla="*/ 161731 h 1901925"/>
                <a:gd name="connsiteX17" fmla="*/ 554580 w 1518129"/>
                <a:gd name="connsiteY17" fmla="*/ 1197645 h 1901925"/>
                <a:gd name="connsiteX18" fmla="*/ 419736 w 1518129"/>
                <a:gd name="connsiteY18" fmla="*/ 1153389 h 1901925"/>
                <a:gd name="connsiteX19" fmla="*/ 0 w 1518129"/>
                <a:gd name="connsiteY19" fmla="*/ 891306 h 1901925"/>
                <a:gd name="connsiteX0" fmla="*/ 0 w 1518129"/>
                <a:gd name="connsiteY0" fmla="*/ 891306 h 1900789"/>
                <a:gd name="connsiteX1" fmla="*/ 227051 w 1518129"/>
                <a:gd name="connsiteY1" fmla="*/ 1320850 h 1900789"/>
                <a:gd name="connsiteX2" fmla="*/ 462841 w 1518129"/>
                <a:gd name="connsiteY2" fmla="*/ 1655174 h 1900789"/>
                <a:gd name="connsiteX3" fmla="*/ 670217 w 1518129"/>
                <a:gd name="connsiteY3" fmla="*/ 1896868 h 1900789"/>
                <a:gd name="connsiteX4" fmla="*/ 1366786 w 1518129"/>
                <a:gd name="connsiteY4" fmla="*/ 1899100 h 1900789"/>
                <a:gd name="connsiteX5" fmla="*/ 1516859 w 1518129"/>
                <a:gd name="connsiteY5" fmla="*/ 1069958 h 1900789"/>
                <a:gd name="connsiteX6" fmla="*/ 1464891 w 1518129"/>
                <a:gd name="connsiteY6" fmla="*/ 644162 h 1900789"/>
                <a:gd name="connsiteX7" fmla="*/ 1272486 w 1518129"/>
                <a:gd name="connsiteY7" fmla="*/ 612493 h 1900789"/>
                <a:gd name="connsiteX8" fmla="*/ 1264720 w 1518129"/>
                <a:gd name="connsiteY8" fmla="*/ 911472 h 1900789"/>
                <a:gd name="connsiteX9" fmla="*/ 1252622 w 1518129"/>
                <a:gd name="connsiteY9" fmla="*/ 600743 h 1900789"/>
                <a:gd name="connsiteX10" fmla="*/ 1022817 w 1518129"/>
                <a:gd name="connsiteY10" fmla="*/ 558366 h 1900789"/>
                <a:gd name="connsiteX11" fmla="*/ 1053082 w 1518129"/>
                <a:gd name="connsiteY11" fmla="*/ 887580 h 1900789"/>
                <a:gd name="connsiteX12" fmla="*/ 1001757 w 1518129"/>
                <a:gd name="connsiteY12" fmla="*/ 557324 h 1900789"/>
                <a:gd name="connsiteX13" fmla="*/ 806783 w 1518129"/>
                <a:gd name="connsiteY13" fmla="*/ 513030 h 1900789"/>
                <a:gd name="connsiteX14" fmla="*/ 810613 w 1518129"/>
                <a:gd name="connsiteY14" fmla="*/ 901237 h 1900789"/>
                <a:gd name="connsiteX15" fmla="*/ 778941 w 1518129"/>
                <a:gd name="connsiteY15" fmla="*/ 121917 h 1900789"/>
                <a:gd name="connsiteX16" fmla="*/ 582042 w 1518129"/>
                <a:gd name="connsiteY16" fmla="*/ 161731 h 1900789"/>
                <a:gd name="connsiteX17" fmla="*/ 554580 w 1518129"/>
                <a:gd name="connsiteY17" fmla="*/ 1197645 h 1900789"/>
                <a:gd name="connsiteX18" fmla="*/ 419736 w 1518129"/>
                <a:gd name="connsiteY18" fmla="*/ 1153389 h 1900789"/>
                <a:gd name="connsiteX19" fmla="*/ 0 w 1518129"/>
                <a:gd name="connsiteY19" fmla="*/ 891306 h 1900789"/>
                <a:gd name="connsiteX0" fmla="*/ 0 w 1518129"/>
                <a:gd name="connsiteY0" fmla="*/ 891306 h 1899182"/>
                <a:gd name="connsiteX1" fmla="*/ 227051 w 1518129"/>
                <a:gd name="connsiteY1" fmla="*/ 1320850 h 1899182"/>
                <a:gd name="connsiteX2" fmla="*/ 462841 w 1518129"/>
                <a:gd name="connsiteY2" fmla="*/ 1655174 h 1899182"/>
                <a:gd name="connsiteX3" fmla="*/ 670217 w 1518129"/>
                <a:gd name="connsiteY3" fmla="*/ 1896868 h 1899182"/>
                <a:gd name="connsiteX4" fmla="*/ 1366786 w 1518129"/>
                <a:gd name="connsiteY4" fmla="*/ 1899100 h 1899182"/>
                <a:gd name="connsiteX5" fmla="*/ 1516859 w 1518129"/>
                <a:gd name="connsiteY5" fmla="*/ 1069958 h 1899182"/>
                <a:gd name="connsiteX6" fmla="*/ 1464891 w 1518129"/>
                <a:gd name="connsiteY6" fmla="*/ 644162 h 1899182"/>
                <a:gd name="connsiteX7" fmla="*/ 1272486 w 1518129"/>
                <a:gd name="connsiteY7" fmla="*/ 612493 h 1899182"/>
                <a:gd name="connsiteX8" fmla="*/ 1264720 w 1518129"/>
                <a:gd name="connsiteY8" fmla="*/ 911472 h 1899182"/>
                <a:gd name="connsiteX9" fmla="*/ 1252622 w 1518129"/>
                <a:gd name="connsiteY9" fmla="*/ 600743 h 1899182"/>
                <a:gd name="connsiteX10" fmla="*/ 1022817 w 1518129"/>
                <a:gd name="connsiteY10" fmla="*/ 558366 h 1899182"/>
                <a:gd name="connsiteX11" fmla="*/ 1053082 w 1518129"/>
                <a:gd name="connsiteY11" fmla="*/ 887580 h 1899182"/>
                <a:gd name="connsiteX12" fmla="*/ 1001757 w 1518129"/>
                <a:gd name="connsiteY12" fmla="*/ 557324 h 1899182"/>
                <a:gd name="connsiteX13" fmla="*/ 806783 w 1518129"/>
                <a:gd name="connsiteY13" fmla="*/ 513030 h 1899182"/>
                <a:gd name="connsiteX14" fmla="*/ 810613 w 1518129"/>
                <a:gd name="connsiteY14" fmla="*/ 901237 h 1899182"/>
                <a:gd name="connsiteX15" fmla="*/ 778941 w 1518129"/>
                <a:gd name="connsiteY15" fmla="*/ 121917 h 1899182"/>
                <a:gd name="connsiteX16" fmla="*/ 582042 w 1518129"/>
                <a:gd name="connsiteY16" fmla="*/ 161731 h 1899182"/>
                <a:gd name="connsiteX17" fmla="*/ 554580 w 1518129"/>
                <a:gd name="connsiteY17" fmla="*/ 1197645 h 1899182"/>
                <a:gd name="connsiteX18" fmla="*/ 419736 w 1518129"/>
                <a:gd name="connsiteY18" fmla="*/ 1153389 h 1899182"/>
                <a:gd name="connsiteX19" fmla="*/ 0 w 1518129"/>
                <a:gd name="connsiteY19" fmla="*/ 891306 h 1899182"/>
                <a:gd name="connsiteX0" fmla="*/ 0 w 1518129"/>
                <a:gd name="connsiteY0" fmla="*/ 891306 h 1898397"/>
                <a:gd name="connsiteX1" fmla="*/ 227051 w 1518129"/>
                <a:gd name="connsiteY1" fmla="*/ 1320850 h 1898397"/>
                <a:gd name="connsiteX2" fmla="*/ 462841 w 1518129"/>
                <a:gd name="connsiteY2" fmla="*/ 1655174 h 1898397"/>
                <a:gd name="connsiteX3" fmla="*/ 670217 w 1518129"/>
                <a:gd name="connsiteY3" fmla="*/ 1896868 h 1898397"/>
                <a:gd name="connsiteX4" fmla="*/ 1366786 w 1518129"/>
                <a:gd name="connsiteY4" fmla="*/ 1893394 h 1898397"/>
                <a:gd name="connsiteX5" fmla="*/ 1516859 w 1518129"/>
                <a:gd name="connsiteY5" fmla="*/ 1069958 h 1898397"/>
                <a:gd name="connsiteX6" fmla="*/ 1464891 w 1518129"/>
                <a:gd name="connsiteY6" fmla="*/ 644162 h 1898397"/>
                <a:gd name="connsiteX7" fmla="*/ 1272486 w 1518129"/>
                <a:gd name="connsiteY7" fmla="*/ 612493 h 1898397"/>
                <a:gd name="connsiteX8" fmla="*/ 1264720 w 1518129"/>
                <a:gd name="connsiteY8" fmla="*/ 911472 h 1898397"/>
                <a:gd name="connsiteX9" fmla="*/ 1252622 w 1518129"/>
                <a:gd name="connsiteY9" fmla="*/ 600743 h 1898397"/>
                <a:gd name="connsiteX10" fmla="*/ 1022817 w 1518129"/>
                <a:gd name="connsiteY10" fmla="*/ 558366 h 1898397"/>
                <a:gd name="connsiteX11" fmla="*/ 1053082 w 1518129"/>
                <a:gd name="connsiteY11" fmla="*/ 887580 h 1898397"/>
                <a:gd name="connsiteX12" fmla="*/ 1001757 w 1518129"/>
                <a:gd name="connsiteY12" fmla="*/ 557324 h 1898397"/>
                <a:gd name="connsiteX13" fmla="*/ 806783 w 1518129"/>
                <a:gd name="connsiteY13" fmla="*/ 513030 h 1898397"/>
                <a:gd name="connsiteX14" fmla="*/ 810613 w 1518129"/>
                <a:gd name="connsiteY14" fmla="*/ 901237 h 1898397"/>
                <a:gd name="connsiteX15" fmla="*/ 778941 w 1518129"/>
                <a:gd name="connsiteY15" fmla="*/ 121917 h 1898397"/>
                <a:gd name="connsiteX16" fmla="*/ 582042 w 1518129"/>
                <a:gd name="connsiteY16" fmla="*/ 161731 h 1898397"/>
                <a:gd name="connsiteX17" fmla="*/ 554580 w 1518129"/>
                <a:gd name="connsiteY17" fmla="*/ 1197645 h 1898397"/>
                <a:gd name="connsiteX18" fmla="*/ 419736 w 1518129"/>
                <a:gd name="connsiteY18" fmla="*/ 1153389 h 1898397"/>
                <a:gd name="connsiteX19" fmla="*/ 0 w 1518129"/>
                <a:gd name="connsiteY19" fmla="*/ 891306 h 1898397"/>
                <a:gd name="connsiteX0" fmla="*/ 0 w 1518129"/>
                <a:gd name="connsiteY0" fmla="*/ 891306 h 2083506"/>
                <a:gd name="connsiteX1" fmla="*/ 227051 w 1518129"/>
                <a:gd name="connsiteY1" fmla="*/ 1320850 h 2083506"/>
                <a:gd name="connsiteX2" fmla="*/ 462841 w 1518129"/>
                <a:gd name="connsiteY2" fmla="*/ 1655174 h 2083506"/>
                <a:gd name="connsiteX3" fmla="*/ 685760 w 1518129"/>
                <a:gd name="connsiteY3" fmla="*/ 2083377 h 2083506"/>
                <a:gd name="connsiteX4" fmla="*/ 1366786 w 1518129"/>
                <a:gd name="connsiteY4" fmla="*/ 1893394 h 2083506"/>
                <a:gd name="connsiteX5" fmla="*/ 1516859 w 1518129"/>
                <a:gd name="connsiteY5" fmla="*/ 1069958 h 2083506"/>
                <a:gd name="connsiteX6" fmla="*/ 1464891 w 1518129"/>
                <a:gd name="connsiteY6" fmla="*/ 644162 h 2083506"/>
                <a:gd name="connsiteX7" fmla="*/ 1272486 w 1518129"/>
                <a:gd name="connsiteY7" fmla="*/ 612493 h 2083506"/>
                <a:gd name="connsiteX8" fmla="*/ 1264720 w 1518129"/>
                <a:gd name="connsiteY8" fmla="*/ 911472 h 2083506"/>
                <a:gd name="connsiteX9" fmla="*/ 1252622 w 1518129"/>
                <a:gd name="connsiteY9" fmla="*/ 600743 h 2083506"/>
                <a:gd name="connsiteX10" fmla="*/ 1022817 w 1518129"/>
                <a:gd name="connsiteY10" fmla="*/ 558366 h 2083506"/>
                <a:gd name="connsiteX11" fmla="*/ 1053082 w 1518129"/>
                <a:gd name="connsiteY11" fmla="*/ 887580 h 2083506"/>
                <a:gd name="connsiteX12" fmla="*/ 1001757 w 1518129"/>
                <a:gd name="connsiteY12" fmla="*/ 557324 h 2083506"/>
                <a:gd name="connsiteX13" fmla="*/ 806783 w 1518129"/>
                <a:gd name="connsiteY13" fmla="*/ 513030 h 2083506"/>
                <a:gd name="connsiteX14" fmla="*/ 810613 w 1518129"/>
                <a:gd name="connsiteY14" fmla="*/ 901237 h 2083506"/>
                <a:gd name="connsiteX15" fmla="*/ 778941 w 1518129"/>
                <a:gd name="connsiteY15" fmla="*/ 121917 h 2083506"/>
                <a:gd name="connsiteX16" fmla="*/ 582042 w 1518129"/>
                <a:gd name="connsiteY16" fmla="*/ 161731 h 2083506"/>
                <a:gd name="connsiteX17" fmla="*/ 554580 w 1518129"/>
                <a:gd name="connsiteY17" fmla="*/ 1197645 h 2083506"/>
                <a:gd name="connsiteX18" fmla="*/ 419736 w 1518129"/>
                <a:gd name="connsiteY18" fmla="*/ 1153389 h 2083506"/>
                <a:gd name="connsiteX19" fmla="*/ 0 w 1518129"/>
                <a:gd name="connsiteY19" fmla="*/ 891306 h 2083506"/>
                <a:gd name="connsiteX0" fmla="*/ 0 w 1518129"/>
                <a:gd name="connsiteY0" fmla="*/ 891306 h 2087673"/>
                <a:gd name="connsiteX1" fmla="*/ 227051 w 1518129"/>
                <a:gd name="connsiteY1" fmla="*/ 1320850 h 2087673"/>
                <a:gd name="connsiteX2" fmla="*/ 462841 w 1518129"/>
                <a:gd name="connsiteY2" fmla="*/ 1655174 h 2087673"/>
                <a:gd name="connsiteX3" fmla="*/ 685760 w 1518129"/>
                <a:gd name="connsiteY3" fmla="*/ 2083377 h 2087673"/>
                <a:gd name="connsiteX4" fmla="*/ 1304616 w 1518129"/>
                <a:gd name="connsiteY4" fmla="*/ 2087673 h 2087673"/>
                <a:gd name="connsiteX5" fmla="*/ 1516859 w 1518129"/>
                <a:gd name="connsiteY5" fmla="*/ 1069958 h 2087673"/>
                <a:gd name="connsiteX6" fmla="*/ 1464891 w 1518129"/>
                <a:gd name="connsiteY6" fmla="*/ 644162 h 2087673"/>
                <a:gd name="connsiteX7" fmla="*/ 1272486 w 1518129"/>
                <a:gd name="connsiteY7" fmla="*/ 612493 h 2087673"/>
                <a:gd name="connsiteX8" fmla="*/ 1264720 w 1518129"/>
                <a:gd name="connsiteY8" fmla="*/ 911472 h 2087673"/>
                <a:gd name="connsiteX9" fmla="*/ 1252622 w 1518129"/>
                <a:gd name="connsiteY9" fmla="*/ 600743 h 2087673"/>
                <a:gd name="connsiteX10" fmla="*/ 1022817 w 1518129"/>
                <a:gd name="connsiteY10" fmla="*/ 558366 h 2087673"/>
                <a:gd name="connsiteX11" fmla="*/ 1053082 w 1518129"/>
                <a:gd name="connsiteY11" fmla="*/ 887580 h 2087673"/>
                <a:gd name="connsiteX12" fmla="*/ 1001757 w 1518129"/>
                <a:gd name="connsiteY12" fmla="*/ 557324 h 2087673"/>
                <a:gd name="connsiteX13" fmla="*/ 806783 w 1518129"/>
                <a:gd name="connsiteY13" fmla="*/ 513030 h 2087673"/>
                <a:gd name="connsiteX14" fmla="*/ 810613 w 1518129"/>
                <a:gd name="connsiteY14" fmla="*/ 901237 h 2087673"/>
                <a:gd name="connsiteX15" fmla="*/ 778941 w 1518129"/>
                <a:gd name="connsiteY15" fmla="*/ 121917 h 2087673"/>
                <a:gd name="connsiteX16" fmla="*/ 582042 w 1518129"/>
                <a:gd name="connsiteY16" fmla="*/ 161731 h 2087673"/>
                <a:gd name="connsiteX17" fmla="*/ 554580 w 1518129"/>
                <a:gd name="connsiteY17" fmla="*/ 1197645 h 2087673"/>
                <a:gd name="connsiteX18" fmla="*/ 419736 w 1518129"/>
                <a:gd name="connsiteY18" fmla="*/ 1153389 h 2087673"/>
                <a:gd name="connsiteX19" fmla="*/ 0 w 1518129"/>
                <a:gd name="connsiteY19" fmla="*/ 891306 h 208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18129" h="2087673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45749" y="2041189"/>
                    <a:pt x="685760" y="2083377"/>
                  </a:cubicBezTo>
                  <a:cubicBezTo>
                    <a:pt x="889200" y="2089319"/>
                    <a:pt x="1008846" y="2083505"/>
                    <a:pt x="1304616" y="2087673"/>
                  </a:cubicBezTo>
                  <a:cubicBezTo>
                    <a:pt x="1468370" y="1792044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rgbClr val="FCC698"/>
            </a:solidFill>
            <a:ln w="33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ED2DC80-8200-4169-B8FF-245C0E6AD429}"/>
              </a:ext>
            </a:extLst>
          </p:cNvPr>
          <p:cNvGrpSpPr/>
          <p:nvPr/>
        </p:nvGrpSpPr>
        <p:grpSpPr>
          <a:xfrm>
            <a:off x="3703217" y="72989"/>
            <a:ext cx="8000695" cy="5320246"/>
            <a:chOff x="2408199" y="8683365"/>
            <a:chExt cx="8000695" cy="532024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83EAE1F-DC0D-44AA-B313-518000E10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8199" y="9404730"/>
              <a:ext cx="4052356" cy="4598881"/>
            </a:xfrm>
            <a:prstGeom prst="rect">
              <a:avLst/>
            </a:prstGeom>
          </p:spPr>
        </p:pic>
        <p:pic>
          <p:nvPicPr>
            <p:cNvPr id="266" name="Picture 265">
              <a:extLst>
                <a:ext uri="{FF2B5EF4-FFF2-40B4-BE49-F238E27FC236}">
                  <a16:creationId xmlns:a16="http://schemas.microsoft.com/office/drawing/2014/main" id="{8055C557-CDC8-4A21-BF16-4B2C90174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23910" y="9404730"/>
              <a:ext cx="4052356" cy="459888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233060-C98F-4B14-8B36-0A2EFAB7C705}"/>
                </a:ext>
              </a:extLst>
            </p:cNvPr>
            <p:cNvSpPr txBox="1"/>
            <p:nvPr/>
          </p:nvSpPr>
          <p:spPr>
            <a:xfrm>
              <a:off x="2784973" y="8683365"/>
              <a:ext cx="331102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400" dirty="0">
                  <a:latin typeface="Bahnschrift SemiBold SemiConden" panose="020B0502040204020203" pitchFamily="34" charset="0"/>
                </a:rPr>
                <a:t>Book Issue</a:t>
              </a:r>
              <a:endParaRPr lang="en-IN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53266B58-09CD-4AE2-A5CF-0918AEAD9B11}"/>
                </a:ext>
              </a:extLst>
            </p:cNvPr>
            <p:cNvSpPr txBox="1"/>
            <p:nvPr/>
          </p:nvSpPr>
          <p:spPr>
            <a:xfrm>
              <a:off x="6528463" y="8683365"/>
              <a:ext cx="388043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400" dirty="0">
                  <a:latin typeface="Bahnschrift SemiBold SemiConden" panose="020B0502040204020203" pitchFamily="34" charset="0"/>
                </a:rPr>
                <a:t>Book Return</a:t>
              </a:r>
              <a:endParaRPr lang="en-IN" dirty="0">
                <a:latin typeface="Bahnschrift SemiBold SemiConden" panose="020B0502040204020203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5BF0390-E96D-40FF-BF5C-D6C619E6B938}"/>
              </a:ext>
            </a:extLst>
          </p:cNvPr>
          <p:cNvSpPr txBox="1"/>
          <p:nvPr/>
        </p:nvSpPr>
        <p:spPr>
          <a:xfrm>
            <a:off x="33516" y="-3687097"/>
            <a:ext cx="4626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Bahnschrift SemiBold" panose="020B0502040204020203" pitchFamily="34" charset="0"/>
              </a:rPr>
              <a:t>Any Questions?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D2B6542-05F1-440C-83C9-0A55AF1E6B2A}"/>
              </a:ext>
            </a:extLst>
          </p:cNvPr>
          <p:cNvGrpSpPr/>
          <p:nvPr/>
        </p:nvGrpSpPr>
        <p:grpSpPr>
          <a:xfrm>
            <a:off x="-4330446" y="2637883"/>
            <a:ext cx="2620383" cy="2039491"/>
            <a:chOff x="3814713" y="2457849"/>
            <a:chExt cx="2620383" cy="2039491"/>
          </a:xfrm>
        </p:grpSpPr>
        <p:sp>
          <p:nvSpPr>
            <p:cNvPr id="68" name="Oval 11">
              <a:extLst>
                <a:ext uri="{FF2B5EF4-FFF2-40B4-BE49-F238E27FC236}">
                  <a16:creationId xmlns:a16="http://schemas.microsoft.com/office/drawing/2014/main" id="{A9B3FB32-436B-4125-AE10-CEC08805B894}"/>
                </a:ext>
              </a:extLst>
            </p:cNvPr>
            <p:cNvSpPr/>
            <p:nvPr/>
          </p:nvSpPr>
          <p:spPr>
            <a:xfrm>
              <a:off x="5268194" y="2457849"/>
              <a:ext cx="1166902" cy="1575995"/>
            </a:xfrm>
            <a:custGeom>
              <a:avLst/>
              <a:gdLst/>
              <a:ahLst/>
              <a:cxnLst/>
              <a:rect l="l" t="t" r="r" b="b"/>
              <a:pathLst>
                <a:path w="1080121" h="1458790">
                  <a:moveTo>
                    <a:pt x="648073" y="0"/>
                  </a:moveTo>
                  <a:cubicBezTo>
                    <a:pt x="886687" y="0"/>
                    <a:pt x="1080121" y="193434"/>
                    <a:pt x="1080121" y="432048"/>
                  </a:cubicBezTo>
                  <a:cubicBezTo>
                    <a:pt x="1080121" y="670662"/>
                    <a:pt x="886687" y="864096"/>
                    <a:pt x="648073" y="864096"/>
                  </a:cubicBezTo>
                  <a:lnTo>
                    <a:pt x="589468" y="858188"/>
                  </a:lnTo>
                  <a:lnTo>
                    <a:pt x="242710" y="1458790"/>
                  </a:lnTo>
                  <a:lnTo>
                    <a:pt x="0" y="1318662"/>
                  </a:lnTo>
                  <a:lnTo>
                    <a:pt x="338413" y="732515"/>
                  </a:lnTo>
                  <a:cubicBezTo>
                    <a:pt x="262504" y="655123"/>
                    <a:pt x="216025" y="549014"/>
                    <a:pt x="216025" y="432048"/>
                  </a:cubicBezTo>
                  <a:cubicBezTo>
                    <a:pt x="216025" y="193434"/>
                    <a:pt x="409459" y="0"/>
                    <a:pt x="648073" y="0"/>
                  </a:cubicBezTo>
                  <a:close/>
                </a:path>
              </a:pathLst>
            </a:custGeom>
            <a:solidFill>
              <a:schemeClr val="bg1"/>
            </a:solidFill>
            <a:ln w="25400"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69" name="Freeform 2">
              <a:extLst>
                <a:ext uri="{FF2B5EF4-FFF2-40B4-BE49-F238E27FC236}">
                  <a16:creationId xmlns:a16="http://schemas.microsoft.com/office/drawing/2014/main" id="{3F7C43D9-32F0-42EC-A74C-5A39D1B969D0}"/>
                </a:ext>
              </a:extLst>
            </p:cNvPr>
            <p:cNvSpPr/>
            <p:nvPr/>
          </p:nvSpPr>
          <p:spPr>
            <a:xfrm>
              <a:off x="4950202" y="3628027"/>
              <a:ext cx="843909" cy="869313"/>
            </a:xfrm>
            <a:custGeom>
              <a:avLst/>
              <a:gdLst>
                <a:gd name="connsiteX0" fmla="*/ 543464 w 1086928"/>
                <a:gd name="connsiteY0" fmla="*/ 0 h 1000664"/>
                <a:gd name="connsiteX1" fmla="*/ 0 w 1086928"/>
                <a:gd name="connsiteY1" fmla="*/ 276045 h 1000664"/>
                <a:gd name="connsiteX2" fmla="*/ 0 w 1086928"/>
                <a:gd name="connsiteY2" fmla="*/ 862641 h 1000664"/>
                <a:gd name="connsiteX3" fmla="*/ 362309 w 1086928"/>
                <a:gd name="connsiteY3" fmla="*/ 974784 h 1000664"/>
                <a:gd name="connsiteX4" fmla="*/ 923026 w 1086928"/>
                <a:gd name="connsiteY4" fmla="*/ 1000664 h 1000664"/>
                <a:gd name="connsiteX5" fmla="*/ 974785 w 1086928"/>
                <a:gd name="connsiteY5" fmla="*/ 793630 h 1000664"/>
                <a:gd name="connsiteX6" fmla="*/ 1017917 w 1086928"/>
                <a:gd name="connsiteY6" fmla="*/ 621101 h 1000664"/>
                <a:gd name="connsiteX7" fmla="*/ 1086928 w 1086928"/>
                <a:gd name="connsiteY7" fmla="*/ 439947 h 1000664"/>
                <a:gd name="connsiteX8" fmla="*/ 1069675 w 1086928"/>
                <a:gd name="connsiteY8" fmla="*/ 224286 h 1000664"/>
                <a:gd name="connsiteX9" fmla="*/ 974785 w 1086928"/>
                <a:gd name="connsiteY9" fmla="*/ 181154 h 1000664"/>
                <a:gd name="connsiteX10" fmla="*/ 491706 w 1086928"/>
                <a:gd name="connsiteY10" fmla="*/ 189781 h 1000664"/>
                <a:gd name="connsiteX11" fmla="*/ 543464 w 1086928"/>
                <a:gd name="connsiteY11" fmla="*/ 0 h 1000664"/>
                <a:gd name="connsiteX0" fmla="*/ 543464 w 1086928"/>
                <a:gd name="connsiteY0" fmla="*/ 0 h 1000664"/>
                <a:gd name="connsiteX1" fmla="*/ 0 w 1086928"/>
                <a:gd name="connsiteY1" fmla="*/ 276045 h 1000664"/>
                <a:gd name="connsiteX2" fmla="*/ 0 w 1086928"/>
                <a:gd name="connsiteY2" fmla="*/ 862641 h 1000664"/>
                <a:gd name="connsiteX3" fmla="*/ 362309 w 1086928"/>
                <a:gd name="connsiteY3" fmla="*/ 974784 h 1000664"/>
                <a:gd name="connsiteX4" fmla="*/ 923026 w 1086928"/>
                <a:gd name="connsiteY4" fmla="*/ 1000664 h 1000664"/>
                <a:gd name="connsiteX5" fmla="*/ 974785 w 1086928"/>
                <a:gd name="connsiteY5" fmla="*/ 793630 h 1000664"/>
                <a:gd name="connsiteX6" fmla="*/ 1017917 w 1086928"/>
                <a:gd name="connsiteY6" fmla="*/ 621101 h 1000664"/>
                <a:gd name="connsiteX7" fmla="*/ 1086928 w 1086928"/>
                <a:gd name="connsiteY7" fmla="*/ 439947 h 1000664"/>
                <a:gd name="connsiteX8" fmla="*/ 1069675 w 1086928"/>
                <a:gd name="connsiteY8" fmla="*/ 224286 h 1000664"/>
                <a:gd name="connsiteX9" fmla="*/ 974785 w 1086928"/>
                <a:gd name="connsiteY9" fmla="*/ 181154 h 1000664"/>
                <a:gd name="connsiteX10" fmla="*/ 491706 w 1086928"/>
                <a:gd name="connsiteY10" fmla="*/ 189781 h 1000664"/>
                <a:gd name="connsiteX11" fmla="*/ 543464 w 1086928"/>
                <a:gd name="connsiteY11" fmla="*/ 0 h 1000664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980502"/>
                <a:gd name="connsiteX1" fmla="*/ 0 w 1086928"/>
                <a:gd name="connsiteY1" fmla="*/ 267418 h 980502"/>
                <a:gd name="connsiteX2" fmla="*/ 0 w 1086928"/>
                <a:gd name="connsiteY2" fmla="*/ 854014 h 980502"/>
                <a:gd name="connsiteX3" fmla="*/ 362309 w 1086928"/>
                <a:gd name="connsiteY3" fmla="*/ 966157 h 980502"/>
                <a:gd name="connsiteX4" fmla="*/ 934932 w 1086928"/>
                <a:gd name="connsiteY4" fmla="*/ 946794 h 980502"/>
                <a:gd name="connsiteX5" fmla="*/ 974785 w 1086928"/>
                <a:gd name="connsiteY5" fmla="*/ 785003 h 980502"/>
                <a:gd name="connsiteX6" fmla="*/ 1017917 w 1086928"/>
                <a:gd name="connsiteY6" fmla="*/ 612474 h 980502"/>
                <a:gd name="connsiteX7" fmla="*/ 1086928 w 1086928"/>
                <a:gd name="connsiteY7" fmla="*/ 431320 h 980502"/>
                <a:gd name="connsiteX8" fmla="*/ 1069675 w 1086928"/>
                <a:gd name="connsiteY8" fmla="*/ 215659 h 980502"/>
                <a:gd name="connsiteX9" fmla="*/ 974785 w 1086928"/>
                <a:gd name="connsiteY9" fmla="*/ 172527 h 980502"/>
                <a:gd name="connsiteX10" fmla="*/ 491706 w 1086928"/>
                <a:gd name="connsiteY10" fmla="*/ 181154 h 980502"/>
                <a:gd name="connsiteX11" fmla="*/ 595223 w 1086928"/>
                <a:gd name="connsiteY11" fmla="*/ 0 h 980502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74785 w 1086928"/>
                <a:gd name="connsiteY5" fmla="*/ 785003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74785 w 1086928"/>
                <a:gd name="connsiteY5" fmla="*/ 785003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81929 w 1086928"/>
                <a:gd name="connsiteY5" fmla="*/ 820721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925407 w 1086928"/>
                <a:gd name="connsiteY0" fmla="*/ 996801 h 1088241"/>
                <a:gd name="connsiteX1" fmla="*/ 981929 w 1086928"/>
                <a:gd name="connsiteY1" fmla="*/ 820721 h 1088241"/>
                <a:gd name="connsiteX2" fmla="*/ 1017917 w 1086928"/>
                <a:gd name="connsiteY2" fmla="*/ 612474 h 1088241"/>
                <a:gd name="connsiteX3" fmla="*/ 1086928 w 1086928"/>
                <a:gd name="connsiteY3" fmla="*/ 431320 h 1088241"/>
                <a:gd name="connsiteX4" fmla="*/ 1069675 w 1086928"/>
                <a:gd name="connsiteY4" fmla="*/ 215659 h 1088241"/>
                <a:gd name="connsiteX5" fmla="*/ 974785 w 1086928"/>
                <a:gd name="connsiteY5" fmla="*/ 172527 h 1088241"/>
                <a:gd name="connsiteX6" fmla="*/ 491706 w 1086928"/>
                <a:gd name="connsiteY6" fmla="*/ 181154 h 1088241"/>
                <a:gd name="connsiteX7" fmla="*/ 595223 w 1086928"/>
                <a:gd name="connsiteY7" fmla="*/ 0 h 1088241"/>
                <a:gd name="connsiteX8" fmla="*/ 0 w 1086928"/>
                <a:gd name="connsiteY8" fmla="*/ 267418 h 1088241"/>
                <a:gd name="connsiteX9" fmla="*/ 0 w 1086928"/>
                <a:gd name="connsiteY9" fmla="*/ 854014 h 1088241"/>
                <a:gd name="connsiteX10" fmla="*/ 362309 w 1086928"/>
                <a:gd name="connsiteY10" fmla="*/ 966157 h 1088241"/>
                <a:gd name="connsiteX11" fmla="*/ 1016847 w 1086928"/>
                <a:gd name="connsiteY11" fmla="*/ 1088241 h 1088241"/>
                <a:gd name="connsiteX0" fmla="*/ 925407 w 1086928"/>
                <a:gd name="connsiteY0" fmla="*/ 996801 h 1088241"/>
                <a:gd name="connsiteX1" fmla="*/ 981929 w 1086928"/>
                <a:gd name="connsiteY1" fmla="*/ 820721 h 1088241"/>
                <a:gd name="connsiteX2" fmla="*/ 1017917 w 1086928"/>
                <a:gd name="connsiteY2" fmla="*/ 612474 h 1088241"/>
                <a:gd name="connsiteX3" fmla="*/ 1086928 w 1086928"/>
                <a:gd name="connsiteY3" fmla="*/ 431320 h 1088241"/>
                <a:gd name="connsiteX4" fmla="*/ 1069675 w 1086928"/>
                <a:gd name="connsiteY4" fmla="*/ 215659 h 1088241"/>
                <a:gd name="connsiteX5" fmla="*/ 974785 w 1086928"/>
                <a:gd name="connsiteY5" fmla="*/ 172527 h 1088241"/>
                <a:gd name="connsiteX6" fmla="*/ 491706 w 1086928"/>
                <a:gd name="connsiteY6" fmla="*/ 181154 h 1088241"/>
                <a:gd name="connsiteX7" fmla="*/ 595223 w 1086928"/>
                <a:gd name="connsiteY7" fmla="*/ 0 h 1088241"/>
                <a:gd name="connsiteX8" fmla="*/ 0 w 1086928"/>
                <a:gd name="connsiteY8" fmla="*/ 267418 h 1088241"/>
                <a:gd name="connsiteX9" fmla="*/ 0 w 1086928"/>
                <a:gd name="connsiteY9" fmla="*/ 854014 h 1088241"/>
                <a:gd name="connsiteX10" fmla="*/ 362309 w 1086928"/>
                <a:gd name="connsiteY10" fmla="*/ 966157 h 1088241"/>
                <a:gd name="connsiteX11" fmla="*/ 1016847 w 1086928"/>
                <a:gd name="connsiteY11" fmla="*/ 1088241 h 108824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11" fmla="*/ 925407 w 1086928"/>
                <a:gd name="connsiteY11" fmla="*/ 996801 h 996801"/>
                <a:gd name="connsiteX0" fmla="*/ 925407 w 1086928"/>
                <a:gd name="connsiteY0" fmla="*/ 996801 h 1038224"/>
                <a:gd name="connsiteX1" fmla="*/ 981929 w 1086928"/>
                <a:gd name="connsiteY1" fmla="*/ 820721 h 1038224"/>
                <a:gd name="connsiteX2" fmla="*/ 1017917 w 1086928"/>
                <a:gd name="connsiteY2" fmla="*/ 612474 h 1038224"/>
                <a:gd name="connsiteX3" fmla="*/ 1086928 w 1086928"/>
                <a:gd name="connsiteY3" fmla="*/ 431320 h 1038224"/>
                <a:gd name="connsiteX4" fmla="*/ 1069675 w 1086928"/>
                <a:gd name="connsiteY4" fmla="*/ 215659 h 1038224"/>
                <a:gd name="connsiteX5" fmla="*/ 974785 w 1086928"/>
                <a:gd name="connsiteY5" fmla="*/ 172527 h 1038224"/>
                <a:gd name="connsiteX6" fmla="*/ 491706 w 1086928"/>
                <a:gd name="connsiteY6" fmla="*/ 181154 h 1038224"/>
                <a:gd name="connsiteX7" fmla="*/ 595223 w 1086928"/>
                <a:gd name="connsiteY7" fmla="*/ 0 h 1038224"/>
                <a:gd name="connsiteX8" fmla="*/ 0 w 1086928"/>
                <a:gd name="connsiteY8" fmla="*/ 267418 h 1038224"/>
                <a:gd name="connsiteX9" fmla="*/ 0 w 1086928"/>
                <a:gd name="connsiteY9" fmla="*/ 854014 h 1038224"/>
                <a:gd name="connsiteX10" fmla="*/ 362309 w 1086928"/>
                <a:gd name="connsiteY10" fmla="*/ 966157 h 1038224"/>
                <a:gd name="connsiteX11" fmla="*/ 743220 w 1086928"/>
                <a:gd name="connsiteY11" fmla="*/ 1038224 h 1038224"/>
                <a:gd name="connsiteX12" fmla="*/ 925407 w 1086928"/>
                <a:gd name="connsiteY12" fmla="*/ 996801 h 1038224"/>
                <a:gd name="connsiteX0" fmla="*/ 925407 w 1086928"/>
                <a:gd name="connsiteY0" fmla="*/ 996801 h 1038224"/>
                <a:gd name="connsiteX1" fmla="*/ 981929 w 1086928"/>
                <a:gd name="connsiteY1" fmla="*/ 820721 h 1038224"/>
                <a:gd name="connsiteX2" fmla="*/ 1017917 w 1086928"/>
                <a:gd name="connsiteY2" fmla="*/ 612474 h 1038224"/>
                <a:gd name="connsiteX3" fmla="*/ 1086928 w 1086928"/>
                <a:gd name="connsiteY3" fmla="*/ 431320 h 1038224"/>
                <a:gd name="connsiteX4" fmla="*/ 1069675 w 1086928"/>
                <a:gd name="connsiteY4" fmla="*/ 215659 h 1038224"/>
                <a:gd name="connsiteX5" fmla="*/ 974785 w 1086928"/>
                <a:gd name="connsiteY5" fmla="*/ 172527 h 1038224"/>
                <a:gd name="connsiteX6" fmla="*/ 491706 w 1086928"/>
                <a:gd name="connsiteY6" fmla="*/ 181154 h 1038224"/>
                <a:gd name="connsiteX7" fmla="*/ 595223 w 1086928"/>
                <a:gd name="connsiteY7" fmla="*/ 0 h 1038224"/>
                <a:gd name="connsiteX8" fmla="*/ 0 w 1086928"/>
                <a:gd name="connsiteY8" fmla="*/ 267418 h 1038224"/>
                <a:gd name="connsiteX9" fmla="*/ 0 w 1086928"/>
                <a:gd name="connsiteY9" fmla="*/ 854014 h 1038224"/>
                <a:gd name="connsiteX10" fmla="*/ 362309 w 1086928"/>
                <a:gd name="connsiteY10" fmla="*/ 966157 h 1038224"/>
                <a:gd name="connsiteX11" fmla="*/ 743220 w 1086928"/>
                <a:gd name="connsiteY11" fmla="*/ 1038224 h 1038224"/>
                <a:gd name="connsiteX12" fmla="*/ 925407 w 1086928"/>
                <a:gd name="connsiteY12" fmla="*/ 996801 h 1038224"/>
                <a:gd name="connsiteX0" fmla="*/ 925407 w 1086928"/>
                <a:gd name="connsiteY0" fmla="*/ 996801 h 1005589"/>
                <a:gd name="connsiteX1" fmla="*/ 981929 w 1086928"/>
                <a:gd name="connsiteY1" fmla="*/ 820721 h 1005589"/>
                <a:gd name="connsiteX2" fmla="*/ 1017917 w 1086928"/>
                <a:gd name="connsiteY2" fmla="*/ 612474 h 1005589"/>
                <a:gd name="connsiteX3" fmla="*/ 1086928 w 1086928"/>
                <a:gd name="connsiteY3" fmla="*/ 431320 h 1005589"/>
                <a:gd name="connsiteX4" fmla="*/ 1069675 w 1086928"/>
                <a:gd name="connsiteY4" fmla="*/ 215659 h 1005589"/>
                <a:gd name="connsiteX5" fmla="*/ 974785 w 1086928"/>
                <a:gd name="connsiteY5" fmla="*/ 172527 h 1005589"/>
                <a:gd name="connsiteX6" fmla="*/ 491706 w 1086928"/>
                <a:gd name="connsiteY6" fmla="*/ 181154 h 1005589"/>
                <a:gd name="connsiteX7" fmla="*/ 595223 w 1086928"/>
                <a:gd name="connsiteY7" fmla="*/ 0 h 1005589"/>
                <a:gd name="connsiteX8" fmla="*/ 0 w 1086928"/>
                <a:gd name="connsiteY8" fmla="*/ 267418 h 1005589"/>
                <a:gd name="connsiteX9" fmla="*/ 0 w 1086928"/>
                <a:gd name="connsiteY9" fmla="*/ 854014 h 1005589"/>
                <a:gd name="connsiteX10" fmla="*/ 362309 w 1086928"/>
                <a:gd name="connsiteY10" fmla="*/ 966157 h 1005589"/>
                <a:gd name="connsiteX11" fmla="*/ 925407 w 1086928"/>
                <a:gd name="connsiteY11" fmla="*/ 996801 h 1005589"/>
                <a:gd name="connsiteX0" fmla="*/ 925407 w 1086928"/>
                <a:gd name="connsiteY0" fmla="*/ 996801 h 1013821"/>
                <a:gd name="connsiteX1" fmla="*/ 981929 w 1086928"/>
                <a:gd name="connsiteY1" fmla="*/ 820721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81929 w 1086928"/>
                <a:gd name="connsiteY1" fmla="*/ 820721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91454 w 1086928"/>
                <a:gd name="connsiteY1" fmla="*/ 823103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91454 w 1086928"/>
                <a:gd name="connsiteY1" fmla="*/ 823103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12" fmla="*/ 991454 w 1086928"/>
                <a:gd name="connsiteY12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12" fmla="*/ 991454 w 1086928"/>
                <a:gd name="connsiteY12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27442 w 1086928"/>
                <a:gd name="connsiteY1" fmla="*/ 638668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27442 w 1086928"/>
                <a:gd name="connsiteY1" fmla="*/ 638668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69675"/>
                <a:gd name="connsiteY0" fmla="*/ 825484 h 1013821"/>
                <a:gd name="connsiteX1" fmla="*/ 1027442 w 1069675"/>
                <a:gd name="connsiteY1" fmla="*/ 638668 h 1013821"/>
                <a:gd name="connsiteX2" fmla="*/ 1051209 w 1069675"/>
                <a:gd name="connsiteY2" fmla="*/ 447988 h 1013821"/>
                <a:gd name="connsiteX3" fmla="*/ 1069675 w 1069675"/>
                <a:gd name="connsiteY3" fmla="*/ 215659 h 1013821"/>
                <a:gd name="connsiteX4" fmla="*/ 974785 w 1069675"/>
                <a:gd name="connsiteY4" fmla="*/ 172527 h 1013821"/>
                <a:gd name="connsiteX5" fmla="*/ 491706 w 1069675"/>
                <a:gd name="connsiteY5" fmla="*/ 181154 h 1013821"/>
                <a:gd name="connsiteX6" fmla="*/ 595223 w 1069675"/>
                <a:gd name="connsiteY6" fmla="*/ 0 h 1013821"/>
                <a:gd name="connsiteX7" fmla="*/ 0 w 1069675"/>
                <a:gd name="connsiteY7" fmla="*/ 267418 h 1013821"/>
                <a:gd name="connsiteX8" fmla="*/ 0 w 1069675"/>
                <a:gd name="connsiteY8" fmla="*/ 854014 h 1013821"/>
                <a:gd name="connsiteX9" fmla="*/ 362309 w 1069675"/>
                <a:gd name="connsiteY9" fmla="*/ 966157 h 1013821"/>
                <a:gd name="connsiteX10" fmla="*/ 925407 w 1069675"/>
                <a:gd name="connsiteY10" fmla="*/ 996801 h 1013821"/>
                <a:gd name="connsiteX11" fmla="*/ 977167 w 1069675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53006 w 1083772"/>
                <a:gd name="connsiteY3" fmla="*/ 182321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107851"/>
                <a:gd name="connsiteY0" fmla="*/ 825484 h 1013821"/>
                <a:gd name="connsiteX1" fmla="*/ 1027442 w 1107851"/>
                <a:gd name="connsiteY1" fmla="*/ 638668 h 1013821"/>
                <a:gd name="connsiteX2" fmla="*/ 1051209 w 1107851"/>
                <a:gd name="connsiteY2" fmla="*/ 447988 h 1013821"/>
                <a:gd name="connsiteX3" fmla="*/ 1053006 w 1107851"/>
                <a:gd name="connsiteY3" fmla="*/ 182321 h 1013821"/>
                <a:gd name="connsiteX4" fmla="*/ 974785 w 1107851"/>
                <a:gd name="connsiteY4" fmla="*/ 172527 h 1013821"/>
                <a:gd name="connsiteX5" fmla="*/ 491706 w 1107851"/>
                <a:gd name="connsiteY5" fmla="*/ 181154 h 1013821"/>
                <a:gd name="connsiteX6" fmla="*/ 595223 w 1107851"/>
                <a:gd name="connsiteY6" fmla="*/ 0 h 1013821"/>
                <a:gd name="connsiteX7" fmla="*/ 0 w 1107851"/>
                <a:gd name="connsiteY7" fmla="*/ 267418 h 1013821"/>
                <a:gd name="connsiteX8" fmla="*/ 0 w 1107851"/>
                <a:gd name="connsiteY8" fmla="*/ 854014 h 1013821"/>
                <a:gd name="connsiteX9" fmla="*/ 362309 w 1107851"/>
                <a:gd name="connsiteY9" fmla="*/ 966157 h 1013821"/>
                <a:gd name="connsiteX10" fmla="*/ 925407 w 1107851"/>
                <a:gd name="connsiteY10" fmla="*/ 996801 h 1013821"/>
                <a:gd name="connsiteX11" fmla="*/ 977167 w 1107851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86692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86692 w 1109996"/>
                <a:gd name="connsiteY11" fmla="*/ 825484 h 1013821"/>
                <a:gd name="connsiteX0" fmla="*/ 986692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86692 w 1109996"/>
                <a:gd name="connsiteY11" fmla="*/ 825484 h 1013821"/>
                <a:gd name="connsiteX0" fmla="*/ 986692 w 1109996"/>
                <a:gd name="connsiteY0" fmla="*/ 825484 h 996152"/>
                <a:gd name="connsiteX1" fmla="*/ 1027442 w 1109996"/>
                <a:gd name="connsiteY1" fmla="*/ 638668 h 996152"/>
                <a:gd name="connsiteX2" fmla="*/ 1055972 w 1109996"/>
                <a:gd name="connsiteY2" fmla="*/ 407507 h 996152"/>
                <a:gd name="connsiteX3" fmla="*/ 1053006 w 1109996"/>
                <a:gd name="connsiteY3" fmla="*/ 182321 h 996152"/>
                <a:gd name="connsiteX4" fmla="*/ 974785 w 1109996"/>
                <a:gd name="connsiteY4" fmla="*/ 172527 h 996152"/>
                <a:gd name="connsiteX5" fmla="*/ 491706 w 1109996"/>
                <a:gd name="connsiteY5" fmla="*/ 181154 h 996152"/>
                <a:gd name="connsiteX6" fmla="*/ 595223 w 1109996"/>
                <a:gd name="connsiteY6" fmla="*/ 0 h 996152"/>
                <a:gd name="connsiteX7" fmla="*/ 0 w 1109996"/>
                <a:gd name="connsiteY7" fmla="*/ 267418 h 996152"/>
                <a:gd name="connsiteX8" fmla="*/ 0 w 1109996"/>
                <a:gd name="connsiteY8" fmla="*/ 854014 h 996152"/>
                <a:gd name="connsiteX9" fmla="*/ 362309 w 1109996"/>
                <a:gd name="connsiteY9" fmla="*/ 966157 h 996152"/>
                <a:gd name="connsiteX10" fmla="*/ 880164 w 1109996"/>
                <a:gd name="connsiteY10" fmla="*/ 972989 h 996152"/>
                <a:gd name="connsiteX11" fmla="*/ 986692 w 1109996"/>
                <a:gd name="connsiteY11" fmla="*/ 825484 h 996152"/>
                <a:gd name="connsiteX0" fmla="*/ 986692 w 1109996"/>
                <a:gd name="connsiteY0" fmla="*/ 825484 h 996152"/>
                <a:gd name="connsiteX1" fmla="*/ 1027442 w 1109996"/>
                <a:gd name="connsiteY1" fmla="*/ 638668 h 996152"/>
                <a:gd name="connsiteX2" fmla="*/ 1055972 w 1109996"/>
                <a:gd name="connsiteY2" fmla="*/ 407507 h 996152"/>
                <a:gd name="connsiteX3" fmla="*/ 1053006 w 1109996"/>
                <a:gd name="connsiteY3" fmla="*/ 182321 h 996152"/>
                <a:gd name="connsiteX4" fmla="*/ 974785 w 1109996"/>
                <a:gd name="connsiteY4" fmla="*/ 172527 h 996152"/>
                <a:gd name="connsiteX5" fmla="*/ 491706 w 1109996"/>
                <a:gd name="connsiteY5" fmla="*/ 181154 h 996152"/>
                <a:gd name="connsiteX6" fmla="*/ 595223 w 1109996"/>
                <a:gd name="connsiteY6" fmla="*/ 0 h 996152"/>
                <a:gd name="connsiteX7" fmla="*/ 0 w 1109996"/>
                <a:gd name="connsiteY7" fmla="*/ 267418 h 996152"/>
                <a:gd name="connsiteX8" fmla="*/ 0 w 1109996"/>
                <a:gd name="connsiteY8" fmla="*/ 854014 h 996152"/>
                <a:gd name="connsiteX9" fmla="*/ 362309 w 1109996"/>
                <a:gd name="connsiteY9" fmla="*/ 966157 h 996152"/>
                <a:gd name="connsiteX10" fmla="*/ 880164 w 1109996"/>
                <a:gd name="connsiteY10" fmla="*/ 972989 h 996152"/>
                <a:gd name="connsiteX11" fmla="*/ 986692 w 1109996"/>
                <a:gd name="connsiteY11" fmla="*/ 825484 h 996152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95044"/>
                <a:gd name="connsiteX1" fmla="*/ 1027442 w 1109996"/>
                <a:gd name="connsiteY1" fmla="*/ 638668 h 995044"/>
                <a:gd name="connsiteX2" fmla="*/ 1055972 w 1109996"/>
                <a:gd name="connsiteY2" fmla="*/ 407507 h 995044"/>
                <a:gd name="connsiteX3" fmla="*/ 1053006 w 1109996"/>
                <a:gd name="connsiteY3" fmla="*/ 182321 h 995044"/>
                <a:gd name="connsiteX4" fmla="*/ 974785 w 1109996"/>
                <a:gd name="connsiteY4" fmla="*/ 172527 h 995044"/>
                <a:gd name="connsiteX5" fmla="*/ 491706 w 1109996"/>
                <a:gd name="connsiteY5" fmla="*/ 181154 h 995044"/>
                <a:gd name="connsiteX6" fmla="*/ 595223 w 1109996"/>
                <a:gd name="connsiteY6" fmla="*/ 0 h 995044"/>
                <a:gd name="connsiteX7" fmla="*/ 0 w 1109996"/>
                <a:gd name="connsiteY7" fmla="*/ 267418 h 995044"/>
                <a:gd name="connsiteX8" fmla="*/ 0 w 1109996"/>
                <a:gd name="connsiteY8" fmla="*/ 854014 h 995044"/>
                <a:gd name="connsiteX9" fmla="*/ 362309 w 1109996"/>
                <a:gd name="connsiteY9" fmla="*/ 966157 h 995044"/>
                <a:gd name="connsiteX10" fmla="*/ 884927 w 1109996"/>
                <a:gd name="connsiteY10" fmla="*/ 984895 h 995044"/>
                <a:gd name="connsiteX11" fmla="*/ 986692 w 1109996"/>
                <a:gd name="connsiteY11" fmla="*/ 825484 h 995044"/>
                <a:gd name="connsiteX0" fmla="*/ 986692 w 1109996"/>
                <a:gd name="connsiteY0" fmla="*/ 825484 h 995044"/>
                <a:gd name="connsiteX1" fmla="*/ 1027442 w 1109996"/>
                <a:gd name="connsiteY1" fmla="*/ 638668 h 995044"/>
                <a:gd name="connsiteX2" fmla="*/ 1055972 w 1109996"/>
                <a:gd name="connsiteY2" fmla="*/ 407507 h 995044"/>
                <a:gd name="connsiteX3" fmla="*/ 1053006 w 1109996"/>
                <a:gd name="connsiteY3" fmla="*/ 182321 h 995044"/>
                <a:gd name="connsiteX4" fmla="*/ 974785 w 1109996"/>
                <a:gd name="connsiteY4" fmla="*/ 172527 h 995044"/>
                <a:gd name="connsiteX5" fmla="*/ 491706 w 1109996"/>
                <a:gd name="connsiteY5" fmla="*/ 181154 h 995044"/>
                <a:gd name="connsiteX6" fmla="*/ 595223 w 1109996"/>
                <a:gd name="connsiteY6" fmla="*/ 0 h 995044"/>
                <a:gd name="connsiteX7" fmla="*/ 0 w 1109996"/>
                <a:gd name="connsiteY7" fmla="*/ 267418 h 995044"/>
                <a:gd name="connsiteX8" fmla="*/ 0 w 1109996"/>
                <a:gd name="connsiteY8" fmla="*/ 854014 h 995044"/>
                <a:gd name="connsiteX9" fmla="*/ 362309 w 1109996"/>
                <a:gd name="connsiteY9" fmla="*/ 966157 h 995044"/>
                <a:gd name="connsiteX10" fmla="*/ 884927 w 1109996"/>
                <a:gd name="connsiteY10" fmla="*/ 984895 h 995044"/>
                <a:gd name="connsiteX11" fmla="*/ 986692 w 1109996"/>
                <a:gd name="connsiteY11" fmla="*/ 825484 h 995044"/>
                <a:gd name="connsiteX0" fmla="*/ 986692 w 1109996"/>
                <a:gd name="connsiteY0" fmla="*/ 825484 h 988698"/>
                <a:gd name="connsiteX1" fmla="*/ 1027442 w 1109996"/>
                <a:gd name="connsiteY1" fmla="*/ 638668 h 988698"/>
                <a:gd name="connsiteX2" fmla="*/ 1055972 w 1109996"/>
                <a:gd name="connsiteY2" fmla="*/ 407507 h 988698"/>
                <a:gd name="connsiteX3" fmla="*/ 1053006 w 1109996"/>
                <a:gd name="connsiteY3" fmla="*/ 182321 h 988698"/>
                <a:gd name="connsiteX4" fmla="*/ 974785 w 1109996"/>
                <a:gd name="connsiteY4" fmla="*/ 172527 h 988698"/>
                <a:gd name="connsiteX5" fmla="*/ 491706 w 1109996"/>
                <a:gd name="connsiteY5" fmla="*/ 181154 h 988698"/>
                <a:gd name="connsiteX6" fmla="*/ 595223 w 1109996"/>
                <a:gd name="connsiteY6" fmla="*/ 0 h 988698"/>
                <a:gd name="connsiteX7" fmla="*/ 0 w 1109996"/>
                <a:gd name="connsiteY7" fmla="*/ 267418 h 988698"/>
                <a:gd name="connsiteX8" fmla="*/ 0 w 1109996"/>
                <a:gd name="connsiteY8" fmla="*/ 854014 h 988698"/>
                <a:gd name="connsiteX9" fmla="*/ 362309 w 1109996"/>
                <a:gd name="connsiteY9" fmla="*/ 966157 h 988698"/>
                <a:gd name="connsiteX10" fmla="*/ 884927 w 1109996"/>
                <a:gd name="connsiteY10" fmla="*/ 984895 h 988698"/>
                <a:gd name="connsiteX11" fmla="*/ 986692 w 1109996"/>
                <a:gd name="connsiteY11" fmla="*/ 825484 h 988698"/>
                <a:gd name="connsiteX0" fmla="*/ 986692 w 1109996"/>
                <a:gd name="connsiteY0" fmla="*/ 825484 h 988698"/>
                <a:gd name="connsiteX1" fmla="*/ 1027442 w 1109996"/>
                <a:gd name="connsiteY1" fmla="*/ 638668 h 988698"/>
                <a:gd name="connsiteX2" fmla="*/ 1055972 w 1109996"/>
                <a:gd name="connsiteY2" fmla="*/ 407507 h 988698"/>
                <a:gd name="connsiteX3" fmla="*/ 1053006 w 1109996"/>
                <a:gd name="connsiteY3" fmla="*/ 182321 h 988698"/>
                <a:gd name="connsiteX4" fmla="*/ 974785 w 1109996"/>
                <a:gd name="connsiteY4" fmla="*/ 172527 h 988698"/>
                <a:gd name="connsiteX5" fmla="*/ 491706 w 1109996"/>
                <a:gd name="connsiteY5" fmla="*/ 181154 h 988698"/>
                <a:gd name="connsiteX6" fmla="*/ 595223 w 1109996"/>
                <a:gd name="connsiteY6" fmla="*/ 0 h 988698"/>
                <a:gd name="connsiteX7" fmla="*/ 0 w 1109996"/>
                <a:gd name="connsiteY7" fmla="*/ 267418 h 988698"/>
                <a:gd name="connsiteX8" fmla="*/ 0 w 1109996"/>
                <a:gd name="connsiteY8" fmla="*/ 854014 h 988698"/>
                <a:gd name="connsiteX9" fmla="*/ 362309 w 1109996"/>
                <a:gd name="connsiteY9" fmla="*/ 966157 h 988698"/>
                <a:gd name="connsiteX10" fmla="*/ 884927 w 1109996"/>
                <a:gd name="connsiteY10" fmla="*/ 984895 h 988698"/>
                <a:gd name="connsiteX11" fmla="*/ 986692 w 1109996"/>
                <a:gd name="connsiteY11" fmla="*/ 825484 h 98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09996" h="988698">
                  <a:moveTo>
                    <a:pt x="986692" y="825484"/>
                  </a:moveTo>
                  <a:cubicBezTo>
                    <a:pt x="1020437" y="795631"/>
                    <a:pt x="1117840" y="750947"/>
                    <a:pt x="1027442" y="638668"/>
                  </a:cubicBezTo>
                  <a:cubicBezTo>
                    <a:pt x="1094896" y="605270"/>
                    <a:pt x="1129012" y="471861"/>
                    <a:pt x="1055972" y="407507"/>
                  </a:cubicBezTo>
                  <a:cubicBezTo>
                    <a:pt x="1119277" y="346733"/>
                    <a:pt x="1137338" y="257382"/>
                    <a:pt x="1053006" y="182321"/>
                  </a:cubicBezTo>
                  <a:cubicBezTo>
                    <a:pt x="1003120" y="171912"/>
                    <a:pt x="1000859" y="175792"/>
                    <a:pt x="974785" y="172527"/>
                  </a:cubicBezTo>
                  <a:lnTo>
                    <a:pt x="491706" y="181154"/>
                  </a:lnTo>
                  <a:lnTo>
                    <a:pt x="595223" y="0"/>
                  </a:lnTo>
                  <a:cubicBezTo>
                    <a:pt x="276045" y="48883"/>
                    <a:pt x="181155" y="175403"/>
                    <a:pt x="0" y="267418"/>
                  </a:cubicBezTo>
                  <a:lnTo>
                    <a:pt x="0" y="854014"/>
                  </a:lnTo>
                  <a:cubicBezTo>
                    <a:pt x="69011" y="856889"/>
                    <a:pt x="189780" y="946029"/>
                    <a:pt x="362309" y="966157"/>
                  </a:cubicBezTo>
                  <a:cubicBezTo>
                    <a:pt x="516544" y="989955"/>
                    <a:pt x="753082" y="992465"/>
                    <a:pt x="884927" y="984895"/>
                  </a:cubicBezTo>
                  <a:cubicBezTo>
                    <a:pt x="1065985" y="980499"/>
                    <a:pt x="1049459" y="866918"/>
                    <a:pt x="986692" y="825484"/>
                  </a:cubicBezTo>
                  <a:close/>
                </a:path>
              </a:pathLst>
            </a:custGeom>
            <a:solidFill>
              <a:srgbClr val="FDCB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553D76C-C339-4506-A8BF-0B4795CA190A}"/>
                </a:ext>
              </a:extLst>
            </p:cNvPr>
            <p:cNvSpPr/>
            <p:nvPr/>
          </p:nvSpPr>
          <p:spPr>
            <a:xfrm>
              <a:off x="3814713" y="3815354"/>
              <a:ext cx="869334" cy="68198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01FE1FC-B7C6-4C66-8E92-FE86A9472AF7}"/>
                </a:ext>
              </a:extLst>
            </p:cNvPr>
            <p:cNvSpPr/>
            <p:nvPr/>
          </p:nvSpPr>
          <p:spPr>
            <a:xfrm>
              <a:off x="4684047" y="3846746"/>
              <a:ext cx="266155" cy="5444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  <p:pic>
          <p:nvPicPr>
            <p:cNvPr id="72" name="Graphic 71" descr="Checkmark">
              <a:extLst>
                <a:ext uri="{FF2B5EF4-FFF2-40B4-BE49-F238E27FC236}">
                  <a16:creationId xmlns:a16="http://schemas.microsoft.com/office/drawing/2014/main" id="{FCEB4640-003F-48A1-B639-0558AD7D2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47294" y="2602707"/>
              <a:ext cx="650632" cy="650632"/>
            </a:xfrm>
            <a:prstGeom prst="rect">
              <a:avLst/>
            </a:prstGeom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60F0F9E-1AEC-496E-A2C0-AF1616B0B3D8}"/>
              </a:ext>
            </a:extLst>
          </p:cNvPr>
          <p:cNvGrpSpPr/>
          <p:nvPr/>
        </p:nvGrpSpPr>
        <p:grpSpPr>
          <a:xfrm>
            <a:off x="12970022" y="2951523"/>
            <a:ext cx="2497224" cy="2054565"/>
            <a:chOff x="5878777" y="3816475"/>
            <a:chExt cx="2497224" cy="2054565"/>
          </a:xfrm>
        </p:grpSpPr>
        <p:sp>
          <p:nvSpPr>
            <p:cNvPr id="80" name="Rectangle 18">
              <a:extLst>
                <a:ext uri="{FF2B5EF4-FFF2-40B4-BE49-F238E27FC236}">
                  <a16:creationId xmlns:a16="http://schemas.microsoft.com/office/drawing/2014/main" id="{F57DB524-AC34-4456-9DD6-878D7B962636}"/>
                </a:ext>
              </a:extLst>
            </p:cNvPr>
            <p:cNvSpPr/>
            <p:nvPr/>
          </p:nvSpPr>
          <p:spPr>
            <a:xfrm rot="12600000">
              <a:off x="5925702" y="4224610"/>
              <a:ext cx="933675" cy="1646430"/>
            </a:xfrm>
            <a:custGeom>
              <a:avLst/>
              <a:gdLst/>
              <a:ahLst/>
              <a:cxnLst/>
              <a:rect l="l" t="t" r="r" b="b"/>
              <a:pathLst>
                <a:path w="864239" h="1523986">
                  <a:moveTo>
                    <a:pt x="594436" y="1523986"/>
                  </a:moveTo>
                  <a:lnTo>
                    <a:pt x="314179" y="1523986"/>
                  </a:lnTo>
                  <a:lnTo>
                    <a:pt x="314179" y="847162"/>
                  </a:lnTo>
                  <a:cubicBezTo>
                    <a:pt x="209744" y="818094"/>
                    <a:pt x="116437" y="749439"/>
                    <a:pt x="57955" y="648144"/>
                  </a:cubicBezTo>
                  <a:cubicBezTo>
                    <a:pt x="-61352" y="441498"/>
                    <a:pt x="9449" y="177262"/>
                    <a:pt x="216095" y="57955"/>
                  </a:cubicBezTo>
                  <a:cubicBezTo>
                    <a:pt x="422741" y="-61352"/>
                    <a:pt x="686977" y="9450"/>
                    <a:pt x="806284" y="216096"/>
                  </a:cubicBezTo>
                  <a:cubicBezTo>
                    <a:pt x="925591" y="422742"/>
                    <a:pt x="854789" y="686978"/>
                    <a:pt x="648143" y="806285"/>
                  </a:cubicBezTo>
                  <a:lnTo>
                    <a:pt x="594435" y="830471"/>
                  </a:lnTo>
                  <a:close/>
                </a:path>
              </a:pathLst>
            </a:custGeom>
            <a:solidFill>
              <a:schemeClr val="bg1"/>
            </a:solidFill>
            <a:ln w="25400"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81" name="Multiply 14">
              <a:extLst>
                <a:ext uri="{FF2B5EF4-FFF2-40B4-BE49-F238E27FC236}">
                  <a16:creationId xmlns:a16="http://schemas.microsoft.com/office/drawing/2014/main" id="{37B708F4-FE29-4D5D-A5E8-B828B71846D5}"/>
                </a:ext>
              </a:extLst>
            </p:cNvPr>
            <p:cNvSpPr/>
            <p:nvPr/>
          </p:nvSpPr>
          <p:spPr>
            <a:xfrm>
              <a:off x="5878777" y="5027728"/>
              <a:ext cx="662983" cy="662983"/>
            </a:xfrm>
            <a:prstGeom prst="mathMultiply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82" name="Freeform 19">
              <a:extLst>
                <a:ext uri="{FF2B5EF4-FFF2-40B4-BE49-F238E27FC236}">
                  <a16:creationId xmlns:a16="http://schemas.microsoft.com/office/drawing/2014/main" id="{69EB772A-EEAA-4303-892D-1C2B598AC2A5}"/>
                </a:ext>
              </a:extLst>
            </p:cNvPr>
            <p:cNvSpPr/>
            <p:nvPr/>
          </p:nvSpPr>
          <p:spPr>
            <a:xfrm rot="10800000">
              <a:off x="6397896" y="3816475"/>
              <a:ext cx="843909" cy="869313"/>
            </a:xfrm>
            <a:custGeom>
              <a:avLst/>
              <a:gdLst>
                <a:gd name="connsiteX0" fmla="*/ 543464 w 1086928"/>
                <a:gd name="connsiteY0" fmla="*/ 0 h 1000664"/>
                <a:gd name="connsiteX1" fmla="*/ 0 w 1086928"/>
                <a:gd name="connsiteY1" fmla="*/ 276045 h 1000664"/>
                <a:gd name="connsiteX2" fmla="*/ 0 w 1086928"/>
                <a:gd name="connsiteY2" fmla="*/ 862641 h 1000664"/>
                <a:gd name="connsiteX3" fmla="*/ 362309 w 1086928"/>
                <a:gd name="connsiteY3" fmla="*/ 974784 h 1000664"/>
                <a:gd name="connsiteX4" fmla="*/ 923026 w 1086928"/>
                <a:gd name="connsiteY4" fmla="*/ 1000664 h 1000664"/>
                <a:gd name="connsiteX5" fmla="*/ 974785 w 1086928"/>
                <a:gd name="connsiteY5" fmla="*/ 793630 h 1000664"/>
                <a:gd name="connsiteX6" fmla="*/ 1017917 w 1086928"/>
                <a:gd name="connsiteY6" fmla="*/ 621101 h 1000664"/>
                <a:gd name="connsiteX7" fmla="*/ 1086928 w 1086928"/>
                <a:gd name="connsiteY7" fmla="*/ 439947 h 1000664"/>
                <a:gd name="connsiteX8" fmla="*/ 1069675 w 1086928"/>
                <a:gd name="connsiteY8" fmla="*/ 224286 h 1000664"/>
                <a:gd name="connsiteX9" fmla="*/ 974785 w 1086928"/>
                <a:gd name="connsiteY9" fmla="*/ 181154 h 1000664"/>
                <a:gd name="connsiteX10" fmla="*/ 491706 w 1086928"/>
                <a:gd name="connsiteY10" fmla="*/ 189781 h 1000664"/>
                <a:gd name="connsiteX11" fmla="*/ 543464 w 1086928"/>
                <a:gd name="connsiteY11" fmla="*/ 0 h 1000664"/>
                <a:gd name="connsiteX0" fmla="*/ 543464 w 1086928"/>
                <a:gd name="connsiteY0" fmla="*/ 0 h 1000664"/>
                <a:gd name="connsiteX1" fmla="*/ 0 w 1086928"/>
                <a:gd name="connsiteY1" fmla="*/ 276045 h 1000664"/>
                <a:gd name="connsiteX2" fmla="*/ 0 w 1086928"/>
                <a:gd name="connsiteY2" fmla="*/ 862641 h 1000664"/>
                <a:gd name="connsiteX3" fmla="*/ 362309 w 1086928"/>
                <a:gd name="connsiteY3" fmla="*/ 974784 h 1000664"/>
                <a:gd name="connsiteX4" fmla="*/ 923026 w 1086928"/>
                <a:gd name="connsiteY4" fmla="*/ 1000664 h 1000664"/>
                <a:gd name="connsiteX5" fmla="*/ 974785 w 1086928"/>
                <a:gd name="connsiteY5" fmla="*/ 793630 h 1000664"/>
                <a:gd name="connsiteX6" fmla="*/ 1017917 w 1086928"/>
                <a:gd name="connsiteY6" fmla="*/ 621101 h 1000664"/>
                <a:gd name="connsiteX7" fmla="*/ 1086928 w 1086928"/>
                <a:gd name="connsiteY7" fmla="*/ 439947 h 1000664"/>
                <a:gd name="connsiteX8" fmla="*/ 1069675 w 1086928"/>
                <a:gd name="connsiteY8" fmla="*/ 224286 h 1000664"/>
                <a:gd name="connsiteX9" fmla="*/ 974785 w 1086928"/>
                <a:gd name="connsiteY9" fmla="*/ 181154 h 1000664"/>
                <a:gd name="connsiteX10" fmla="*/ 491706 w 1086928"/>
                <a:gd name="connsiteY10" fmla="*/ 189781 h 1000664"/>
                <a:gd name="connsiteX11" fmla="*/ 543464 w 1086928"/>
                <a:gd name="connsiteY11" fmla="*/ 0 h 1000664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980502"/>
                <a:gd name="connsiteX1" fmla="*/ 0 w 1086928"/>
                <a:gd name="connsiteY1" fmla="*/ 267418 h 980502"/>
                <a:gd name="connsiteX2" fmla="*/ 0 w 1086928"/>
                <a:gd name="connsiteY2" fmla="*/ 854014 h 980502"/>
                <a:gd name="connsiteX3" fmla="*/ 362309 w 1086928"/>
                <a:gd name="connsiteY3" fmla="*/ 966157 h 980502"/>
                <a:gd name="connsiteX4" fmla="*/ 934932 w 1086928"/>
                <a:gd name="connsiteY4" fmla="*/ 946794 h 980502"/>
                <a:gd name="connsiteX5" fmla="*/ 974785 w 1086928"/>
                <a:gd name="connsiteY5" fmla="*/ 785003 h 980502"/>
                <a:gd name="connsiteX6" fmla="*/ 1017917 w 1086928"/>
                <a:gd name="connsiteY6" fmla="*/ 612474 h 980502"/>
                <a:gd name="connsiteX7" fmla="*/ 1086928 w 1086928"/>
                <a:gd name="connsiteY7" fmla="*/ 431320 h 980502"/>
                <a:gd name="connsiteX8" fmla="*/ 1069675 w 1086928"/>
                <a:gd name="connsiteY8" fmla="*/ 215659 h 980502"/>
                <a:gd name="connsiteX9" fmla="*/ 974785 w 1086928"/>
                <a:gd name="connsiteY9" fmla="*/ 172527 h 980502"/>
                <a:gd name="connsiteX10" fmla="*/ 491706 w 1086928"/>
                <a:gd name="connsiteY10" fmla="*/ 181154 h 980502"/>
                <a:gd name="connsiteX11" fmla="*/ 595223 w 1086928"/>
                <a:gd name="connsiteY11" fmla="*/ 0 h 980502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74785 w 1086928"/>
                <a:gd name="connsiteY5" fmla="*/ 785003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74785 w 1086928"/>
                <a:gd name="connsiteY5" fmla="*/ 785003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81929 w 1086928"/>
                <a:gd name="connsiteY5" fmla="*/ 820721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925407 w 1086928"/>
                <a:gd name="connsiteY0" fmla="*/ 996801 h 1088241"/>
                <a:gd name="connsiteX1" fmla="*/ 981929 w 1086928"/>
                <a:gd name="connsiteY1" fmla="*/ 820721 h 1088241"/>
                <a:gd name="connsiteX2" fmla="*/ 1017917 w 1086928"/>
                <a:gd name="connsiteY2" fmla="*/ 612474 h 1088241"/>
                <a:gd name="connsiteX3" fmla="*/ 1086928 w 1086928"/>
                <a:gd name="connsiteY3" fmla="*/ 431320 h 1088241"/>
                <a:gd name="connsiteX4" fmla="*/ 1069675 w 1086928"/>
                <a:gd name="connsiteY4" fmla="*/ 215659 h 1088241"/>
                <a:gd name="connsiteX5" fmla="*/ 974785 w 1086928"/>
                <a:gd name="connsiteY5" fmla="*/ 172527 h 1088241"/>
                <a:gd name="connsiteX6" fmla="*/ 491706 w 1086928"/>
                <a:gd name="connsiteY6" fmla="*/ 181154 h 1088241"/>
                <a:gd name="connsiteX7" fmla="*/ 595223 w 1086928"/>
                <a:gd name="connsiteY7" fmla="*/ 0 h 1088241"/>
                <a:gd name="connsiteX8" fmla="*/ 0 w 1086928"/>
                <a:gd name="connsiteY8" fmla="*/ 267418 h 1088241"/>
                <a:gd name="connsiteX9" fmla="*/ 0 w 1086928"/>
                <a:gd name="connsiteY9" fmla="*/ 854014 h 1088241"/>
                <a:gd name="connsiteX10" fmla="*/ 362309 w 1086928"/>
                <a:gd name="connsiteY10" fmla="*/ 966157 h 1088241"/>
                <a:gd name="connsiteX11" fmla="*/ 1016847 w 1086928"/>
                <a:gd name="connsiteY11" fmla="*/ 1088241 h 1088241"/>
                <a:gd name="connsiteX0" fmla="*/ 925407 w 1086928"/>
                <a:gd name="connsiteY0" fmla="*/ 996801 h 1088241"/>
                <a:gd name="connsiteX1" fmla="*/ 981929 w 1086928"/>
                <a:gd name="connsiteY1" fmla="*/ 820721 h 1088241"/>
                <a:gd name="connsiteX2" fmla="*/ 1017917 w 1086928"/>
                <a:gd name="connsiteY2" fmla="*/ 612474 h 1088241"/>
                <a:gd name="connsiteX3" fmla="*/ 1086928 w 1086928"/>
                <a:gd name="connsiteY3" fmla="*/ 431320 h 1088241"/>
                <a:gd name="connsiteX4" fmla="*/ 1069675 w 1086928"/>
                <a:gd name="connsiteY4" fmla="*/ 215659 h 1088241"/>
                <a:gd name="connsiteX5" fmla="*/ 974785 w 1086928"/>
                <a:gd name="connsiteY5" fmla="*/ 172527 h 1088241"/>
                <a:gd name="connsiteX6" fmla="*/ 491706 w 1086928"/>
                <a:gd name="connsiteY6" fmla="*/ 181154 h 1088241"/>
                <a:gd name="connsiteX7" fmla="*/ 595223 w 1086928"/>
                <a:gd name="connsiteY7" fmla="*/ 0 h 1088241"/>
                <a:gd name="connsiteX8" fmla="*/ 0 w 1086928"/>
                <a:gd name="connsiteY8" fmla="*/ 267418 h 1088241"/>
                <a:gd name="connsiteX9" fmla="*/ 0 w 1086928"/>
                <a:gd name="connsiteY9" fmla="*/ 854014 h 1088241"/>
                <a:gd name="connsiteX10" fmla="*/ 362309 w 1086928"/>
                <a:gd name="connsiteY10" fmla="*/ 966157 h 1088241"/>
                <a:gd name="connsiteX11" fmla="*/ 1016847 w 1086928"/>
                <a:gd name="connsiteY11" fmla="*/ 1088241 h 108824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11" fmla="*/ 925407 w 1086928"/>
                <a:gd name="connsiteY11" fmla="*/ 996801 h 996801"/>
                <a:gd name="connsiteX0" fmla="*/ 925407 w 1086928"/>
                <a:gd name="connsiteY0" fmla="*/ 996801 h 1038224"/>
                <a:gd name="connsiteX1" fmla="*/ 981929 w 1086928"/>
                <a:gd name="connsiteY1" fmla="*/ 820721 h 1038224"/>
                <a:gd name="connsiteX2" fmla="*/ 1017917 w 1086928"/>
                <a:gd name="connsiteY2" fmla="*/ 612474 h 1038224"/>
                <a:gd name="connsiteX3" fmla="*/ 1086928 w 1086928"/>
                <a:gd name="connsiteY3" fmla="*/ 431320 h 1038224"/>
                <a:gd name="connsiteX4" fmla="*/ 1069675 w 1086928"/>
                <a:gd name="connsiteY4" fmla="*/ 215659 h 1038224"/>
                <a:gd name="connsiteX5" fmla="*/ 974785 w 1086928"/>
                <a:gd name="connsiteY5" fmla="*/ 172527 h 1038224"/>
                <a:gd name="connsiteX6" fmla="*/ 491706 w 1086928"/>
                <a:gd name="connsiteY6" fmla="*/ 181154 h 1038224"/>
                <a:gd name="connsiteX7" fmla="*/ 595223 w 1086928"/>
                <a:gd name="connsiteY7" fmla="*/ 0 h 1038224"/>
                <a:gd name="connsiteX8" fmla="*/ 0 w 1086928"/>
                <a:gd name="connsiteY8" fmla="*/ 267418 h 1038224"/>
                <a:gd name="connsiteX9" fmla="*/ 0 w 1086928"/>
                <a:gd name="connsiteY9" fmla="*/ 854014 h 1038224"/>
                <a:gd name="connsiteX10" fmla="*/ 362309 w 1086928"/>
                <a:gd name="connsiteY10" fmla="*/ 966157 h 1038224"/>
                <a:gd name="connsiteX11" fmla="*/ 743220 w 1086928"/>
                <a:gd name="connsiteY11" fmla="*/ 1038224 h 1038224"/>
                <a:gd name="connsiteX12" fmla="*/ 925407 w 1086928"/>
                <a:gd name="connsiteY12" fmla="*/ 996801 h 1038224"/>
                <a:gd name="connsiteX0" fmla="*/ 925407 w 1086928"/>
                <a:gd name="connsiteY0" fmla="*/ 996801 h 1038224"/>
                <a:gd name="connsiteX1" fmla="*/ 981929 w 1086928"/>
                <a:gd name="connsiteY1" fmla="*/ 820721 h 1038224"/>
                <a:gd name="connsiteX2" fmla="*/ 1017917 w 1086928"/>
                <a:gd name="connsiteY2" fmla="*/ 612474 h 1038224"/>
                <a:gd name="connsiteX3" fmla="*/ 1086928 w 1086928"/>
                <a:gd name="connsiteY3" fmla="*/ 431320 h 1038224"/>
                <a:gd name="connsiteX4" fmla="*/ 1069675 w 1086928"/>
                <a:gd name="connsiteY4" fmla="*/ 215659 h 1038224"/>
                <a:gd name="connsiteX5" fmla="*/ 974785 w 1086928"/>
                <a:gd name="connsiteY5" fmla="*/ 172527 h 1038224"/>
                <a:gd name="connsiteX6" fmla="*/ 491706 w 1086928"/>
                <a:gd name="connsiteY6" fmla="*/ 181154 h 1038224"/>
                <a:gd name="connsiteX7" fmla="*/ 595223 w 1086928"/>
                <a:gd name="connsiteY7" fmla="*/ 0 h 1038224"/>
                <a:gd name="connsiteX8" fmla="*/ 0 w 1086928"/>
                <a:gd name="connsiteY8" fmla="*/ 267418 h 1038224"/>
                <a:gd name="connsiteX9" fmla="*/ 0 w 1086928"/>
                <a:gd name="connsiteY9" fmla="*/ 854014 h 1038224"/>
                <a:gd name="connsiteX10" fmla="*/ 362309 w 1086928"/>
                <a:gd name="connsiteY10" fmla="*/ 966157 h 1038224"/>
                <a:gd name="connsiteX11" fmla="*/ 743220 w 1086928"/>
                <a:gd name="connsiteY11" fmla="*/ 1038224 h 1038224"/>
                <a:gd name="connsiteX12" fmla="*/ 925407 w 1086928"/>
                <a:gd name="connsiteY12" fmla="*/ 996801 h 1038224"/>
                <a:gd name="connsiteX0" fmla="*/ 925407 w 1086928"/>
                <a:gd name="connsiteY0" fmla="*/ 996801 h 1005589"/>
                <a:gd name="connsiteX1" fmla="*/ 981929 w 1086928"/>
                <a:gd name="connsiteY1" fmla="*/ 820721 h 1005589"/>
                <a:gd name="connsiteX2" fmla="*/ 1017917 w 1086928"/>
                <a:gd name="connsiteY2" fmla="*/ 612474 h 1005589"/>
                <a:gd name="connsiteX3" fmla="*/ 1086928 w 1086928"/>
                <a:gd name="connsiteY3" fmla="*/ 431320 h 1005589"/>
                <a:gd name="connsiteX4" fmla="*/ 1069675 w 1086928"/>
                <a:gd name="connsiteY4" fmla="*/ 215659 h 1005589"/>
                <a:gd name="connsiteX5" fmla="*/ 974785 w 1086928"/>
                <a:gd name="connsiteY5" fmla="*/ 172527 h 1005589"/>
                <a:gd name="connsiteX6" fmla="*/ 491706 w 1086928"/>
                <a:gd name="connsiteY6" fmla="*/ 181154 h 1005589"/>
                <a:gd name="connsiteX7" fmla="*/ 595223 w 1086928"/>
                <a:gd name="connsiteY7" fmla="*/ 0 h 1005589"/>
                <a:gd name="connsiteX8" fmla="*/ 0 w 1086928"/>
                <a:gd name="connsiteY8" fmla="*/ 267418 h 1005589"/>
                <a:gd name="connsiteX9" fmla="*/ 0 w 1086928"/>
                <a:gd name="connsiteY9" fmla="*/ 854014 h 1005589"/>
                <a:gd name="connsiteX10" fmla="*/ 362309 w 1086928"/>
                <a:gd name="connsiteY10" fmla="*/ 966157 h 1005589"/>
                <a:gd name="connsiteX11" fmla="*/ 925407 w 1086928"/>
                <a:gd name="connsiteY11" fmla="*/ 996801 h 1005589"/>
                <a:gd name="connsiteX0" fmla="*/ 925407 w 1086928"/>
                <a:gd name="connsiteY0" fmla="*/ 996801 h 1013821"/>
                <a:gd name="connsiteX1" fmla="*/ 981929 w 1086928"/>
                <a:gd name="connsiteY1" fmla="*/ 820721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81929 w 1086928"/>
                <a:gd name="connsiteY1" fmla="*/ 820721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91454 w 1086928"/>
                <a:gd name="connsiteY1" fmla="*/ 823103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91454 w 1086928"/>
                <a:gd name="connsiteY1" fmla="*/ 823103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12" fmla="*/ 991454 w 1086928"/>
                <a:gd name="connsiteY12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12" fmla="*/ 991454 w 1086928"/>
                <a:gd name="connsiteY12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27442 w 1086928"/>
                <a:gd name="connsiteY1" fmla="*/ 638668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27442 w 1086928"/>
                <a:gd name="connsiteY1" fmla="*/ 638668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69675"/>
                <a:gd name="connsiteY0" fmla="*/ 825484 h 1013821"/>
                <a:gd name="connsiteX1" fmla="*/ 1027442 w 1069675"/>
                <a:gd name="connsiteY1" fmla="*/ 638668 h 1013821"/>
                <a:gd name="connsiteX2" fmla="*/ 1051209 w 1069675"/>
                <a:gd name="connsiteY2" fmla="*/ 447988 h 1013821"/>
                <a:gd name="connsiteX3" fmla="*/ 1069675 w 1069675"/>
                <a:gd name="connsiteY3" fmla="*/ 215659 h 1013821"/>
                <a:gd name="connsiteX4" fmla="*/ 974785 w 1069675"/>
                <a:gd name="connsiteY4" fmla="*/ 172527 h 1013821"/>
                <a:gd name="connsiteX5" fmla="*/ 491706 w 1069675"/>
                <a:gd name="connsiteY5" fmla="*/ 181154 h 1013821"/>
                <a:gd name="connsiteX6" fmla="*/ 595223 w 1069675"/>
                <a:gd name="connsiteY6" fmla="*/ 0 h 1013821"/>
                <a:gd name="connsiteX7" fmla="*/ 0 w 1069675"/>
                <a:gd name="connsiteY7" fmla="*/ 267418 h 1013821"/>
                <a:gd name="connsiteX8" fmla="*/ 0 w 1069675"/>
                <a:gd name="connsiteY8" fmla="*/ 854014 h 1013821"/>
                <a:gd name="connsiteX9" fmla="*/ 362309 w 1069675"/>
                <a:gd name="connsiteY9" fmla="*/ 966157 h 1013821"/>
                <a:gd name="connsiteX10" fmla="*/ 925407 w 1069675"/>
                <a:gd name="connsiteY10" fmla="*/ 996801 h 1013821"/>
                <a:gd name="connsiteX11" fmla="*/ 977167 w 1069675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53006 w 1083772"/>
                <a:gd name="connsiteY3" fmla="*/ 182321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107851"/>
                <a:gd name="connsiteY0" fmla="*/ 825484 h 1013821"/>
                <a:gd name="connsiteX1" fmla="*/ 1027442 w 1107851"/>
                <a:gd name="connsiteY1" fmla="*/ 638668 h 1013821"/>
                <a:gd name="connsiteX2" fmla="*/ 1051209 w 1107851"/>
                <a:gd name="connsiteY2" fmla="*/ 447988 h 1013821"/>
                <a:gd name="connsiteX3" fmla="*/ 1053006 w 1107851"/>
                <a:gd name="connsiteY3" fmla="*/ 182321 h 1013821"/>
                <a:gd name="connsiteX4" fmla="*/ 974785 w 1107851"/>
                <a:gd name="connsiteY4" fmla="*/ 172527 h 1013821"/>
                <a:gd name="connsiteX5" fmla="*/ 491706 w 1107851"/>
                <a:gd name="connsiteY5" fmla="*/ 181154 h 1013821"/>
                <a:gd name="connsiteX6" fmla="*/ 595223 w 1107851"/>
                <a:gd name="connsiteY6" fmla="*/ 0 h 1013821"/>
                <a:gd name="connsiteX7" fmla="*/ 0 w 1107851"/>
                <a:gd name="connsiteY7" fmla="*/ 267418 h 1013821"/>
                <a:gd name="connsiteX8" fmla="*/ 0 w 1107851"/>
                <a:gd name="connsiteY8" fmla="*/ 854014 h 1013821"/>
                <a:gd name="connsiteX9" fmla="*/ 362309 w 1107851"/>
                <a:gd name="connsiteY9" fmla="*/ 966157 h 1013821"/>
                <a:gd name="connsiteX10" fmla="*/ 925407 w 1107851"/>
                <a:gd name="connsiteY10" fmla="*/ 996801 h 1013821"/>
                <a:gd name="connsiteX11" fmla="*/ 977167 w 1107851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86692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86692 w 1109996"/>
                <a:gd name="connsiteY11" fmla="*/ 825484 h 1013821"/>
                <a:gd name="connsiteX0" fmla="*/ 986692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86692 w 1109996"/>
                <a:gd name="connsiteY11" fmla="*/ 825484 h 1013821"/>
                <a:gd name="connsiteX0" fmla="*/ 986692 w 1109996"/>
                <a:gd name="connsiteY0" fmla="*/ 825484 h 996152"/>
                <a:gd name="connsiteX1" fmla="*/ 1027442 w 1109996"/>
                <a:gd name="connsiteY1" fmla="*/ 638668 h 996152"/>
                <a:gd name="connsiteX2" fmla="*/ 1055972 w 1109996"/>
                <a:gd name="connsiteY2" fmla="*/ 407507 h 996152"/>
                <a:gd name="connsiteX3" fmla="*/ 1053006 w 1109996"/>
                <a:gd name="connsiteY3" fmla="*/ 182321 h 996152"/>
                <a:gd name="connsiteX4" fmla="*/ 974785 w 1109996"/>
                <a:gd name="connsiteY4" fmla="*/ 172527 h 996152"/>
                <a:gd name="connsiteX5" fmla="*/ 491706 w 1109996"/>
                <a:gd name="connsiteY5" fmla="*/ 181154 h 996152"/>
                <a:gd name="connsiteX6" fmla="*/ 595223 w 1109996"/>
                <a:gd name="connsiteY6" fmla="*/ 0 h 996152"/>
                <a:gd name="connsiteX7" fmla="*/ 0 w 1109996"/>
                <a:gd name="connsiteY7" fmla="*/ 267418 h 996152"/>
                <a:gd name="connsiteX8" fmla="*/ 0 w 1109996"/>
                <a:gd name="connsiteY8" fmla="*/ 854014 h 996152"/>
                <a:gd name="connsiteX9" fmla="*/ 362309 w 1109996"/>
                <a:gd name="connsiteY9" fmla="*/ 966157 h 996152"/>
                <a:gd name="connsiteX10" fmla="*/ 880164 w 1109996"/>
                <a:gd name="connsiteY10" fmla="*/ 972989 h 996152"/>
                <a:gd name="connsiteX11" fmla="*/ 986692 w 1109996"/>
                <a:gd name="connsiteY11" fmla="*/ 825484 h 996152"/>
                <a:gd name="connsiteX0" fmla="*/ 986692 w 1109996"/>
                <a:gd name="connsiteY0" fmla="*/ 825484 h 996152"/>
                <a:gd name="connsiteX1" fmla="*/ 1027442 w 1109996"/>
                <a:gd name="connsiteY1" fmla="*/ 638668 h 996152"/>
                <a:gd name="connsiteX2" fmla="*/ 1055972 w 1109996"/>
                <a:gd name="connsiteY2" fmla="*/ 407507 h 996152"/>
                <a:gd name="connsiteX3" fmla="*/ 1053006 w 1109996"/>
                <a:gd name="connsiteY3" fmla="*/ 182321 h 996152"/>
                <a:gd name="connsiteX4" fmla="*/ 974785 w 1109996"/>
                <a:gd name="connsiteY4" fmla="*/ 172527 h 996152"/>
                <a:gd name="connsiteX5" fmla="*/ 491706 w 1109996"/>
                <a:gd name="connsiteY5" fmla="*/ 181154 h 996152"/>
                <a:gd name="connsiteX6" fmla="*/ 595223 w 1109996"/>
                <a:gd name="connsiteY6" fmla="*/ 0 h 996152"/>
                <a:gd name="connsiteX7" fmla="*/ 0 w 1109996"/>
                <a:gd name="connsiteY7" fmla="*/ 267418 h 996152"/>
                <a:gd name="connsiteX8" fmla="*/ 0 w 1109996"/>
                <a:gd name="connsiteY8" fmla="*/ 854014 h 996152"/>
                <a:gd name="connsiteX9" fmla="*/ 362309 w 1109996"/>
                <a:gd name="connsiteY9" fmla="*/ 966157 h 996152"/>
                <a:gd name="connsiteX10" fmla="*/ 880164 w 1109996"/>
                <a:gd name="connsiteY10" fmla="*/ 972989 h 996152"/>
                <a:gd name="connsiteX11" fmla="*/ 986692 w 1109996"/>
                <a:gd name="connsiteY11" fmla="*/ 825484 h 996152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95044"/>
                <a:gd name="connsiteX1" fmla="*/ 1027442 w 1109996"/>
                <a:gd name="connsiteY1" fmla="*/ 638668 h 995044"/>
                <a:gd name="connsiteX2" fmla="*/ 1055972 w 1109996"/>
                <a:gd name="connsiteY2" fmla="*/ 407507 h 995044"/>
                <a:gd name="connsiteX3" fmla="*/ 1053006 w 1109996"/>
                <a:gd name="connsiteY3" fmla="*/ 182321 h 995044"/>
                <a:gd name="connsiteX4" fmla="*/ 974785 w 1109996"/>
                <a:gd name="connsiteY4" fmla="*/ 172527 h 995044"/>
                <a:gd name="connsiteX5" fmla="*/ 491706 w 1109996"/>
                <a:gd name="connsiteY5" fmla="*/ 181154 h 995044"/>
                <a:gd name="connsiteX6" fmla="*/ 595223 w 1109996"/>
                <a:gd name="connsiteY6" fmla="*/ 0 h 995044"/>
                <a:gd name="connsiteX7" fmla="*/ 0 w 1109996"/>
                <a:gd name="connsiteY7" fmla="*/ 267418 h 995044"/>
                <a:gd name="connsiteX8" fmla="*/ 0 w 1109996"/>
                <a:gd name="connsiteY8" fmla="*/ 854014 h 995044"/>
                <a:gd name="connsiteX9" fmla="*/ 362309 w 1109996"/>
                <a:gd name="connsiteY9" fmla="*/ 966157 h 995044"/>
                <a:gd name="connsiteX10" fmla="*/ 884927 w 1109996"/>
                <a:gd name="connsiteY10" fmla="*/ 984895 h 995044"/>
                <a:gd name="connsiteX11" fmla="*/ 986692 w 1109996"/>
                <a:gd name="connsiteY11" fmla="*/ 825484 h 995044"/>
                <a:gd name="connsiteX0" fmla="*/ 986692 w 1109996"/>
                <a:gd name="connsiteY0" fmla="*/ 825484 h 995044"/>
                <a:gd name="connsiteX1" fmla="*/ 1027442 w 1109996"/>
                <a:gd name="connsiteY1" fmla="*/ 638668 h 995044"/>
                <a:gd name="connsiteX2" fmla="*/ 1055972 w 1109996"/>
                <a:gd name="connsiteY2" fmla="*/ 407507 h 995044"/>
                <a:gd name="connsiteX3" fmla="*/ 1053006 w 1109996"/>
                <a:gd name="connsiteY3" fmla="*/ 182321 h 995044"/>
                <a:gd name="connsiteX4" fmla="*/ 974785 w 1109996"/>
                <a:gd name="connsiteY4" fmla="*/ 172527 h 995044"/>
                <a:gd name="connsiteX5" fmla="*/ 491706 w 1109996"/>
                <a:gd name="connsiteY5" fmla="*/ 181154 h 995044"/>
                <a:gd name="connsiteX6" fmla="*/ 595223 w 1109996"/>
                <a:gd name="connsiteY6" fmla="*/ 0 h 995044"/>
                <a:gd name="connsiteX7" fmla="*/ 0 w 1109996"/>
                <a:gd name="connsiteY7" fmla="*/ 267418 h 995044"/>
                <a:gd name="connsiteX8" fmla="*/ 0 w 1109996"/>
                <a:gd name="connsiteY8" fmla="*/ 854014 h 995044"/>
                <a:gd name="connsiteX9" fmla="*/ 362309 w 1109996"/>
                <a:gd name="connsiteY9" fmla="*/ 966157 h 995044"/>
                <a:gd name="connsiteX10" fmla="*/ 884927 w 1109996"/>
                <a:gd name="connsiteY10" fmla="*/ 984895 h 995044"/>
                <a:gd name="connsiteX11" fmla="*/ 986692 w 1109996"/>
                <a:gd name="connsiteY11" fmla="*/ 825484 h 995044"/>
                <a:gd name="connsiteX0" fmla="*/ 986692 w 1109996"/>
                <a:gd name="connsiteY0" fmla="*/ 825484 h 988698"/>
                <a:gd name="connsiteX1" fmla="*/ 1027442 w 1109996"/>
                <a:gd name="connsiteY1" fmla="*/ 638668 h 988698"/>
                <a:gd name="connsiteX2" fmla="*/ 1055972 w 1109996"/>
                <a:gd name="connsiteY2" fmla="*/ 407507 h 988698"/>
                <a:gd name="connsiteX3" fmla="*/ 1053006 w 1109996"/>
                <a:gd name="connsiteY3" fmla="*/ 182321 h 988698"/>
                <a:gd name="connsiteX4" fmla="*/ 974785 w 1109996"/>
                <a:gd name="connsiteY4" fmla="*/ 172527 h 988698"/>
                <a:gd name="connsiteX5" fmla="*/ 491706 w 1109996"/>
                <a:gd name="connsiteY5" fmla="*/ 181154 h 988698"/>
                <a:gd name="connsiteX6" fmla="*/ 595223 w 1109996"/>
                <a:gd name="connsiteY6" fmla="*/ 0 h 988698"/>
                <a:gd name="connsiteX7" fmla="*/ 0 w 1109996"/>
                <a:gd name="connsiteY7" fmla="*/ 267418 h 988698"/>
                <a:gd name="connsiteX8" fmla="*/ 0 w 1109996"/>
                <a:gd name="connsiteY8" fmla="*/ 854014 h 988698"/>
                <a:gd name="connsiteX9" fmla="*/ 362309 w 1109996"/>
                <a:gd name="connsiteY9" fmla="*/ 966157 h 988698"/>
                <a:gd name="connsiteX10" fmla="*/ 884927 w 1109996"/>
                <a:gd name="connsiteY10" fmla="*/ 984895 h 988698"/>
                <a:gd name="connsiteX11" fmla="*/ 986692 w 1109996"/>
                <a:gd name="connsiteY11" fmla="*/ 825484 h 988698"/>
                <a:gd name="connsiteX0" fmla="*/ 986692 w 1109996"/>
                <a:gd name="connsiteY0" fmla="*/ 825484 h 988698"/>
                <a:gd name="connsiteX1" fmla="*/ 1027442 w 1109996"/>
                <a:gd name="connsiteY1" fmla="*/ 638668 h 988698"/>
                <a:gd name="connsiteX2" fmla="*/ 1055972 w 1109996"/>
                <a:gd name="connsiteY2" fmla="*/ 407507 h 988698"/>
                <a:gd name="connsiteX3" fmla="*/ 1053006 w 1109996"/>
                <a:gd name="connsiteY3" fmla="*/ 182321 h 988698"/>
                <a:gd name="connsiteX4" fmla="*/ 974785 w 1109996"/>
                <a:gd name="connsiteY4" fmla="*/ 172527 h 988698"/>
                <a:gd name="connsiteX5" fmla="*/ 491706 w 1109996"/>
                <a:gd name="connsiteY5" fmla="*/ 181154 h 988698"/>
                <a:gd name="connsiteX6" fmla="*/ 595223 w 1109996"/>
                <a:gd name="connsiteY6" fmla="*/ 0 h 988698"/>
                <a:gd name="connsiteX7" fmla="*/ 0 w 1109996"/>
                <a:gd name="connsiteY7" fmla="*/ 267418 h 988698"/>
                <a:gd name="connsiteX8" fmla="*/ 0 w 1109996"/>
                <a:gd name="connsiteY8" fmla="*/ 854014 h 988698"/>
                <a:gd name="connsiteX9" fmla="*/ 362309 w 1109996"/>
                <a:gd name="connsiteY9" fmla="*/ 966157 h 988698"/>
                <a:gd name="connsiteX10" fmla="*/ 884927 w 1109996"/>
                <a:gd name="connsiteY10" fmla="*/ 984895 h 988698"/>
                <a:gd name="connsiteX11" fmla="*/ 986692 w 1109996"/>
                <a:gd name="connsiteY11" fmla="*/ 825484 h 98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09996" h="988698">
                  <a:moveTo>
                    <a:pt x="986692" y="825484"/>
                  </a:moveTo>
                  <a:cubicBezTo>
                    <a:pt x="1020437" y="795631"/>
                    <a:pt x="1117840" y="750947"/>
                    <a:pt x="1027442" y="638668"/>
                  </a:cubicBezTo>
                  <a:cubicBezTo>
                    <a:pt x="1094896" y="605270"/>
                    <a:pt x="1129012" y="471861"/>
                    <a:pt x="1055972" y="407507"/>
                  </a:cubicBezTo>
                  <a:cubicBezTo>
                    <a:pt x="1119277" y="346733"/>
                    <a:pt x="1137338" y="257382"/>
                    <a:pt x="1053006" y="182321"/>
                  </a:cubicBezTo>
                  <a:cubicBezTo>
                    <a:pt x="1003120" y="171912"/>
                    <a:pt x="1000859" y="175792"/>
                    <a:pt x="974785" y="172527"/>
                  </a:cubicBezTo>
                  <a:lnTo>
                    <a:pt x="491706" y="181154"/>
                  </a:lnTo>
                  <a:lnTo>
                    <a:pt x="595223" y="0"/>
                  </a:lnTo>
                  <a:cubicBezTo>
                    <a:pt x="276045" y="48883"/>
                    <a:pt x="181155" y="175403"/>
                    <a:pt x="0" y="267418"/>
                  </a:cubicBezTo>
                  <a:lnTo>
                    <a:pt x="0" y="854014"/>
                  </a:lnTo>
                  <a:cubicBezTo>
                    <a:pt x="69011" y="856889"/>
                    <a:pt x="189780" y="946029"/>
                    <a:pt x="362309" y="966157"/>
                  </a:cubicBezTo>
                  <a:cubicBezTo>
                    <a:pt x="516544" y="989955"/>
                    <a:pt x="753082" y="992465"/>
                    <a:pt x="884927" y="984895"/>
                  </a:cubicBezTo>
                  <a:cubicBezTo>
                    <a:pt x="1065985" y="980499"/>
                    <a:pt x="1049459" y="866918"/>
                    <a:pt x="986692" y="825484"/>
                  </a:cubicBezTo>
                  <a:close/>
                </a:path>
              </a:pathLst>
            </a:custGeom>
            <a:solidFill>
              <a:srgbClr val="FDCB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334C80D-3BD1-4599-9331-FDDC0B7B7546}"/>
                </a:ext>
              </a:extLst>
            </p:cNvPr>
            <p:cNvSpPr/>
            <p:nvPr/>
          </p:nvSpPr>
          <p:spPr>
            <a:xfrm rot="10800000">
              <a:off x="7507958" y="3816475"/>
              <a:ext cx="868043" cy="68198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CE5640D-4037-40F5-8D71-0178DC2B482A}"/>
                </a:ext>
              </a:extLst>
            </p:cNvPr>
            <p:cNvSpPr/>
            <p:nvPr/>
          </p:nvSpPr>
          <p:spPr>
            <a:xfrm rot="10800000">
              <a:off x="7241804" y="3922576"/>
              <a:ext cx="266155" cy="544494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</p:grpSp>
    </p:spTree>
    <p:extLst>
      <p:ext uri="{BB962C8B-B14F-4D97-AF65-F5344CB8AC3E}">
        <p14:creationId xmlns:p14="http://schemas.microsoft.com/office/powerpoint/2010/main" val="19368741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6" y="23833"/>
            <a:ext cx="12192000" cy="683416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53D5B9D-AC85-45D9-94B9-BDD5F5DE25E8}"/>
              </a:ext>
            </a:extLst>
          </p:cNvPr>
          <p:cNvGrpSpPr/>
          <p:nvPr/>
        </p:nvGrpSpPr>
        <p:grpSpPr>
          <a:xfrm>
            <a:off x="2450302" y="2782741"/>
            <a:ext cx="7291396" cy="7685988"/>
            <a:chOff x="532492" y="7117344"/>
            <a:chExt cx="11209565" cy="108669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0" name="Oval 19"/>
            <p:cNvSpPr/>
            <p:nvPr/>
          </p:nvSpPr>
          <p:spPr>
            <a:xfrm>
              <a:off x="532492" y="7117344"/>
              <a:ext cx="11209565" cy="10866957"/>
            </a:xfrm>
            <a:prstGeom prst="ellipse">
              <a:avLst/>
            </a:prstGeom>
            <a:solidFill>
              <a:srgbClr val="A5A7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1134855" y="7404843"/>
              <a:ext cx="10039350" cy="10406257"/>
            </a:xfrm>
            <a:prstGeom prst="ellipse">
              <a:avLst/>
            </a:prstGeom>
            <a:solidFill>
              <a:srgbClr val="909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630403" y="7807439"/>
              <a:ext cx="8979439" cy="9150309"/>
            </a:xfrm>
            <a:prstGeom prst="ellipse">
              <a:avLst/>
            </a:prstGeom>
            <a:solidFill>
              <a:srgbClr val="8688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2231611" y="8277011"/>
              <a:ext cx="7845839" cy="8046507"/>
            </a:xfrm>
            <a:prstGeom prst="ellipse">
              <a:avLst/>
            </a:prstGeom>
            <a:solidFill>
              <a:srgbClr val="CDC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6432" y="7329467"/>
              <a:ext cx="7531333" cy="5280970"/>
            </a:xfrm>
            <a:prstGeom prst="rect">
              <a:avLst/>
            </a:prstGeom>
            <a:ln>
              <a:noFill/>
            </a:ln>
            <a:effectLst/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5BF0390-E96D-40FF-BF5C-D6C619E6B938}"/>
              </a:ext>
            </a:extLst>
          </p:cNvPr>
          <p:cNvSpPr txBox="1"/>
          <p:nvPr/>
        </p:nvSpPr>
        <p:spPr>
          <a:xfrm>
            <a:off x="3816029" y="386164"/>
            <a:ext cx="4626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Bahnschrift SemiBold" panose="020B0502040204020203" pitchFamily="34" charset="0"/>
              </a:rPr>
              <a:t>Any Questions?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D2B6542-05F1-440C-83C9-0A55AF1E6B2A}"/>
              </a:ext>
            </a:extLst>
          </p:cNvPr>
          <p:cNvGrpSpPr/>
          <p:nvPr/>
        </p:nvGrpSpPr>
        <p:grpSpPr>
          <a:xfrm>
            <a:off x="549" y="2037878"/>
            <a:ext cx="2620383" cy="2039491"/>
            <a:chOff x="3814713" y="2457849"/>
            <a:chExt cx="2620383" cy="2039491"/>
          </a:xfrm>
        </p:grpSpPr>
        <p:sp>
          <p:nvSpPr>
            <p:cNvPr id="68" name="Oval 11">
              <a:extLst>
                <a:ext uri="{FF2B5EF4-FFF2-40B4-BE49-F238E27FC236}">
                  <a16:creationId xmlns:a16="http://schemas.microsoft.com/office/drawing/2014/main" id="{A9B3FB32-436B-4125-AE10-CEC08805B894}"/>
                </a:ext>
              </a:extLst>
            </p:cNvPr>
            <p:cNvSpPr/>
            <p:nvPr/>
          </p:nvSpPr>
          <p:spPr>
            <a:xfrm>
              <a:off x="5268194" y="2457849"/>
              <a:ext cx="1166902" cy="1575995"/>
            </a:xfrm>
            <a:custGeom>
              <a:avLst/>
              <a:gdLst/>
              <a:ahLst/>
              <a:cxnLst/>
              <a:rect l="l" t="t" r="r" b="b"/>
              <a:pathLst>
                <a:path w="1080121" h="1458790">
                  <a:moveTo>
                    <a:pt x="648073" y="0"/>
                  </a:moveTo>
                  <a:cubicBezTo>
                    <a:pt x="886687" y="0"/>
                    <a:pt x="1080121" y="193434"/>
                    <a:pt x="1080121" y="432048"/>
                  </a:cubicBezTo>
                  <a:cubicBezTo>
                    <a:pt x="1080121" y="670662"/>
                    <a:pt x="886687" y="864096"/>
                    <a:pt x="648073" y="864096"/>
                  </a:cubicBezTo>
                  <a:lnTo>
                    <a:pt x="589468" y="858188"/>
                  </a:lnTo>
                  <a:lnTo>
                    <a:pt x="242710" y="1458790"/>
                  </a:lnTo>
                  <a:lnTo>
                    <a:pt x="0" y="1318662"/>
                  </a:lnTo>
                  <a:lnTo>
                    <a:pt x="338413" y="732515"/>
                  </a:lnTo>
                  <a:cubicBezTo>
                    <a:pt x="262504" y="655123"/>
                    <a:pt x="216025" y="549014"/>
                    <a:pt x="216025" y="432048"/>
                  </a:cubicBezTo>
                  <a:cubicBezTo>
                    <a:pt x="216025" y="193434"/>
                    <a:pt x="409459" y="0"/>
                    <a:pt x="648073" y="0"/>
                  </a:cubicBezTo>
                  <a:close/>
                </a:path>
              </a:pathLst>
            </a:custGeom>
            <a:solidFill>
              <a:schemeClr val="bg1"/>
            </a:solidFill>
            <a:ln w="25400"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69" name="Freeform 2">
              <a:extLst>
                <a:ext uri="{FF2B5EF4-FFF2-40B4-BE49-F238E27FC236}">
                  <a16:creationId xmlns:a16="http://schemas.microsoft.com/office/drawing/2014/main" id="{3F7C43D9-32F0-42EC-A74C-5A39D1B969D0}"/>
                </a:ext>
              </a:extLst>
            </p:cNvPr>
            <p:cNvSpPr/>
            <p:nvPr/>
          </p:nvSpPr>
          <p:spPr>
            <a:xfrm>
              <a:off x="4950202" y="3628027"/>
              <a:ext cx="843909" cy="869313"/>
            </a:xfrm>
            <a:custGeom>
              <a:avLst/>
              <a:gdLst>
                <a:gd name="connsiteX0" fmla="*/ 543464 w 1086928"/>
                <a:gd name="connsiteY0" fmla="*/ 0 h 1000664"/>
                <a:gd name="connsiteX1" fmla="*/ 0 w 1086928"/>
                <a:gd name="connsiteY1" fmla="*/ 276045 h 1000664"/>
                <a:gd name="connsiteX2" fmla="*/ 0 w 1086928"/>
                <a:gd name="connsiteY2" fmla="*/ 862641 h 1000664"/>
                <a:gd name="connsiteX3" fmla="*/ 362309 w 1086928"/>
                <a:gd name="connsiteY3" fmla="*/ 974784 h 1000664"/>
                <a:gd name="connsiteX4" fmla="*/ 923026 w 1086928"/>
                <a:gd name="connsiteY4" fmla="*/ 1000664 h 1000664"/>
                <a:gd name="connsiteX5" fmla="*/ 974785 w 1086928"/>
                <a:gd name="connsiteY5" fmla="*/ 793630 h 1000664"/>
                <a:gd name="connsiteX6" fmla="*/ 1017917 w 1086928"/>
                <a:gd name="connsiteY6" fmla="*/ 621101 h 1000664"/>
                <a:gd name="connsiteX7" fmla="*/ 1086928 w 1086928"/>
                <a:gd name="connsiteY7" fmla="*/ 439947 h 1000664"/>
                <a:gd name="connsiteX8" fmla="*/ 1069675 w 1086928"/>
                <a:gd name="connsiteY8" fmla="*/ 224286 h 1000664"/>
                <a:gd name="connsiteX9" fmla="*/ 974785 w 1086928"/>
                <a:gd name="connsiteY9" fmla="*/ 181154 h 1000664"/>
                <a:gd name="connsiteX10" fmla="*/ 491706 w 1086928"/>
                <a:gd name="connsiteY10" fmla="*/ 189781 h 1000664"/>
                <a:gd name="connsiteX11" fmla="*/ 543464 w 1086928"/>
                <a:gd name="connsiteY11" fmla="*/ 0 h 1000664"/>
                <a:gd name="connsiteX0" fmla="*/ 543464 w 1086928"/>
                <a:gd name="connsiteY0" fmla="*/ 0 h 1000664"/>
                <a:gd name="connsiteX1" fmla="*/ 0 w 1086928"/>
                <a:gd name="connsiteY1" fmla="*/ 276045 h 1000664"/>
                <a:gd name="connsiteX2" fmla="*/ 0 w 1086928"/>
                <a:gd name="connsiteY2" fmla="*/ 862641 h 1000664"/>
                <a:gd name="connsiteX3" fmla="*/ 362309 w 1086928"/>
                <a:gd name="connsiteY3" fmla="*/ 974784 h 1000664"/>
                <a:gd name="connsiteX4" fmla="*/ 923026 w 1086928"/>
                <a:gd name="connsiteY4" fmla="*/ 1000664 h 1000664"/>
                <a:gd name="connsiteX5" fmla="*/ 974785 w 1086928"/>
                <a:gd name="connsiteY5" fmla="*/ 793630 h 1000664"/>
                <a:gd name="connsiteX6" fmla="*/ 1017917 w 1086928"/>
                <a:gd name="connsiteY6" fmla="*/ 621101 h 1000664"/>
                <a:gd name="connsiteX7" fmla="*/ 1086928 w 1086928"/>
                <a:gd name="connsiteY7" fmla="*/ 439947 h 1000664"/>
                <a:gd name="connsiteX8" fmla="*/ 1069675 w 1086928"/>
                <a:gd name="connsiteY8" fmla="*/ 224286 h 1000664"/>
                <a:gd name="connsiteX9" fmla="*/ 974785 w 1086928"/>
                <a:gd name="connsiteY9" fmla="*/ 181154 h 1000664"/>
                <a:gd name="connsiteX10" fmla="*/ 491706 w 1086928"/>
                <a:gd name="connsiteY10" fmla="*/ 189781 h 1000664"/>
                <a:gd name="connsiteX11" fmla="*/ 543464 w 1086928"/>
                <a:gd name="connsiteY11" fmla="*/ 0 h 1000664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980502"/>
                <a:gd name="connsiteX1" fmla="*/ 0 w 1086928"/>
                <a:gd name="connsiteY1" fmla="*/ 267418 h 980502"/>
                <a:gd name="connsiteX2" fmla="*/ 0 w 1086928"/>
                <a:gd name="connsiteY2" fmla="*/ 854014 h 980502"/>
                <a:gd name="connsiteX3" fmla="*/ 362309 w 1086928"/>
                <a:gd name="connsiteY3" fmla="*/ 966157 h 980502"/>
                <a:gd name="connsiteX4" fmla="*/ 934932 w 1086928"/>
                <a:gd name="connsiteY4" fmla="*/ 946794 h 980502"/>
                <a:gd name="connsiteX5" fmla="*/ 974785 w 1086928"/>
                <a:gd name="connsiteY5" fmla="*/ 785003 h 980502"/>
                <a:gd name="connsiteX6" fmla="*/ 1017917 w 1086928"/>
                <a:gd name="connsiteY6" fmla="*/ 612474 h 980502"/>
                <a:gd name="connsiteX7" fmla="*/ 1086928 w 1086928"/>
                <a:gd name="connsiteY7" fmla="*/ 431320 h 980502"/>
                <a:gd name="connsiteX8" fmla="*/ 1069675 w 1086928"/>
                <a:gd name="connsiteY8" fmla="*/ 215659 h 980502"/>
                <a:gd name="connsiteX9" fmla="*/ 974785 w 1086928"/>
                <a:gd name="connsiteY9" fmla="*/ 172527 h 980502"/>
                <a:gd name="connsiteX10" fmla="*/ 491706 w 1086928"/>
                <a:gd name="connsiteY10" fmla="*/ 181154 h 980502"/>
                <a:gd name="connsiteX11" fmla="*/ 595223 w 1086928"/>
                <a:gd name="connsiteY11" fmla="*/ 0 h 980502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74785 w 1086928"/>
                <a:gd name="connsiteY5" fmla="*/ 785003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74785 w 1086928"/>
                <a:gd name="connsiteY5" fmla="*/ 785003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81929 w 1086928"/>
                <a:gd name="connsiteY5" fmla="*/ 820721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925407 w 1086928"/>
                <a:gd name="connsiteY0" fmla="*/ 996801 h 1088241"/>
                <a:gd name="connsiteX1" fmla="*/ 981929 w 1086928"/>
                <a:gd name="connsiteY1" fmla="*/ 820721 h 1088241"/>
                <a:gd name="connsiteX2" fmla="*/ 1017917 w 1086928"/>
                <a:gd name="connsiteY2" fmla="*/ 612474 h 1088241"/>
                <a:gd name="connsiteX3" fmla="*/ 1086928 w 1086928"/>
                <a:gd name="connsiteY3" fmla="*/ 431320 h 1088241"/>
                <a:gd name="connsiteX4" fmla="*/ 1069675 w 1086928"/>
                <a:gd name="connsiteY4" fmla="*/ 215659 h 1088241"/>
                <a:gd name="connsiteX5" fmla="*/ 974785 w 1086928"/>
                <a:gd name="connsiteY5" fmla="*/ 172527 h 1088241"/>
                <a:gd name="connsiteX6" fmla="*/ 491706 w 1086928"/>
                <a:gd name="connsiteY6" fmla="*/ 181154 h 1088241"/>
                <a:gd name="connsiteX7" fmla="*/ 595223 w 1086928"/>
                <a:gd name="connsiteY7" fmla="*/ 0 h 1088241"/>
                <a:gd name="connsiteX8" fmla="*/ 0 w 1086928"/>
                <a:gd name="connsiteY8" fmla="*/ 267418 h 1088241"/>
                <a:gd name="connsiteX9" fmla="*/ 0 w 1086928"/>
                <a:gd name="connsiteY9" fmla="*/ 854014 h 1088241"/>
                <a:gd name="connsiteX10" fmla="*/ 362309 w 1086928"/>
                <a:gd name="connsiteY10" fmla="*/ 966157 h 1088241"/>
                <a:gd name="connsiteX11" fmla="*/ 1016847 w 1086928"/>
                <a:gd name="connsiteY11" fmla="*/ 1088241 h 1088241"/>
                <a:gd name="connsiteX0" fmla="*/ 925407 w 1086928"/>
                <a:gd name="connsiteY0" fmla="*/ 996801 h 1088241"/>
                <a:gd name="connsiteX1" fmla="*/ 981929 w 1086928"/>
                <a:gd name="connsiteY1" fmla="*/ 820721 h 1088241"/>
                <a:gd name="connsiteX2" fmla="*/ 1017917 w 1086928"/>
                <a:gd name="connsiteY2" fmla="*/ 612474 h 1088241"/>
                <a:gd name="connsiteX3" fmla="*/ 1086928 w 1086928"/>
                <a:gd name="connsiteY3" fmla="*/ 431320 h 1088241"/>
                <a:gd name="connsiteX4" fmla="*/ 1069675 w 1086928"/>
                <a:gd name="connsiteY4" fmla="*/ 215659 h 1088241"/>
                <a:gd name="connsiteX5" fmla="*/ 974785 w 1086928"/>
                <a:gd name="connsiteY5" fmla="*/ 172527 h 1088241"/>
                <a:gd name="connsiteX6" fmla="*/ 491706 w 1086928"/>
                <a:gd name="connsiteY6" fmla="*/ 181154 h 1088241"/>
                <a:gd name="connsiteX7" fmla="*/ 595223 w 1086928"/>
                <a:gd name="connsiteY7" fmla="*/ 0 h 1088241"/>
                <a:gd name="connsiteX8" fmla="*/ 0 w 1086928"/>
                <a:gd name="connsiteY8" fmla="*/ 267418 h 1088241"/>
                <a:gd name="connsiteX9" fmla="*/ 0 w 1086928"/>
                <a:gd name="connsiteY9" fmla="*/ 854014 h 1088241"/>
                <a:gd name="connsiteX10" fmla="*/ 362309 w 1086928"/>
                <a:gd name="connsiteY10" fmla="*/ 966157 h 1088241"/>
                <a:gd name="connsiteX11" fmla="*/ 1016847 w 1086928"/>
                <a:gd name="connsiteY11" fmla="*/ 1088241 h 108824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11" fmla="*/ 925407 w 1086928"/>
                <a:gd name="connsiteY11" fmla="*/ 996801 h 996801"/>
                <a:gd name="connsiteX0" fmla="*/ 925407 w 1086928"/>
                <a:gd name="connsiteY0" fmla="*/ 996801 h 1038224"/>
                <a:gd name="connsiteX1" fmla="*/ 981929 w 1086928"/>
                <a:gd name="connsiteY1" fmla="*/ 820721 h 1038224"/>
                <a:gd name="connsiteX2" fmla="*/ 1017917 w 1086928"/>
                <a:gd name="connsiteY2" fmla="*/ 612474 h 1038224"/>
                <a:gd name="connsiteX3" fmla="*/ 1086928 w 1086928"/>
                <a:gd name="connsiteY3" fmla="*/ 431320 h 1038224"/>
                <a:gd name="connsiteX4" fmla="*/ 1069675 w 1086928"/>
                <a:gd name="connsiteY4" fmla="*/ 215659 h 1038224"/>
                <a:gd name="connsiteX5" fmla="*/ 974785 w 1086928"/>
                <a:gd name="connsiteY5" fmla="*/ 172527 h 1038224"/>
                <a:gd name="connsiteX6" fmla="*/ 491706 w 1086928"/>
                <a:gd name="connsiteY6" fmla="*/ 181154 h 1038224"/>
                <a:gd name="connsiteX7" fmla="*/ 595223 w 1086928"/>
                <a:gd name="connsiteY7" fmla="*/ 0 h 1038224"/>
                <a:gd name="connsiteX8" fmla="*/ 0 w 1086928"/>
                <a:gd name="connsiteY8" fmla="*/ 267418 h 1038224"/>
                <a:gd name="connsiteX9" fmla="*/ 0 w 1086928"/>
                <a:gd name="connsiteY9" fmla="*/ 854014 h 1038224"/>
                <a:gd name="connsiteX10" fmla="*/ 362309 w 1086928"/>
                <a:gd name="connsiteY10" fmla="*/ 966157 h 1038224"/>
                <a:gd name="connsiteX11" fmla="*/ 743220 w 1086928"/>
                <a:gd name="connsiteY11" fmla="*/ 1038224 h 1038224"/>
                <a:gd name="connsiteX12" fmla="*/ 925407 w 1086928"/>
                <a:gd name="connsiteY12" fmla="*/ 996801 h 1038224"/>
                <a:gd name="connsiteX0" fmla="*/ 925407 w 1086928"/>
                <a:gd name="connsiteY0" fmla="*/ 996801 h 1038224"/>
                <a:gd name="connsiteX1" fmla="*/ 981929 w 1086928"/>
                <a:gd name="connsiteY1" fmla="*/ 820721 h 1038224"/>
                <a:gd name="connsiteX2" fmla="*/ 1017917 w 1086928"/>
                <a:gd name="connsiteY2" fmla="*/ 612474 h 1038224"/>
                <a:gd name="connsiteX3" fmla="*/ 1086928 w 1086928"/>
                <a:gd name="connsiteY3" fmla="*/ 431320 h 1038224"/>
                <a:gd name="connsiteX4" fmla="*/ 1069675 w 1086928"/>
                <a:gd name="connsiteY4" fmla="*/ 215659 h 1038224"/>
                <a:gd name="connsiteX5" fmla="*/ 974785 w 1086928"/>
                <a:gd name="connsiteY5" fmla="*/ 172527 h 1038224"/>
                <a:gd name="connsiteX6" fmla="*/ 491706 w 1086928"/>
                <a:gd name="connsiteY6" fmla="*/ 181154 h 1038224"/>
                <a:gd name="connsiteX7" fmla="*/ 595223 w 1086928"/>
                <a:gd name="connsiteY7" fmla="*/ 0 h 1038224"/>
                <a:gd name="connsiteX8" fmla="*/ 0 w 1086928"/>
                <a:gd name="connsiteY8" fmla="*/ 267418 h 1038224"/>
                <a:gd name="connsiteX9" fmla="*/ 0 w 1086928"/>
                <a:gd name="connsiteY9" fmla="*/ 854014 h 1038224"/>
                <a:gd name="connsiteX10" fmla="*/ 362309 w 1086928"/>
                <a:gd name="connsiteY10" fmla="*/ 966157 h 1038224"/>
                <a:gd name="connsiteX11" fmla="*/ 743220 w 1086928"/>
                <a:gd name="connsiteY11" fmla="*/ 1038224 h 1038224"/>
                <a:gd name="connsiteX12" fmla="*/ 925407 w 1086928"/>
                <a:gd name="connsiteY12" fmla="*/ 996801 h 1038224"/>
                <a:gd name="connsiteX0" fmla="*/ 925407 w 1086928"/>
                <a:gd name="connsiteY0" fmla="*/ 996801 h 1005589"/>
                <a:gd name="connsiteX1" fmla="*/ 981929 w 1086928"/>
                <a:gd name="connsiteY1" fmla="*/ 820721 h 1005589"/>
                <a:gd name="connsiteX2" fmla="*/ 1017917 w 1086928"/>
                <a:gd name="connsiteY2" fmla="*/ 612474 h 1005589"/>
                <a:gd name="connsiteX3" fmla="*/ 1086928 w 1086928"/>
                <a:gd name="connsiteY3" fmla="*/ 431320 h 1005589"/>
                <a:gd name="connsiteX4" fmla="*/ 1069675 w 1086928"/>
                <a:gd name="connsiteY4" fmla="*/ 215659 h 1005589"/>
                <a:gd name="connsiteX5" fmla="*/ 974785 w 1086928"/>
                <a:gd name="connsiteY5" fmla="*/ 172527 h 1005589"/>
                <a:gd name="connsiteX6" fmla="*/ 491706 w 1086928"/>
                <a:gd name="connsiteY6" fmla="*/ 181154 h 1005589"/>
                <a:gd name="connsiteX7" fmla="*/ 595223 w 1086928"/>
                <a:gd name="connsiteY7" fmla="*/ 0 h 1005589"/>
                <a:gd name="connsiteX8" fmla="*/ 0 w 1086928"/>
                <a:gd name="connsiteY8" fmla="*/ 267418 h 1005589"/>
                <a:gd name="connsiteX9" fmla="*/ 0 w 1086928"/>
                <a:gd name="connsiteY9" fmla="*/ 854014 h 1005589"/>
                <a:gd name="connsiteX10" fmla="*/ 362309 w 1086928"/>
                <a:gd name="connsiteY10" fmla="*/ 966157 h 1005589"/>
                <a:gd name="connsiteX11" fmla="*/ 925407 w 1086928"/>
                <a:gd name="connsiteY11" fmla="*/ 996801 h 1005589"/>
                <a:gd name="connsiteX0" fmla="*/ 925407 w 1086928"/>
                <a:gd name="connsiteY0" fmla="*/ 996801 h 1013821"/>
                <a:gd name="connsiteX1" fmla="*/ 981929 w 1086928"/>
                <a:gd name="connsiteY1" fmla="*/ 820721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81929 w 1086928"/>
                <a:gd name="connsiteY1" fmla="*/ 820721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91454 w 1086928"/>
                <a:gd name="connsiteY1" fmla="*/ 823103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91454 w 1086928"/>
                <a:gd name="connsiteY1" fmla="*/ 823103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12" fmla="*/ 991454 w 1086928"/>
                <a:gd name="connsiteY12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12" fmla="*/ 991454 w 1086928"/>
                <a:gd name="connsiteY12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27442 w 1086928"/>
                <a:gd name="connsiteY1" fmla="*/ 638668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27442 w 1086928"/>
                <a:gd name="connsiteY1" fmla="*/ 638668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69675"/>
                <a:gd name="connsiteY0" fmla="*/ 825484 h 1013821"/>
                <a:gd name="connsiteX1" fmla="*/ 1027442 w 1069675"/>
                <a:gd name="connsiteY1" fmla="*/ 638668 h 1013821"/>
                <a:gd name="connsiteX2" fmla="*/ 1051209 w 1069675"/>
                <a:gd name="connsiteY2" fmla="*/ 447988 h 1013821"/>
                <a:gd name="connsiteX3" fmla="*/ 1069675 w 1069675"/>
                <a:gd name="connsiteY3" fmla="*/ 215659 h 1013821"/>
                <a:gd name="connsiteX4" fmla="*/ 974785 w 1069675"/>
                <a:gd name="connsiteY4" fmla="*/ 172527 h 1013821"/>
                <a:gd name="connsiteX5" fmla="*/ 491706 w 1069675"/>
                <a:gd name="connsiteY5" fmla="*/ 181154 h 1013821"/>
                <a:gd name="connsiteX6" fmla="*/ 595223 w 1069675"/>
                <a:gd name="connsiteY6" fmla="*/ 0 h 1013821"/>
                <a:gd name="connsiteX7" fmla="*/ 0 w 1069675"/>
                <a:gd name="connsiteY7" fmla="*/ 267418 h 1013821"/>
                <a:gd name="connsiteX8" fmla="*/ 0 w 1069675"/>
                <a:gd name="connsiteY8" fmla="*/ 854014 h 1013821"/>
                <a:gd name="connsiteX9" fmla="*/ 362309 w 1069675"/>
                <a:gd name="connsiteY9" fmla="*/ 966157 h 1013821"/>
                <a:gd name="connsiteX10" fmla="*/ 925407 w 1069675"/>
                <a:gd name="connsiteY10" fmla="*/ 996801 h 1013821"/>
                <a:gd name="connsiteX11" fmla="*/ 977167 w 1069675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53006 w 1083772"/>
                <a:gd name="connsiteY3" fmla="*/ 182321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107851"/>
                <a:gd name="connsiteY0" fmla="*/ 825484 h 1013821"/>
                <a:gd name="connsiteX1" fmla="*/ 1027442 w 1107851"/>
                <a:gd name="connsiteY1" fmla="*/ 638668 h 1013821"/>
                <a:gd name="connsiteX2" fmla="*/ 1051209 w 1107851"/>
                <a:gd name="connsiteY2" fmla="*/ 447988 h 1013821"/>
                <a:gd name="connsiteX3" fmla="*/ 1053006 w 1107851"/>
                <a:gd name="connsiteY3" fmla="*/ 182321 h 1013821"/>
                <a:gd name="connsiteX4" fmla="*/ 974785 w 1107851"/>
                <a:gd name="connsiteY4" fmla="*/ 172527 h 1013821"/>
                <a:gd name="connsiteX5" fmla="*/ 491706 w 1107851"/>
                <a:gd name="connsiteY5" fmla="*/ 181154 h 1013821"/>
                <a:gd name="connsiteX6" fmla="*/ 595223 w 1107851"/>
                <a:gd name="connsiteY6" fmla="*/ 0 h 1013821"/>
                <a:gd name="connsiteX7" fmla="*/ 0 w 1107851"/>
                <a:gd name="connsiteY7" fmla="*/ 267418 h 1013821"/>
                <a:gd name="connsiteX8" fmla="*/ 0 w 1107851"/>
                <a:gd name="connsiteY8" fmla="*/ 854014 h 1013821"/>
                <a:gd name="connsiteX9" fmla="*/ 362309 w 1107851"/>
                <a:gd name="connsiteY9" fmla="*/ 966157 h 1013821"/>
                <a:gd name="connsiteX10" fmla="*/ 925407 w 1107851"/>
                <a:gd name="connsiteY10" fmla="*/ 996801 h 1013821"/>
                <a:gd name="connsiteX11" fmla="*/ 977167 w 1107851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86692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86692 w 1109996"/>
                <a:gd name="connsiteY11" fmla="*/ 825484 h 1013821"/>
                <a:gd name="connsiteX0" fmla="*/ 986692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86692 w 1109996"/>
                <a:gd name="connsiteY11" fmla="*/ 825484 h 1013821"/>
                <a:gd name="connsiteX0" fmla="*/ 986692 w 1109996"/>
                <a:gd name="connsiteY0" fmla="*/ 825484 h 996152"/>
                <a:gd name="connsiteX1" fmla="*/ 1027442 w 1109996"/>
                <a:gd name="connsiteY1" fmla="*/ 638668 h 996152"/>
                <a:gd name="connsiteX2" fmla="*/ 1055972 w 1109996"/>
                <a:gd name="connsiteY2" fmla="*/ 407507 h 996152"/>
                <a:gd name="connsiteX3" fmla="*/ 1053006 w 1109996"/>
                <a:gd name="connsiteY3" fmla="*/ 182321 h 996152"/>
                <a:gd name="connsiteX4" fmla="*/ 974785 w 1109996"/>
                <a:gd name="connsiteY4" fmla="*/ 172527 h 996152"/>
                <a:gd name="connsiteX5" fmla="*/ 491706 w 1109996"/>
                <a:gd name="connsiteY5" fmla="*/ 181154 h 996152"/>
                <a:gd name="connsiteX6" fmla="*/ 595223 w 1109996"/>
                <a:gd name="connsiteY6" fmla="*/ 0 h 996152"/>
                <a:gd name="connsiteX7" fmla="*/ 0 w 1109996"/>
                <a:gd name="connsiteY7" fmla="*/ 267418 h 996152"/>
                <a:gd name="connsiteX8" fmla="*/ 0 w 1109996"/>
                <a:gd name="connsiteY8" fmla="*/ 854014 h 996152"/>
                <a:gd name="connsiteX9" fmla="*/ 362309 w 1109996"/>
                <a:gd name="connsiteY9" fmla="*/ 966157 h 996152"/>
                <a:gd name="connsiteX10" fmla="*/ 880164 w 1109996"/>
                <a:gd name="connsiteY10" fmla="*/ 972989 h 996152"/>
                <a:gd name="connsiteX11" fmla="*/ 986692 w 1109996"/>
                <a:gd name="connsiteY11" fmla="*/ 825484 h 996152"/>
                <a:gd name="connsiteX0" fmla="*/ 986692 w 1109996"/>
                <a:gd name="connsiteY0" fmla="*/ 825484 h 996152"/>
                <a:gd name="connsiteX1" fmla="*/ 1027442 w 1109996"/>
                <a:gd name="connsiteY1" fmla="*/ 638668 h 996152"/>
                <a:gd name="connsiteX2" fmla="*/ 1055972 w 1109996"/>
                <a:gd name="connsiteY2" fmla="*/ 407507 h 996152"/>
                <a:gd name="connsiteX3" fmla="*/ 1053006 w 1109996"/>
                <a:gd name="connsiteY3" fmla="*/ 182321 h 996152"/>
                <a:gd name="connsiteX4" fmla="*/ 974785 w 1109996"/>
                <a:gd name="connsiteY4" fmla="*/ 172527 h 996152"/>
                <a:gd name="connsiteX5" fmla="*/ 491706 w 1109996"/>
                <a:gd name="connsiteY5" fmla="*/ 181154 h 996152"/>
                <a:gd name="connsiteX6" fmla="*/ 595223 w 1109996"/>
                <a:gd name="connsiteY6" fmla="*/ 0 h 996152"/>
                <a:gd name="connsiteX7" fmla="*/ 0 w 1109996"/>
                <a:gd name="connsiteY7" fmla="*/ 267418 h 996152"/>
                <a:gd name="connsiteX8" fmla="*/ 0 w 1109996"/>
                <a:gd name="connsiteY8" fmla="*/ 854014 h 996152"/>
                <a:gd name="connsiteX9" fmla="*/ 362309 w 1109996"/>
                <a:gd name="connsiteY9" fmla="*/ 966157 h 996152"/>
                <a:gd name="connsiteX10" fmla="*/ 880164 w 1109996"/>
                <a:gd name="connsiteY10" fmla="*/ 972989 h 996152"/>
                <a:gd name="connsiteX11" fmla="*/ 986692 w 1109996"/>
                <a:gd name="connsiteY11" fmla="*/ 825484 h 996152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95044"/>
                <a:gd name="connsiteX1" fmla="*/ 1027442 w 1109996"/>
                <a:gd name="connsiteY1" fmla="*/ 638668 h 995044"/>
                <a:gd name="connsiteX2" fmla="*/ 1055972 w 1109996"/>
                <a:gd name="connsiteY2" fmla="*/ 407507 h 995044"/>
                <a:gd name="connsiteX3" fmla="*/ 1053006 w 1109996"/>
                <a:gd name="connsiteY3" fmla="*/ 182321 h 995044"/>
                <a:gd name="connsiteX4" fmla="*/ 974785 w 1109996"/>
                <a:gd name="connsiteY4" fmla="*/ 172527 h 995044"/>
                <a:gd name="connsiteX5" fmla="*/ 491706 w 1109996"/>
                <a:gd name="connsiteY5" fmla="*/ 181154 h 995044"/>
                <a:gd name="connsiteX6" fmla="*/ 595223 w 1109996"/>
                <a:gd name="connsiteY6" fmla="*/ 0 h 995044"/>
                <a:gd name="connsiteX7" fmla="*/ 0 w 1109996"/>
                <a:gd name="connsiteY7" fmla="*/ 267418 h 995044"/>
                <a:gd name="connsiteX8" fmla="*/ 0 w 1109996"/>
                <a:gd name="connsiteY8" fmla="*/ 854014 h 995044"/>
                <a:gd name="connsiteX9" fmla="*/ 362309 w 1109996"/>
                <a:gd name="connsiteY9" fmla="*/ 966157 h 995044"/>
                <a:gd name="connsiteX10" fmla="*/ 884927 w 1109996"/>
                <a:gd name="connsiteY10" fmla="*/ 984895 h 995044"/>
                <a:gd name="connsiteX11" fmla="*/ 986692 w 1109996"/>
                <a:gd name="connsiteY11" fmla="*/ 825484 h 995044"/>
                <a:gd name="connsiteX0" fmla="*/ 986692 w 1109996"/>
                <a:gd name="connsiteY0" fmla="*/ 825484 h 995044"/>
                <a:gd name="connsiteX1" fmla="*/ 1027442 w 1109996"/>
                <a:gd name="connsiteY1" fmla="*/ 638668 h 995044"/>
                <a:gd name="connsiteX2" fmla="*/ 1055972 w 1109996"/>
                <a:gd name="connsiteY2" fmla="*/ 407507 h 995044"/>
                <a:gd name="connsiteX3" fmla="*/ 1053006 w 1109996"/>
                <a:gd name="connsiteY3" fmla="*/ 182321 h 995044"/>
                <a:gd name="connsiteX4" fmla="*/ 974785 w 1109996"/>
                <a:gd name="connsiteY4" fmla="*/ 172527 h 995044"/>
                <a:gd name="connsiteX5" fmla="*/ 491706 w 1109996"/>
                <a:gd name="connsiteY5" fmla="*/ 181154 h 995044"/>
                <a:gd name="connsiteX6" fmla="*/ 595223 w 1109996"/>
                <a:gd name="connsiteY6" fmla="*/ 0 h 995044"/>
                <a:gd name="connsiteX7" fmla="*/ 0 w 1109996"/>
                <a:gd name="connsiteY7" fmla="*/ 267418 h 995044"/>
                <a:gd name="connsiteX8" fmla="*/ 0 w 1109996"/>
                <a:gd name="connsiteY8" fmla="*/ 854014 h 995044"/>
                <a:gd name="connsiteX9" fmla="*/ 362309 w 1109996"/>
                <a:gd name="connsiteY9" fmla="*/ 966157 h 995044"/>
                <a:gd name="connsiteX10" fmla="*/ 884927 w 1109996"/>
                <a:gd name="connsiteY10" fmla="*/ 984895 h 995044"/>
                <a:gd name="connsiteX11" fmla="*/ 986692 w 1109996"/>
                <a:gd name="connsiteY11" fmla="*/ 825484 h 995044"/>
                <a:gd name="connsiteX0" fmla="*/ 986692 w 1109996"/>
                <a:gd name="connsiteY0" fmla="*/ 825484 h 988698"/>
                <a:gd name="connsiteX1" fmla="*/ 1027442 w 1109996"/>
                <a:gd name="connsiteY1" fmla="*/ 638668 h 988698"/>
                <a:gd name="connsiteX2" fmla="*/ 1055972 w 1109996"/>
                <a:gd name="connsiteY2" fmla="*/ 407507 h 988698"/>
                <a:gd name="connsiteX3" fmla="*/ 1053006 w 1109996"/>
                <a:gd name="connsiteY3" fmla="*/ 182321 h 988698"/>
                <a:gd name="connsiteX4" fmla="*/ 974785 w 1109996"/>
                <a:gd name="connsiteY4" fmla="*/ 172527 h 988698"/>
                <a:gd name="connsiteX5" fmla="*/ 491706 w 1109996"/>
                <a:gd name="connsiteY5" fmla="*/ 181154 h 988698"/>
                <a:gd name="connsiteX6" fmla="*/ 595223 w 1109996"/>
                <a:gd name="connsiteY6" fmla="*/ 0 h 988698"/>
                <a:gd name="connsiteX7" fmla="*/ 0 w 1109996"/>
                <a:gd name="connsiteY7" fmla="*/ 267418 h 988698"/>
                <a:gd name="connsiteX8" fmla="*/ 0 w 1109996"/>
                <a:gd name="connsiteY8" fmla="*/ 854014 h 988698"/>
                <a:gd name="connsiteX9" fmla="*/ 362309 w 1109996"/>
                <a:gd name="connsiteY9" fmla="*/ 966157 h 988698"/>
                <a:gd name="connsiteX10" fmla="*/ 884927 w 1109996"/>
                <a:gd name="connsiteY10" fmla="*/ 984895 h 988698"/>
                <a:gd name="connsiteX11" fmla="*/ 986692 w 1109996"/>
                <a:gd name="connsiteY11" fmla="*/ 825484 h 988698"/>
                <a:gd name="connsiteX0" fmla="*/ 986692 w 1109996"/>
                <a:gd name="connsiteY0" fmla="*/ 825484 h 988698"/>
                <a:gd name="connsiteX1" fmla="*/ 1027442 w 1109996"/>
                <a:gd name="connsiteY1" fmla="*/ 638668 h 988698"/>
                <a:gd name="connsiteX2" fmla="*/ 1055972 w 1109996"/>
                <a:gd name="connsiteY2" fmla="*/ 407507 h 988698"/>
                <a:gd name="connsiteX3" fmla="*/ 1053006 w 1109996"/>
                <a:gd name="connsiteY3" fmla="*/ 182321 h 988698"/>
                <a:gd name="connsiteX4" fmla="*/ 974785 w 1109996"/>
                <a:gd name="connsiteY4" fmla="*/ 172527 h 988698"/>
                <a:gd name="connsiteX5" fmla="*/ 491706 w 1109996"/>
                <a:gd name="connsiteY5" fmla="*/ 181154 h 988698"/>
                <a:gd name="connsiteX6" fmla="*/ 595223 w 1109996"/>
                <a:gd name="connsiteY6" fmla="*/ 0 h 988698"/>
                <a:gd name="connsiteX7" fmla="*/ 0 w 1109996"/>
                <a:gd name="connsiteY7" fmla="*/ 267418 h 988698"/>
                <a:gd name="connsiteX8" fmla="*/ 0 w 1109996"/>
                <a:gd name="connsiteY8" fmla="*/ 854014 h 988698"/>
                <a:gd name="connsiteX9" fmla="*/ 362309 w 1109996"/>
                <a:gd name="connsiteY9" fmla="*/ 966157 h 988698"/>
                <a:gd name="connsiteX10" fmla="*/ 884927 w 1109996"/>
                <a:gd name="connsiteY10" fmla="*/ 984895 h 988698"/>
                <a:gd name="connsiteX11" fmla="*/ 986692 w 1109996"/>
                <a:gd name="connsiteY11" fmla="*/ 825484 h 98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09996" h="988698">
                  <a:moveTo>
                    <a:pt x="986692" y="825484"/>
                  </a:moveTo>
                  <a:cubicBezTo>
                    <a:pt x="1020437" y="795631"/>
                    <a:pt x="1117840" y="750947"/>
                    <a:pt x="1027442" y="638668"/>
                  </a:cubicBezTo>
                  <a:cubicBezTo>
                    <a:pt x="1094896" y="605270"/>
                    <a:pt x="1129012" y="471861"/>
                    <a:pt x="1055972" y="407507"/>
                  </a:cubicBezTo>
                  <a:cubicBezTo>
                    <a:pt x="1119277" y="346733"/>
                    <a:pt x="1137338" y="257382"/>
                    <a:pt x="1053006" y="182321"/>
                  </a:cubicBezTo>
                  <a:cubicBezTo>
                    <a:pt x="1003120" y="171912"/>
                    <a:pt x="1000859" y="175792"/>
                    <a:pt x="974785" y="172527"/>
                  </a:cubicBezTo>
                  <a:lnTo>
                    <a:pt x="491706" y="181154"/>
                  </a:lnTo>
                  <a:lnTo>
                    <a:pt x="595223" y="0"/>
                  </a:lnTo>
                  <a:cubicBezTo>
                    <a:pt x="276045" y="48883"/>
                    <a:pt x="181155" y="175403"/>
                    <a:pt x="0" y="267418"/>
                  </a:cubicBezTo>
                  <a:lnTo>
                    <a:pt x="0" y="854014"/>
                  </a:lnTo>
                  <a:cubicBezTo>
                    <a:pt x="69011" y="856889"/>
                    <a:pt x="189780" y="946029"/>
                    <a:pt x="362309" y="966157"/>
                  </a:cubicBezTo>
                  <a:cubicBezTo>
                    <a:pt x="516544" y="989955"/>
                    <a:pt x="753082" y="992465"/>
                    <a:pt x="884927" y="984895"/>
                  </a:cubicBezTo>
                  <a:cubicBezTo>
                    <a:pt x="1065985" y="980499"/>
                    <a:pt x="1049459" y="866918"/>
                    <a:pt x="986692" y="825484"/>
                  </a:cubicBezTo>
                  <a:close/>
                </a:path>
              </a:pathLst>
            </a:custGeom>
            <a:solidFill>
              <a:srgbClr val="FDCB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553D76C-C339-4506-A8BF-0B4795CA190A}"/>
                </a:ext>
              </a:extLst>
            </p:cNvPr>
            <p:cNvSpPr/>
            <p:nvPr/>
          </p:nvSpPr>
          <p:spPr>
            <a:xfrm>
              <a:off x="3814713" y="3815354"/>
              <a:ext cx="869334" cy="68198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01FE1FC-B7C6-4C66-8E92-FE86A9472AF7}"/>
                </a:ext>
              </a:extLst>
            </p:cNvPr>
            <p:cNvSpPr/>
            <p:nvPr/>
          </p:nvSpPr>
          <p:spPr>
            <a:xfrm>
              <a:off x="4684047" y="3846746"/>
              <a:ext cx="266155" cy="544493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  <p:pic>
          <p:nvPicPr>
            <p:cNvPr id="72" name="Graphic 71" descr="Checkmark">
              <a:extLst>
                <a:ext uri="{FF2B5EF4-FFF2-40B4-BE49-F238E27FC236}">
                  <a16:creationId xmlns:a16="http://schemas.microsoft.com/office/drawing/2014/main" id="{FCEB4640-003F-48A1-B639-0558AD7D2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47294" y="2602707"/>
              <a:ext cx="650632" cy="650632"/>
            </a:xfrm>
            <a:prstGeom prst="rect">
              <a:avLst/>
            </a:prstGeom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60F0F9E-1AEC-496E-A2C0-AF1616B0B3D8}"/>
              </a:ext>
            </a:extLst>
          </p:cNvPr>
          <p:cNvGrpSpPr/>
          <p:nvPr/>
        </p:nvGrpSpPr>
        <p:grpSpPr>
          <a:xfrm>
            <a:off x="9661260" y="2041390"/>
            <a:ext cx="2497224" cy="2054565"/>
            <a:chOff x="5878777" y="3816475"/>
            <a:chExt cx="2497224" cy="2054565"/>
          </a:xfrm>
        </p:grpSpPr>
        <p:sp>
          <p:nvSpPr>
            <p:cNvPr id="80" name="Rectangle 18">
              <a:extLst>
                <a:ext uri="{FF2B5EF4-FFF2-40B4-BE49-F238E27FC236}">
                  <a16:creationId xmlns:a16="http://schemas.microsoft.com/office/drawing/2014/main" id="{F57DB524-AC34-4456-9DD6-878D7B962636}"/>
                </a:ext>
              </a:extLst>
            </p:cNvPr>
            <p:cNvSpPr/>
            <p:nvPr/>
          </p:nvSpPr>
          <p:spPr>
            <a:xfrm rot="12600000">
              <a:off x="5925702" y="4224610"/>
              <a:ext cx="933675" cy="1646430"/>
            </a:xfrm>
            <a:custGeom>
              <a:avLst/>
              <a:gdLst/>
              <a:ahLst/>
              <a:cxnLst/>
              <a:rect l="l" t="t" r="r" b="b"/>
              <a:pathLst>
                <a:path w="864239" h="1523986">
                  <a:moveTo>
                    <a:pt x="594436" y="1523986"/>
                  </a:moveTo>
                  <a:lnTo>
                    <a:pt x="314179" y="1523986"/>
                  </a:lnTo>
                  <a:lnTo>
                    <a:pt x="314179" y="847162"/>
                  </a:lnTo>
                  <a:cubicBezTo>
                    <a:pt x="209744" y="818094"/>
                    <a:pt x="116437" y="749439"/>
                    <a:pt x="57955" y="648144"/>
                  </a:cubicBezTo>
                  <a:cubicBezTo>
                    <a:pt x="-61352" y="441498"/>
                    <a:pt x="9449" y="177262"/>
                    <a:pt x="216095" y="57955"/>
                  </a:cubicBezTo>
                  <a:cubicBezTo>
                    <a:pt x="422741" y="-61352"/>
                    <a:pt x="686977" y="9450"/>
                    <a:pt x="806284" y="216096"/>
                  </a:cubicBezTo>
                  <a:cubicBezTo>
                    <a:pt x="925591" y="422742"/>
                    <a:pt x="854789" y="686978"/>
                    <a:pt x="648143" y="806285"/>
                  </a:cubicBezTo>
                  <a:lnTo>
                    <a:pt x="594435" y="830471"/>
                  </a:lnTo>
                  <a:close/>
                </a:path>
              </a:pathLst>
            </a:custGeom>
            <a:solidFill>
              <a:schemeClr val="bg1"/>
            </a:solidFill>
            <a:ln w="25400"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81" name="Multiply 14">
              <a:extLst>
                <a:ext uri="{FF2B5EF4-FFF2-40B4-BE49-F238E27FC236}">
                  <a16:creationId xmlns:a16="http://schemas.microsoft.com/office/drawing/2014/main" id="{37B708F4-FE29-4D5D-A5E8-B828B71846D5}"/>
                </a:ext>
              </a:extLst>
            </p:cNvPr>
            <p:cNvSpPr/>
            <p:nvPr/>
          </p:nvSpPr>
          <p:spPr>
            <a:xfrm>
              <a:off x="5878777" y="5027728"/>
              <a:ext cx="662983" cy="662983"/>
            </a:xfrm>
            <a:prstGeom prst="mathMultiply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82" name="Freeform 19">
              <a:extLst>
                <a:ext uri="{FF2B5EF4-FFF2-40B4-BE49-F238E27FC236}">
                  <a16:creationId xmlns:a16="http://schemas.microsoft.com/office/drawing/2014/main" id="{69EB772A-EEAA-4303-892D-1C2B598AC2A5}"/>
                </a:ext>
              </a:extLst>
            </p:cNvPr>
            <p:cNvSpPr/>
            <p:nvPr/>
          </p:nvSpPr>
          <p:spPr>
            <a:xfrm rot="10800000">
              <a:off x="6397896" y="3816475"/>
              <a:ext cx="843909" cy="869313"/>
            </a:xfrm>
            <a:custGeom>
              <a:avLst/>
              <a:gdLst>
                <a:gd name="connsiteX0" fmla="*/ 543464 w 1086928"/>
                <a:gd name="connsiteY0" fmla="*/ 0 h 1000664"/>
                <a:gd name="connsiteX1" fmla="*/ 0 w 1086928"/>
                <a:gd name="connsiteY1" fmla="*/ 276045 h 1000664"/>
                <a:gd name="connsiteX2" fmla="*/ 0 w 1086928"/>
                <a:gd name="connsiteY2" fmla="*/ 862641 h 1000664"/>
                <a:gd name="connsiteX3" fmla="*/ 362309 w 1086928"/>
                <a:gd name="connsiteY3" fmla="*/ 974784 h 1000664"/>
                <a:gd name="connsiteX4" fmla="*/ 923026 w 1086928"/>
                <a:gd name="connsiteY4" fmla="*/ 1000664 h 1000664"/>
                <a:gd name="connsiteX5" fmla="*/ 974785 w 1086928"/>
                <a:gd name="connsiteY5" fmla="*/ 793630 h 1000664"/>
                <a:gd name="connsiteX6" fmla="*/ 1017917 w 1086928"/>
                <a:gd name="connsiteY6" fmla="*/ 621101 h 1000664"/>
                <a:gd name="connsiteX7" fmla="*/ 1086928 w 1086928"/>
                <a:gd name="connsiteY7" fmla="*/ 439947 h 1000664"/>
                <a:gd name="connsiteX8" fmla="*/ 1069675 w 1086928"/>
                <a:gd name="connsiteY8" fmla="*/ 224286 h 1000664"/>
                <a:gd name="connsiteX9" fmla="*/ 974785 w 1086928"/>
                <a:gd name="connsiteY9" fmla="*/ 181154 h 1000664"/>
                <a:gd name="connsiteX10" fmla="*/ 491706 w 1086928"/>
                <a:gd name="connsiteY10" fmla="*/ 189781 h 1000664"/>
                <a:gd name="connsiteX11" fmla="*/ 543464 w 1086928"/>
                <a:gd name="connsiteY11" fmla="*/ 0 h 1000664"/>
                <a:gd name="connsiteX0" fmla="*/ 543464 w 1086928"/>
                <a:gd name="connsiteY0" fmla="*/ 0 h 1000664"/>
                <a:gd name="connsiteX1" fmla="*/ 0 w 1086928"/>
                <a:gd name="connsiteY1" fmla="*/ 276045 h 1000664"/>
                <a:gd name="connsiteX2" fmla="*/ 0 w 1086928"/>
                <a:gd name="connsiteY2" fmla="*/ 862641 h 1000664"/>
                <a:gd name="connsiteX3" fmla="*/ 362309 w 1086928"/>
                <a:gd name="connsiteY3" fmla="*/ 974784 h 1000664"/>
                <a:gd name="connsiteX4" fmla="*/ 923026 w 1086928"/>
                <a:gd name="connsiteY4" fmla="*/ 1000664 h 1000664"/>
                <a:gd name="connsiteX5" fmla="*/ 974785 w 1086928"/>
                <a:gd name="connsiteY5" fmla="*/ 793630 h 1000664"/>
                <a:gd name="connsiteX6" fmla="*/ 1017917 w 1086928"/>
                <a:gd name="connsiteY6" fmla="*/ 621101 h 1000664"/>
                <a:gd name="connsiteX7" fmla="*/ 1086928 w 1086928"/>
                <a:gd name="connsiteY7" fmla="*/ 439947 h 1000664"/>
                <a:gd name="connsiteX8" fmla="*/ 1069675 w 1086928"/>
                <a:gd name="connsiteY8" fmla="*/ 224286 h 1000664"/>
                <a:gd name="connsiteX9" fmla="*/ 974785 w 1086928"/>
                <a:gd name="connsiteY9" fmla="*/ 181154 h 1000664"/>
                <a:gd name="connsiteX10" fmla="*/ 491706 w 1086928"/>
                <a:gd name="connsiteY10" fmla="*/ 189781 h 1000664"/>
                <a:gd name="connsiteX11" fmla="*/ 543464 w 1086928"/>
                <a:gd name="connsiteY11" fmla="*/ 0 h 1000664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992037"/>
                <a:gd name="connsiteX1" fmla="*/ 0 w 1086928"/>
                <a:gd name="connsiteY1" fmla="*/ 267418 h 992037"/>
                <a:gd name="connsiteX2" fmla="*/ 0 w 1086928"/>
                <a:gd name="connsiteY2" fmla="*/ 854014 h 992037"/>
                <a:gd name="connsiteX3" fmla="*/ 362309 w 1086928"/>
                <a:gd name="connsiteY3" fmla="*/ 966157 h 992037"/>
                <a:gd name="connsiteX4" fmla="*/ 923026 w 1086928"/>
                <a:gd name="connsiteY4" fmla="*/ 992037 h 992037"/>
                <a:gd name="connsiteX5" fmla="*/ 974785 w 1086928"/>
                <a:gd name="connsiteY5" fmla="*/ 785003 h 992037"/>
                <a:gd name="connsiteX6" fmla="*/ 1017917 w 1086928"/>
                <a:gd name="connsiteY6" fmla="*/ 612474 h 992037"/>
                <a:gd name="connsiteX7" fmla="*/ 1086928 w 1086928"/>
                <a:gd name="connsiteY7" fmla="*/ 431320 h 992037"/>
                <a:gd name="connsiteX8" fmla="*/ 1069675 w 1086928"/>
                <a:gd name="connsiteY8" fmla="*/ 215659 h 992037"/>
                <a:gd name="connsiteX9" fmla="*/ 974785 w 1086928"/>
                <a:gd name="connsiteY9" fmla="*/ 172527 h 992037"/>
                <a:gd name="connsiteX10" fmla="*/ 491706 w 1086928"/>
                <a:gd name="connsiteY10" fmla="*/ 181154 h 992037"/>
                <a:gd name="connsiteX11" fmla="*/ 595223 w 1086928"/>
                <a:gd name="connsiteY11" fmla="*/ 0 h 992037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1006555"/>
                <a:gd name="connsiteX1" fmla="*/ 0 w 1086928"/>
                <a:gd name="connsiteY1" fmla="*/ 267418 h 1006555"/>
                <a:gd name="connsiteX2" fmla="*/ 0 w 1086928"/>
                <a:gd name="connsiteY2" fmla="*/ 854014 h 1006555"/>
                <a:gd name="connsiteX3" fmla="*/ 362309 w 1086928"/>
                <a:gd name="connsiteY3" fmla="*/ 966157 h 1006555"/>
                <a:gd name="connsiteX4" fmla="*/ 923026 w 1086928"/>
                <a:gd name="connsiteY4" fmla="*/ 992037 h 1006555"/>
                <a:gd name="connsiteX5" fmla="*/ 974785 w 1086928"/>
                <a:gd name="connsiteY5" fmla="*/ 785003 h 1006555"/>
                <a:gd name="connsiteX6" fmla="*/ 1017917 w 1086928"/>
                <a:gd name="connsiteY6" fmla="*/ 612474 h 1006555"/>
                <a:gd name="connsiteX7" fmla="*/ 1086928 w 1086928"/>
                <a:gd name="connsiteY7" fmla="*/ 431320 h 1006555"/>
                <a:gd name="connsiteX8" fmla="*/ 1069675 w 1086928"/>
                <a:gd name="connsiteY8" fmla="*/ 215659 h 1006555"/>
                <a:gd name="connsiteX9" fmla="*/ 974785 w 1086928"/>
                <a:gd name="connsiteY9" fmla="*/ 172527 h 1006555"/>
                <a:gd name="connsiteX10" fmla="*/ 491706 w 1086928"/>
                <a:gd name="connsiteY10" fmla="*/ 181154 h 1006555"/>
                <a:gd name="connsiteX11" fmla="*/ 595223 w 1086928"/>
                <a:gd name="connsiteY11" fmla="*/ 0 h 1006555"/>
                <a:gd name="connsiteX0" fmla="*/ 595223 w 1086928"/>
                <a:gd name="connsiteY0" fmla="*/ 0 h 980502"/>
                <a:gd name="connsiteX1" fmla="*/ 0 w 1086928"/>
                <a:gd name="connsiteY1" fmla="*/ 267418 h 980502"/>
                <a:gd name="connsiteX2" fmla="*/ 0 w 1086928"/>
                <a:gd name="connsiteY2" fmla="*/ 854014 h 980502"/>
                <a:gd name="connsiteX3" fmla="*/ 362309 w 1086928"/>
                <a:gd name="connsiteY3" fmla="*/ 966157 h 980502"/>
                <a:gd name="connsiteX4" fmla="*/ 934932 w 1086928"/>
                <a:gd name="connsiteY4" fmla="*/ 946794 h 980502"/>
                <a:gd name="connsiteX5" fmla="*/ 974785 w 1086928"/>
                <a:gd name="connsiteY5" fmla="*/ 785003 h 980502"/>
                <a:gd name="connsiteX6" fmla="*/ 1017917 w 1086928"/>
                <a:gd name="connsiteY6" fmla="*/ 612474 h 980502"/>
                <a:gd name="connsiteX7" fmla="*/ 1086928 w 1086928"/>
                <a:gd name="connsiteY7" fmla="*/ 431320 h 980502"/>
                <a:gd name="connsiteX8" fmla="*/ 1069675 w 1086928"/>
                <a:gd name="connsiteY8" fmla="*/ 215659 h 980502"/>
                <a:gd name="connsiteX9" fmla="*/ 974785 w 1086928"/>
                <a:gd name="connsiteY9" fmla="*/ 172527 h 980502"/>
                <a:gd name="connsiteX10" fmla="*/ 491706 w 1086928"/>
                <a:gd name="connsiteY10" fmla="*/ 181154 h 980502"/>
                <a:gd name="connsiteX11" fmla="*/ 595223 w 1086928"/>
                <a:gd name="connsiteY11" fmla="*/ 0 h 980502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74785 w 1086928"/>
                <a:gd name="connsiteY5" fmla="*/ 785003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74785 w 1086928"/>
                <a:gd name="connsiteY5" fmla="*/ 785003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595223 w 1086928"/>
                <a:gd name="connsiteY0" fmla="*/ 0 h 1010346"/>
                <a:gd name="connsiteX1" fmla="*/ 0 w 1086928"/>
                <a:gd name="connsiteY1" fmla="*/ 267418 h 1010346"/>
                <a:gd name="connsiteX2" fmla="*/ 0 w 1086928"/>
                <a:gd name="connsiteY2" fmla="*/ 854014 h 1010346"/>
                <a:gd name="connsiteX3" fmla="*/ 362309 w 1086928"/>
                <a:gd name="connsiteY3" fmla="*/ 966157 h 1010346"/>
                <a:gd name="connsiteX4" fmla="*/ 925407 w 1086928"/>
                <a:gd name="connsiteY4" fmla="*/ 996801 h 1010346"/>
                <a:gd name="connsiteX5" fmla="*/ 981929 w 1086928"/>
                <a:gd name="connsiteY5" fmla="*/ 820721 h 1010346"/>
                <a:gd name="connsiteX6" fmla="*/ 1017917 w 1086928"/>
                <a:gd name="connsiteY6" fmla="*/ 612474 h 1010346"/>
                <a:gd name="connsiteX7" fmla="*/ 1086928 w 1086928"/>
                <a:gd name="connsiteY7" fmla="*/ 431320 h 1010346"/>
                <a:gd name="connsiteX8" fmla="*/ 1069675 w 1086928"/>
                <a:gd name="connsiteY8" fmla="*/ 215659 h 1010346"/>
                <a:gd name="connsiteX9" fmla="*/ 974785 w 1086928"/>
                <a:gd name="connsiteY9" fmla="*/ 172527 h 1010346"/>
                <a:gd name="connsiteX10" fmla="*/ 491706 w 1086928"/>
                <a:gd name="connsiteY10" fmla="*/ 181154 h 1010346"/>
                <a:gd name="connsiteX11" fmla="*/ 595223 w 1086928"/>
                <a:gd name="connsiteY11" fmla="*/ 0 h 1010346"/>
                <a:gd name="connsiteX0" fmla="*/ 925407 w 1086928"/>
                <a:gd name="connsiteY0" fmla="*/ 996801 h 1088241"/>
                <a:gd name="connsiteX1" fmla="*/ 981929 w 1086928"/>
                <a:gd name="connsiteY1" fmla="*/ 820721 h 1088241"/>
                <a:gd name="connsiteX2" fmla="*/ 1017917 w 1086928"/>
                <a:gd name="connsiteY2" fmla="*/ 612474 h 1088241"/>
                <a:gd name="connsiteX3" fmla="*/ 1086928 w 1086928"/>
                <a:gd name="connsiteY3" fmla="*/ 431320 h 1088241"/>
                <a:gd name="connsiteX4" fmla="*/ 1069675 w 1086928"/>
                <a:gd name="connsiteY4" fmla="*/ 215659 h 1088241"/>
                <a:gd name="connsiteX5" fmla="*/ 974785 w 1086928"/>
                <a:gd name="connsiteY5" fmla="*/ 172527 h 1088241"/>
                <a:gd name="connsiteX6" fmla="*/ 491706 w 1086928"/>
                <a:gd name="connsiteY6" fmla="*/ 181154 h 1088241"/>
                <a:gd name="connsiteX7" fmla="*/ 595223 w 1086928"/>
                <a:gd name="connsiteY7" fmla="*/ 0 h 1088241"/>
                <a:gd name="connsiteX8" fmla="*/ 0 w 1086928"/>
                <a:gd name="connsiteY8" fmla="*/ 267418 h 1088241"/>
                <a:gd name="connsiteX9" fmla="*/ 0 w 1086928"/>
                <a:gd name="connsiteY9" fmla="*/ 854014 h 1088241"/>
                <a:gd name="connsiteX10" fmla="*/ 362309 w 1086928"/>
                <a:gd name="connsiteY10" fmla="*/ 966157 h 1088241"/>
                <a:gd name="connsiteX11" fmla="*/ 1016847 w 1086928"/>
                <a:gd name="connsiteY11" fmla="*/ 1088241 h 1088241"/>
                <a:gd name="connsiteX0" fmla="*/ 925407 w 1086928"/>
                <a:gd name="connsiteY0" fmla="*/ 996801 h 1088241"/>
                <a:gd name="connsiteX1" fmla="*/ 981929 w 1086928"/>
                <a:gd name="connsiteY1" fmla="*/ 820721 h 1088241"/>
                <a:gd name="connsiteX2" fmla="*/ 1017917 w 1086928"/>
                <a:gd name="connsiteY2" fmla="*/ 612474 h 1088241"/>
                <a:gd name="connsiteX3" fmla="*/ 1086928 w 1086928"/>
                <a:gd name="connsiteY3" fmla="*/ 431320 h 1088241"/>
                <a:gd name="connsiteX4" fmla="*/ 1069675 w 1086928"/>
                <a:gd name="connsiteY4" fmla="*/ 215659 h 1088241"/>
                <a:gd name="connsiteX5" fmla="*/ 974785 w 1086928"/>
                <a:gd name="connsiteY5" fmla="*/ 172527 h 1088241"/>
                <a:gd name="connsiteX6" fmla="*/ 491706 w 1086928"/>
                <a:gd name="connsiteY6" fmla="*/ 181154 h 1088241"/>
                <a:gd name="connsiteX7" fmla="*/ 595223 w 1086928"/>
                <a:gd name="connsiteY7" fmla="*/ 0 h 1088241"/>
                <a:gd name="connsiteX8" fmla="*/ 0 w 1086928"/>
                <a:gd name="connsiteY8" fmla="*/ 267418 h 1088241"/>
                <a:gd name="connsiteX9" fmla="*/ 0 w 1086928"/>
                <a:gd name="connsiteY9" fmla="*/ 854014 h 1088241"/>
                <a:gd name="connsiteX10" fmla="*/ 362309 w 1086928"/>
                <a:gd name="connsiteY10" fmla="*/ 966157 h 1088241"/>
                <a:gd name="connsiteX11" fmla="*/ 1016847 w 1086928"/>
                <a:gd name="connsiteY11" fmla="*/ 1088241 h 108824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0" fmla="*/ 925407 w 1086928"/>
                <a:gd name="connsiteY0" fmla="*/ 996801 h 996801"/>
                <a:gd name="connsiteX1" fmla="*/ 981929 w 1086928"/>
                <a:gd name="connsiteY1" fmla="*/ 820721 h 996801"/>
                <a:gd name="connsiteX2" fmla="*/ 1017917 w 1086928"/>
                <a:gd name="connsiteY2" fmla="*/ 612474 h 996801"/>
                <a:gd name="connsiteX3" fmla="*/ 1086928 w 1086928"/>
                <a:gd name="connsiteY3" fmla="*/ 431320 h 996801"/>
                <a:gd name="connsiteX4" fmla="*/ 1069675 w 1086928"/>
                <a:gd name="connsiteY4" fmla="*/ 215659 h 996801"/>
                <a:gd name="connsiteX5" fmla="*/ 974785 w 1086928"/>
                <a:gd name="connsiteY5" fmla="*/ 172527 h 996801"/>
                <a:gd name="connsiteX6" fmla="*/ 491706 w 1086928"/>
                <a:gd name="connsiteY6" fmla="*/ 181154 h 996801"/>
                <a:gd name="connsiteX7" fmla="*/ 595223 w 1086928"/>
                <a:gd name="connsiteY7" fmla="*/ 0 h 996801"/>
                <a:gd name="connsiteX8" fmla="*/ 0 w 1086928"/>
                <a:gd name="connsiteY8" fmla="*/ 267418 h 996801"/>
                <a:gd name="connsiteX9" fmla="*/ 0 w 1086928"/>
                <a:gd name="connsiteY9" fmla="*/ 854014 h 996801"/>
                <a:gd name="connsiteX10" fmla="*/ 362309 w 1086928"/>
                <a:gd name="connsiteY10" fmla="*/ 966157 h 996801"/>
                <a:gd name="connsiteX11" fmla="*/ 925407 w 1086928"/>
                <a:gd name="connsiteY11" fmla="*/ 996801 h 996801"/>
                <a:gd name="connsiteX0" fmla="*/ 925407 w 1086928"/>
                <a:gd name="connsiteY0" fmla="*/ 996801 h 1038224"/>
                <a:gd name="connsiteX1" fmla="*/ 981929 w 1086928"/>
                <a:gd name="connsiteY1" fmla="*/ 820721 h 1038224"/>
                <a:gd name="connsiteX2" fmla="*/ 1017917 w 1086928"/>
                <a:gd name="connsiteY2" fmla="*/ 612474 h 1038224"/>
                <a:gd name="connsiteX3" fmla="*/ 1086928 w 1086928"/>
                <a:gd name="connsiteY3" fmla="*/ 431320 h 1038224"/>
                <a:gd name="connsiteX4" fmla="*/ 1069675 w 1086928"/>
                <a:gd name="connsiteY4" fmla="*/ 215659 h 1038224"/>
                <a:gd name="connsiteX5" fmla="*/ 974785 w 1086928"/>
                <a:gd name="connsiteY5" fmla="*/ 172527 h 1038224"/>
                <a:gd name="connsiteX6" fmla="*/ 491706 w 1086928"/>
                <a:gd name="connsiteY6" fmla="*/ 181154 h 1038224"/>
                <a:gd name="connsiteX7" fmla="*/ 595223 w 1086928"/>
                <a:gd name="connsiteY7" fmla="*/ 0 h 1038224"/>
                <a:gd name="connsiteX8" fmla="*/ 0 w 1086928"/>
                <a:gd name="connsiteY8" fmla="*/ 267418 h 1038224"/>
                <a:gd name="connsiteX9" fmla="*/ 0 w 1086928"/>
                <a:gd name="connsiteY9" fmla="*/ 854014 h 1038224"/>
                <a:gd name="connsiteX10" fmla="*/ 362309 w 1086928"/>
                <a:gd name="connsiteY10" fmla="*/ 966157 h 1038224"/>
                <a:gd name="connsiteX11" fmla="*/ 743220 w 1086928"/>
                <a:gd name="connsiteY11" fmla="*/ 1038224 h 1038224"/>
                <a:gd name="connsiteX12" fmla="*/ 925407 w 1086928"/>
                <a:gd name="connsiteY12" fmla="*/ 996801 h 1038224"/>
                <a:gd name="connsiteX0" fmla="*/ 925407 w 1086928"/>
                <a:gd name="connsiteY0" fmla="*/ 996801 h 1038224"/>
                <a:gd name="connsiteX1" fmla="*/ 981929 w 1086928"/>
                <a:gd name="connsiteY1" fmla="*/ 820721 h 1038224"/>
                <a:gd name="connsiteX2" fmla="*/ 1017917 w 1086928"/>
                <a:gd name="connsiteY2" fmla="*/ 612474 h 1038224"/>
                <a:gd name="connsiteX3" fmla="*/ 1086928 w 1086928"/>
                <a:gd name="connsiteY3" fmla="*/ 431320 h 1038224"/>
                <a:gd name="connsiteX4" fmla="*/ 1069675 w 1086928"/>
                <a:gd name="connsiteY4" fmla="*/ 215659 h 1038224"/>
                <a:gd name="connsiteX5" fmla="*/ 974785 w 1086928"/>
                <a:gd name="connsiteY5" fmla="*/ 172527 h 1038224"/>
                <a:gd name="connsiteX6" fmla="*/ 491706 w 1086928"/>
                <a:gd name="connsiteY6" fmla="*/ 181154 h 1038224"/>
                <a:gd name="connsiteX7" fmla="*/ 595223 w 1086928"/>
                <a:gd name="connsiteY7" fmla="*/ 0 h 1038224"/>
                <a:gd name="connsiteX8" fmla="*/ 0 w 1086928"/>
                <a:gd name="connsiteY8" fmla="*/ 267418 h 1038224"/>
                <a:gd name="connsiteX9" fmla="*/ 0 w 1086928"/>
                <a:gd name="connsiteY9" fmla="*/ 854014 h 1038224"/>
                <a:gd name="connsiteX10" fmla="*/ 362309 w 1086928"/>
                <a:gd name="connsiteY10" fmla="*/ 966157 h 1038224"/>
                <a:gd name="connsiteX11" fmla="*/ 743220 w 1086928"/>
                <a:gd name="connsiteY11" fmla="*/ 1038224 h 1038224"/>
                <a:gd name="connsiteX12" fmla="*/ 925407 w 1086928"/>
                <a:gd name="connsiteY12" fmla="*/ 996801 h 1038224"/>
                <a:gd name="connsiteX0" fmla="*/ 925407 w 1086928"/>
                <a:gd name="connsiteY0" fmla="*/ 996801 h 1005589"/>
                <a:gd name="connsiteX1" fmla="*/ 981929 w 1086928"/>
                <a:gd name="connsiteY1" fmla="*/ 820721 h 1005589"/>
                <a:gd name="connsiteX2" fmla="*/ 1017917 w 1086928"/>
                <a:gd name="connsiteY2" fmla="*/ 612474 h 1005589"/>
                <a:gd name="connsiteX3" fmla="*/ 1086928 w 1086928"/>
                <a:gd name="connsiteY3" fmla="*/ 431320 h 1005589"/>
                <a:gd name="connsiteX4" fmla="*/ 1069675 w 1086928"/>
                <a:gd name="connsiteY4" fmla="*/ 215659 h 1005589"/>
                <a:gd name="connsiteX5" fmla="*/ 974785 w 1086928"/>
                <a:gd name="connsiteY5" fmla="*/ 172527 h 1005589"/>
                <a:gd name="connsiteX6" fmla="*/ 491706 w 1086928"/>
                <a:gd name="connsiteY6" fmla="*/ 181154 h 1005589"/>
                <a:gd name="connsiteX7" fmla="*/ 595223 w 1086928"/>
                <a:gd name="connsiteY7" fmla="*/ 0 h 1005589"/>
                <a:gd name="connsiteX8" fmla="*/ 0 w 1086928"/>
                <a:gd name="connsiteY8" fmla="*/ 267418 h 1005589"/>
                <a:gd name="connsiteX9" fmla="*/ 0 w 1086928"/>
                <a:gd name="connsiteY9" fmla="*/ 854014 h 1005589"/>
                <a:gd name="connsiteX10" fmla="*/ 362309 w 1086928"/>
                <a:gd name="connsiteY10" fmla="*/ 966157 h 1005589"/>
                <a:gd name="connsiteX11" fmla="*/ 925407 w 1086928"/>
                <a:gd name="connsiteY11" fmla="*/ 996801 h 1005589"/>
                <a:gd name="connsiteX0" fmla="*/ 925407 w 1086928"/>
                <a:gd name="connsiteY0" fmla="*/ 996801 h 1013821"/>
                <a:gd name="connsiteX1" fmla="*/ 981929 w 1086928"/>
                <a:gd name="connsiteY1" fmla="*/ 820721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81929 w 1086928"/>
                <a:gd name="connsiteY1" fmla="*/ 820721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91454 w 1086928"/>
                <a:gd name="connsiteY1" fmla="*/ 823103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25407 w 1086928"/>
                <a:gd name="connsiteY0" fmla="*/ 996801 h 1013821"/>
                <a:gd name="connsiteX1" fmla="*/ 991454 w 1086928"/>
                <a:gd name="connsiteY1" fmla="*/ 823103 h 1013821"/>
                <a:gd name="connsiteX2" fmla="*/ 1017917 w 1086928"/>
                <a:gd name="connsiteY2" fmla="*/ 612474 h 1013821"/>
                <a:gd name="connsiteX3" fmla="*/ 1086928 w 1086928"/>
                <a:gd name="connsiteY3" fmla="*/ 431320 h 1013821"/>
                <a:gd name="connsiteX4" fmla="*/ 1069675 w 1086928"/>
                <a:gd name="connsiteY4" fmla="*/ 215659 h 1013821"/>
                <a:gd name="connsiteX5" fmla="*/ 974785 w 1086928"/>
                <a:gd name="connsiteY5" fmla="*/ 172527 h 1013821"/>
                <a:gd name="connsiteX6" fmla="*/ 491706 w 1086928"/>
                <a:gd name="connsiteY6" fmla="*/ 181154 h 1013821"/>
                <a:gd name="connsiteX7" fmla="*/ 595223 w 1086928"/>
                <a:gd name="connsiteY7" fmla="*/ 0 h 1013821"/>
                <a:gd name="connsiteX8" fmla="*/ 0 w 1086928"/>
                <a:gd name="connsiteY8" fmla="*/ 267418 h 1013821"/>
                <a:gd name="connsiteX9" fmla="*/ 0 w 1086928"/>
                <a:gd name="connsiteY9" fmla="*/ 854014 h 1013821"/>
                <a:gd name="connsiteX10" fmla="*/ 362309 w 1086928"/>
                <a:gd name="connsiteY10" fmla="*/ 966157 h 1013821"/>
                <a:gd name="connsiteX11" fmla="*/ 925407 w 1086928"/>
                <a:gd name="connsiteY11" fmla="*/ 996801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12" fmla="*/ 991454 w 1086928"/>
                <a:gd name="connsiteY12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1082894 w 1086928"/>
                <a:gd name="connsiteY11" fmla="*/ 914543 h 1013821"/>
                <a:gd name="connsiteX12" fmla="*/ 991454 w 1086928"/>
                <a:gd name="connsiteY12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91454 w 1086928"/>
                <a:gd name="connsiteY0" fmla="*/ 823103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91454 w 1086928"/>
                <a:gd name="connsiteY11" fmla="*/ 823103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17917 w 1086928"/>
                <a:gd name="connsiteY1" fmla="*/ 612474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88488 w 1086928"/>
                <a:gd name="connsiteY11" fmla="*/ 833437 h 1013821"/>
                <a:gd name="connsiteX12" fmla="*/ 977167 w 1086928"/>
                <a:gd name="connsiteY12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34586 w 1086928"/>
                <a:gd name="connsiteY1" fmla="*/ 633905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27442 w 1086928"/>
                <a:gd name="connsiteY1" fmla="*/ 638668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86928"/>
                <a:gd name="connsiteY0" fmla="*/ 825484 h 1013821"/>
                <a:gd name="connsiteX1" fmla="*/ 1027442 w 1086928"/>
                <a:gd name="connsiteY1" fmla="*/ 638668 h 1013821"/>
                <a:gd name="connsiteX2" fmla="*/ 1086928 w 1086928"/>
                <a:gd name="connsiteY2" fmla="*/ 431320 h 1013821"/>
                <a:gd name="connsiteX3" fmla="*/ 1069675 w 1086928"/>
                <a:gd name="connsiteY3" fmla="*/ 215659 h 1013821"/>
                <a:gd name="connsiteX4" fmla="*/ 974785 w 1086928"/>
                <a:gd name="connsiteY4" fmla="*/ 172527 h 1013821"/>
                <a:gd name="connsiteX5" fmla="*/ 491706 w 1086928"/>
                <a:gd name="connsiteY5" fmla="*/ 181154 h 1013821"/>
                <a:gd name="connsiteX6" fmla="*/ 595223 w 1086928"/>
                <a:gd name="connsiteY6" fmla="*/ 0 h 1013821"/>
                <a:gd name="connsiteX7" fmla="*/ 0 w 1086928"/>
                <a:gd name="connsiteY7" fmla="*/ 267418 h 1013821"/>
                <a:gd name="connsiteX8" fmla="*/ 0 w 1086928"/>
                <a:gd name="connsiteY8" fmla="*/ 854014 h 1013821"/>
                <a:gd name="connsiteX9" fmla="*/ 362309 w 1086928"/>
                <a:gd name="connsiteY9" fmla="*/ 966157 h 1013821"/>
                <a:gd name="connsiteX10" fmla="*/ 925407 w 1086928"/>
                <a:gd name="connsiteY10" fmla="*/ 996801 h 1013821"/>
                <a:gd name="connsiteX11" fmla="*/ 977167 w 1086928"/>
                <a:gd name="connsiteY11" fmla="*/ 825484 h 1013821"/>
                <a:gd name="connsiteX0" fmla="*/ 977167 w 1069675"/>
                <a:gd name="connsiteY0" fmla="*/ 825484 h 1013821"/>
                <a:gd name="connsiteX1" fmla="*/ 1027442 w 1069675"/>
                <a:gd name="connsiteY1" fmla="*/ 638668 h 1013821"/>
                <a:gd name="connsiteX2" fmla="*/ 1051209 w 1069675"/>
                <a:gd name="connsiteY2" fmla="*/ 447988 h 1013821"/>
                <a:gd name="connsiteX3" fmla="*/ 1069675 w 1069675"/>
                <a:gd name="connsiteY3" fmla="*/ 215659 h 1013821"/>
                <a:gd name="connsiteX4" fmla="*/ 974785 w 1069675"/>
                <a:gd name="connsiteY4" fmla="*/ 172527 h 1013821"/>
                <a:gd name="connsiteX5" fmla="*/ 491706 w 1069675"/>
                <a:gd name="connsiteY5" fmla="*/ 181154 h 1013821"/>
                <a:gd name="connsiteX6" fmla="*/ 595223 w 1069675"/>
                <a:gd name="connsiteY6" fmla="*/ 0 h 1013821"/>
                <a:gd name="connsiteX7" fmla="*/ 0 w 1069675"/>
                <a:gd name="connsiteY7" fmla="*/ 267418 h 1013821"/>
                <a:gd name="connsiteX8" fmla="*/ 0 w 1069675"/>
                <a:gd name="connsiteY8" fmla="*/ 854014 h 1013821"/>
                <a:gd name="connsiteX9" fmla="*/ 362309 w 1069675"/>
                <a:gd name="connsiteY9" fmla="*/ 966157 h 1013821"/>
                <a:gd name="connsiteX10" fmla="*/ 925407 w 1069675"/>
                <a:gd name="connsiteY10" fmla="*/ 996801 h 1013821"/>
                <a:gd name="connsiteX11" fmla="*/ 977167 w 1069675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69675 w 1083772"/>
                <a:gd name="connsiteY3" fmla="*/ 215659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083772"/>
                <a:gd name="connsiteY0" fmla="*/ 825484 h 1013821"/>
                <a:gd name="connsiteX1" fmla="*/ 1027442 w 1083772"/>
                <a:gd name="connsiteY1" fmla="*/ 638668 h 1013821"/>
                <a:gd name="connsiteX2" fmla="*/ 1051209 w 1083772"/>
                <a:gd name="connsiteY2" fmla="*/ 447988 h 1013821"/>
                <a:gd name="connsiteX3" fmla="*/ 1053006 w 1083772"/>
                <a:gd name="connsiteY3" fmla="*/ 182321 h 1013821"/>
                <a:gd name="connsiteX4" fmla="*/ 974785 w 1083772"/>
                <a:gd name="connsiteY4" fmla="*/ 172527 h 1013821"/>
                <a:gd name="connsiteX5" fmla="*/ 491706 w 1083772"/>
                <a:gd name="connsiteY5" fmla="*/ 181154 h 1013821"/>
                <a:gd name="connsiteX6" fmla="*/ 595223 w 1083772"/>
                <a:gd name="connsiteY6" fmla="*/ 0 h 1013821"/>
                <a:gd name="connsiteX7" fmla="*/ 0 w 1083772"/>
                <a:gd name="connsiteY7" fmla="*/ 267418 h 1013821"/>
                <a:gd name="connsiteX8" fmla="*/ 0 w 1083772"/>
                <a:gd name="connsiteY8" fmla="*/ 854014 h 1013821"/>
                <a:gd name="connsiteX9" fmla="*/ 362309 w 1083772"/>
                <a:gd name="connsiteY9" fmla="*/ 966157 h 1013821"/>
                <a:gd name="connsiteX10" fmla="*/ 925407 w 1083772"/>
                <a:gd name="connsiteY10" fmla="*/ 996801 h 1013821"/>
                <a:gd name="connsiteX11" fmla="*/ 977167 w 1083772"/>
                <a:gd name="connsiteY11" fmla="*/ 825484 h 1013821"/>
                <a:gd name="connsiteX0" fmla="*/ 977167 w 1107851"/>
                <a:gd name="connsiteY0" fmla="*/ 825484 h 1013821"/>
                <a:gd name="connsiteX1" fmla="*/ 1027442 w 1107851"/>
                <a:gd name="connsiteY1" fmla="*/ 638668 h 1013821"/>
                <a:gd name="connsiteX2" fmla="*/ 1051209 w 1107851"/>
                <a:gd name="connsiteY2" fmla="*/ 447988 h 1013821"/>
                <a:gd name="connsiteX3" fmla="*/ 1053006 w 1107851"/>
                <a:gd name="connsiteY3" fmla="*/ 182321 h 1013821"/>
                <a:gd name="connsiteX4" fmla="*/ 974785 w 1107851"/>
                <a:gd name="connsiteY4" fmla="*/ 172527 h 1013821"/>
                <a:gd name="connsiteX5" fmla="*/ 491706 w 1107851"/>
                <a:gd name="connsiteY5" fmla="*/ 181154 h 1013821"/>
                <a:gd name="connsiteX6" fmla="*/ 595223 w 1107851"/>
                <a:gd name="connsiteY6" fmla="*/ 0 h 1013821"/>
                <a:gd name="connsiteX7" fmla="*/ 0 w 1107851"/>
                <a:gd name="connsiteY7" fmla="*/ 267418 h 1013821"/>
                <a:gd name="connsiteX8" fmla="*/ 0 w 1107851"/>
                <a:gd name="connsiteY8" fmla="*/ 854014 h 1013821"/>
                <a:gd name="connsiteX9" fmla="*/ 362309 w 1107851"/>
                <a:gd name="connsiteY9" fmla="*/ 966157 h 1013821"/>
                <a:gd name="connsiteX10" fmla="*/ 925407 w 1107851"/>
                <a:gd name="connsiteY10" fmla="*/ 996801 h 1013821"/>
                <a:gd name="connsiteX11" fmla="*/ 977167 w 1107851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77167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77167 w 1109996"/>
                <a:gd name="connsiteY11" fmla="*/ 825484 h 1013821"/>
                <a:gd name="connsiteX0" fmla="*/ 986692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86692 w 1109996"/>
                <a:gd name="connsiteY11" fmla="*/ 825484 h 1013821"/>
                <a:gd name="connsiteX0" fmla="*/ 986692 w 1109996"/>
                <a:gd name="connsiteY0" fmla="*/ 825484 h 1013821"/>
                <a:gd name="connsiteX1" fmla="*/ 1027442 w 1109996"/>
                <a:gd name="connsiteY1" fmla="*/ 638668 h 1013821"/>
                <a:gd name="connsiteX2" fmla="*/ 1055972 w 1109996"/>
                <a:gd name="connsiteY2" fmla="*/ 407507 h 1013821"/>
                <a:gd name="connsiteX3" fmla="*/ 1053006 w 1109996"/>
                <a:gd name="connsiteY3" fmla="*/ 182321 h 1013821"/>
                <a:gd name="connsiteX4" fmla="*/ 974785 w 1109996"/>
                <a:gd name="connsiteY4" fmla="*/ 172527 h 1013821"/>
                <a:gd name="connsiteX5" fmla="*/ 491706 w 1109996"/>
                <a:gd name="connsiteY5" fmla="*/ 181154 h 1013821"/>
                <a:gd name="connsiteX6" fmla="*/ 595223 w 1109996"/>
                <a:gd name="connsiteY6" fmla="*/ 0 h 1013821"/>
                <a:gd name="connsiteX7" fmla="*/ 0 w 1109996"/>
                <a:gd name="connsiteY7" fmla="*/ 267418 h 1013821"/>
                <a:gd name="connsiteX8" fmla="*/ 0 w 1109996"/>
                <a:gd name="connsiteY8" fmla="*/ 854014 h 1013821"/>
                <a:gd name="connsiteX9" fmla="*/ 362309 w 1109996"/>
                <a:gd name="connsiteY9" fmla="*/ 966157 h 1013821"/>
                <a:gd name="connsiteX10" fmla="*/ 925407 w 1109996"/>
                <a:gd name="connsiteY10" fmla="*/ 996801 h 1013821"/>
                <a:gd name="connsiteX11" fmla="*/ 986692 w 1109996"/>
                <a:gd name="connsiteY11" fmla="*/ 825484 h 1013821"/>
                <a:gd name="connsiteX0" fmla="*/ 986692 w 1109996"/>
                <a:gd name="connsiteY0" fmla="*/ 825484 h 996152"/>
                <a:gd name="connsiteX1" fmla="*/ 1027442 w 1109996"/>
                <a:gd name="connsiteY1" fmla="*/ 638668 h 996152"/>
                <a:gd name="connsiteX2" fmla="*/ 1055972 w 1109996"/>
                <a:gd name="connsiteY2" fmla="*/ 407507 h 996152"/>
                <a:gd name="connsiteX3" fmla="*/ 1053006 w 1109996"/>
                <a:gd name="connsiteY3" fmla="*/ 182321 h 996152"/>
                <a:gd name="connsiteX4" fmla="*/ 974785 w 1109996"/>
                <a:gd name="connsiteY4" fmla="*/ 172527 h 996152"/>
                <a:gd name="connsiteX5" fmla="*/ 491706 w 1109996"/>
                <a:gd name="connsiteY5" fmla="*/ 181154 h 996152"/>
                <a:gd name="connsiteX6" fmla="*/ 595223 w 1109996"/>
                <a:gd name="connsiteY6" fmla="*/ 0 h 996152"/>
                <a:gd name="connsiteX7" fmla="*/ 0 w 1109996"/>
                <a:gd name="connsiteY7" fmla="*/ 267418 h 996152"/>
                <a:gd name="connsiteX8" fmla="*/ 0 w 1109996"/>
                <a:gd name="connsiteY8" fmla="*/ 854014 h 996152"/>
                <a:gd name="connsiteX9" fmla="*/ 362309 w 1109996"/>
                <a:gd name="connsiteY9" fmla="*/ 966157 h 996152"/>
                <a:gd name="connsiteX10" fmla="*/ 880164 w 1109996"/>
                <a:gd name="connsiteY10" fmla="*/ 972989 h 996152"/>
                <a:gd name="connsiteX11" fmla="*/ 986692 w 1109996"/>
                <a:gd name="connsiteY11" fmla="*/ 825484 h 996152"/>
                <a:gd name="connsiteX0" fmla="*/ 986692 w 1109996"/>
                <a:gd name="connsiteY0" fmla="*/ 825484 h 996152"/>
                <a:gd name="connsiteX1" fmla="*/ 1027442 w 1109996"/>
                <a:gd name="connsiteY1" fmla="*/ 638668 h 996152"/>
                <a:gd name="connsiteX2" fmla="*/ 1055972 w 1109996"/>
                <a:gd name="connsiteY2" fmla="*/ 407507 h 996152"/>
                <a:gd name="connsiteX3" fmla="*/ 1053006 w 1109996"/>
                <a:gd name="connsiteY3" fmla="*/ 182321 h 996152"/>
                <a:gd name="connsiteX4" fmla="*/ 974785 w 1109996"/>
                <a:gd name="connsiteY4" fmla="*/ 172527 h 996152"/>
                <a:gd name="connsiteX5" fmla="*/ 491706 w 1109996"/>
                <a:gd name="connsiteY5" fmla="*/ 181154 h 996152"/>
                <a:gd name="connsiteX6" fmla="*/ 595223 w 1109996"/>
                <a:gd name="connsiteY6" fmla="*/ 0 h 996152"/>
                <a:gd name="connsiteX7" fmla="*/ 0 w 1109996"/>
                <a:gd name="connsiteY7" fmla="*/ 267418 h 996152"/>
                <a:gd name="connsiteX8" fmla="*/ 0 w 1109996"/>
                <a:gd name="connsiteY8" fmla="*/ 854014 h 996152"/>
                <a:gd name="connsiteX9" fmla="*/ 362309 w 1109996"/>
                <a:gd name="connsiteY9" fmla="*/ 966157 h 996152"/>
                <a:gd name="connsiteX10" fmla="*/ 880164 w 1109996"/>
                <a:gd name="connsiteY10" fmla="*/ 972989 h 996152"/>
                <a:gd name="connsiteX11" fmla="*/ 986692 w 1109996"/>
                <a:gd name="connsiteY11" fmla="*/ 825484 h 996152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86974"/>
                <a:gd name="connsiteX1" fmla="*/ 1027442 w 1109996"/>
                <a:gd name="connsiteY1" fmla="*/ 638668 h 986974"/>
                <a:gd name="connsiteX2" fmla="*/ 1055972 w 1109996"/>
                <a:gd name="connsiteY2" fmla="*/ 407507 h 986974"/>
                <a:gd name="connsiteX3" fmla="*/ 1053006 w 1109996"/>
                <a:gd name="connsiteY3" fmla="*/ 182321 h 986974"/>
                <a:gd name="connsiteX4" fmla="*/ 974785 w 1109996"/>
                <a:gd name="connsiteY4" fmla="*/ 172527 h 986974"/>
                <a:gd name="connsiteX5" fmla="*/ 491706 w 1109996"/>
                <a:gd name="connsiteY5" fmla="*/ 181154 h 986974"/>
                <a:gd name="connsiteX6" fmla="*/ 595223 w 1109996"/>
                <a:gd name="connsiteY6" fmla="*/ 0 h 986974"/>
                <a:gd name="connsiteX7" fmla="*/ 0 w 1109996"/>
                <a:gd name="connsiteY7" fmla="*/ 267418 h 986974"/>
                <a:gd name="connsiteX8" fmla="*/ 0 w 1109996"/>
                <a:gd name="connsiteY8" fmla="*/ 854014 h 986974"/>
                <a:gd name="connsiteX9" fmla="*/ 362309 w 1109996"/>
                <a:gd name="connsiteY9" fmla="*/ 966157 h 986974"/>
                <a:gd name="connsiteX10" fmla="*/ 880164 w 1109996"/>
                <a:gd name="connsiteY10" fmla="*/ 972989 h 986974"/>
                <a:gd name="connsiteX11" fmla="*/ 986692 w 1109996"/>
                <a:gd name="connsiteY11" fmla="*/ 825484 h 986974"/>
                <a:gd name="connsiteX0" fmla="*/ 986692 w 1109996"/>
                <a:gd name="connsiteY0" fmla="*/ 825484 h 995044"/>
                <a:gd name="connsiteX1" fmla="*/ 1027442 w 1109996"/>
                <a:gd name="connsiteY1" fmla="*/ 638668 h 995044"/>
                <a:gd name="connsiteX2" fmla="*/ 1055972 w 1109996"/>
                <a:gd name="connsiteY2" fmla="*/ 407507 h 995044"/>
                <a:gd name="connsiteX3" fmla="*/ 1053006 w 1109996"/>
                <a:gd name="connsiteY3" fmla="*/ 182321 h 995044"/>
                <a:gd name="connsiteX4" fmla="*/ 974785 w 1109996"/>
                <a:gd name="connsiteY4" fmla="*/ 172527 h 995044"/>
                <a:gd name="connsiteX5" fmla="*/ 491706 w 1109996"/>
                <a:gd name="connsiteY5" fmla="*/ 181154 h 995044"/>
                <a:gd name="connsiteX6" fmla="*/ 595223 w 1109996"/>
                <a:gd name="connsiteY6" fmla="*/ 0 h 995044"/>
                <a:gd name="connsiteX7" fmla="*/ 0 w 1109996"/>
                <a:gd name="connsiteY7" fmla="*/ 267418 h 995044"/>
                <a:gd name="connsiteX8" fmla="*/ 0 w 1109996"/>
                <a:gd name="connsiteY8" fmla="*/ 854014 h 995044"/>
                <a:gd name="connsiteX9" fmla="*/ 362309 w 1109996"/>
                <a:gd name="connsiteY9" fmla="*/ 966157 h 995044"/>
                <a:gd name="connsiteX10" fmla="*/ 884927 w 1109996"/>
                <a:gd name="connsiteY10" fmla="*/ 984895 h 995044"/>
                <a:gd name="connsiteX11" fmla="*/ 986692 w 1109996"/>
                <a:gd name="connsiteY11" fmla="*/ 825484 h 995044"/>
                <a:gd name="connsiteX0" fmla="*/ 986692 w 1109996"/>
                <a:gd name="connsiteY0" fmla="*/ 825484 h 995044"/>
                <a:gd name="connsiteX1" fmla="*/ 1027442 w 1109996"/>
                <a:gd name="connsiteY1" fmla="*/ 638668 h 995044"/>
                <a:gd name="connsiteX2" fmla="*/ 1055972 w 1109996"/>
                <a:gd name="connsiteY2" fmla="*/ 407507 h 995044"/>
                <a:gd name="connsiteX3" fmla="*/ 1053006 w 1109996"/>
                <a:gd name="connsiteY3" fmla="*/ 182321 h 995044"/>
                <a:gd name="connsiteX4" fmla="*/ 974785 w 1109996"/>
                <a:gd name="connsiteY4" fmla="*/ 172527 h 995044"/>
                <a:gd name="connsiteX5" fmla="*/ 491706 w 1109996"/>
                <a:gd name="connsiteY5" fmla="*/ 181154 h 995044"/>
                <a:gd name="connsiteX6" fmla="*/ 595223 w 1109996"/>
                <a:gd name="connsiteY6" fmla="*/ 0 h 995044"/>
                <a:gd name="connsiteX7" fmla="*/ 0 w 1109996"/>
                <a:gd name="connsiteY7" fmla="*/ 267418 h 995044"/>
                <a:gd name="connsiteX8" fmla="*/ 0 w 1109996"/>
                <a:gd name="connsiteY8" fmla="*/ 854014 h 995044"/>
                <a:gd name="connsiteX9" fmla="*/ 362309 w 1109996"/>
                <a:gd name="connsiteY9" fmla="*/ 966157 h 995044"/>
                <a:gd name="connsiteX10" fmla="*/ 884927 w 1109996"/>
                <a:gd name="connsiteY10" fmla="*/ 984895 h 995044"/>
                <a:gd name="connsiteX11" fmla="*/ 986692 w 1109996"/>
                <a:gd name="connsiteY11" fmla="*/ 825484 h 995044"/>
                <a:gd name="connsiteX0" fmla="*/ 986692 w 1109996"/>
                <a:gd name="connsiteY0" fmla="*/ 825484 h 988698"/>
                <a:gd name="connsiteX1" fmla="*/ 1027442 w 1109996"/>
                <a:gd name="connsiteY1" fmla="*/ 638668 h 988698"/>
                <a:gd name="connsiteX2" fmla="*/ 1055972 w 1109996"/>
                <a:gd name="connsiteY2" fmla="*/ 407507 h 988698"/>
                <a:gd name="connsiteX3" fmla="*/ 1053006 w 1109996"/>
                <a:gd name="connsiteY3" fmla="*/ 182321 h 988698"/>
                <a:gd name="connsiteX4" fmla="*/ 974785 w 1109996"/>
                <a:gd name="connsiteY4" fmla="*/ 172527 h 988698"/>
                <a:gd name="connsiteX5" fmla="*/ 491706 w 1109996"/>
                <a:gd name="connsiteY5" fmla="*/ 181154 h 988698"/>
                <a:gd name="connsiteX6" fmla="*/ 595223 w 1109996"/>
                <a:gd name="connsiteY6" fmla="*/ 0 h 988698"/>
                <a:gd name="connsiteX7" fmla="*/ 0 w 1109996"/>
                <a:gd name="connsiteY7" fmla="*/ 267418 h 988698"/>
                <a:gd name="connsiteX8" fmla="*/ 0 w 1109996"/>
                <a:gd name="connsiteY8" fmla="*/ 854014 h 988698"/>
                <a:gd name="connsiteX9" fmla="*/ 362309 w 1109996"/>
                <a:gd name="connsiteY9" fmla="*/ 966157 h 988698"/>
                <a:gd name="connsiteX10" fmla="*/ 884927 w 1109996"/>
                <a:gd name="connsiteY10" fmla="*/ 984895 h 988698"/>
                <a:gd name="connsiteX11" fmla="*/ 986692 w 1109996"/>
                <a:gd name="connsiteY11" fmla="*/ 825484 h 988698"/>
                <a:gd name="connsiteX0" fmla="*/ 986692 w 1109996"/>
                <a:gd name="connsiteY0" fmla="*/ 825484 h 988698"/>
                <a:gd name="connsiteX1" fmla="*/ 1027442 w 1109996"/>
                <a:gd name="connsiteY1" fmla="*/ 638668 h 988698"/>
                <a:gd name="connsiteX2" fmla="*/ 1055972 w 1109996"/>
                <a:gd name="connsiteY2" fmla="*/ 407507 h 988698"/>
                <a:gd name="connsiteX3" fmla="*/ 1053006 w 1109996"/>
                <a:gd name="connsiteY3" fmla="*/ 182321 h 988698"/>
                <a:gd name="connsiteX4" fmla="*/ 974785 w 1109996"/>
                <a:gd name="connsiteY4" fmla="*/ 172527 h 988698"/>
                <a:gd name="connsiteX5" fmla="*/ 491706 w 1109996"/>
                <a:gd name="connsiteY5" fmla="*/ 181154 h 988698"/>
                <a:gd name="connsiteX6" fmla="*/ 595223 w 1109996"/>
                <a:gd name="connsiteY6" fmla="*/ 0 h 988698"/>
                <a:gd name="connsiteX7" fmla="*/ 0 w 1109996"/>
                <a:gd name="connsiteY7" fmla="*/ 267418 h 988698"/>
                <a:gd name="connsiteX8" fmla="*/ 0 w 1109996"/>
                <a:gd name="connsiteY8" fmla="*/ 854014 h 988698"/>
                <a:gd name="connsiteX9" fmla="*/ 362309 w 1109996"/>
                <a:gd name="connsiteY9" fmla="*/ 966157 h 988698"/>
                <a:gd name="connsiteX10" fmla="*/ 884927 w 1109996"/>
                <a:gd name="connsiteY10" fmla="*/ 984895 h 988698"/>
                <a:gd name="connsiteX11" fmla="*/ 986692 w 1109996"/>
                <a:gd name="connsiteY11" fmla="*/ 825484 h 98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09996" h="988698">
                  <a:moveTo>
                    <a:pt x="986692" y="825484"/>
                  </a:moveTo>
                  <a:cubicBezTo>
                    <a:pt x="1020437" y="795631"/>
                    <a:pt x="1117840" y="750947"/>
                    <a:pt x="1027442" y="638668"/>
                  </a:cubicBezTo>
                  <a:cubicBezTo>
                    <a:pt x="1094896" y="605270"/>
                    <a:pt x="1129012" y="471861"/>
                    <a:pt x="1055972" y="407507"/>
                  </a:cubicBezTo>
                  <a:cubicBezTo>
                    <a:pt x="1119277" y="346733"/>
                    <a:pt x="1137338" y="257382"/>
                    <a:pt x="1053006" y="182321"/>
                  </a:cubicBezTo>
                  <a:cubicBezTo>
                    <a:pt x="1003120" y="171912"/>
                    <a:pt x="1000859" y="175792"/>
                    <a:pt x="974785" y="172527"/>
                  </a:cubicBezTo>
                  <a:lnTo>
                    <a:pt x="491706" y="181154"/>
                  </a:lnTo>
                  <a:lnTo>
                    <a:pt x="595223" y="0"/>
                  </a:lnTo>
                  <a:cubicBezTo>
                    <a:pt x="276045" y="48883"/>
                    <a:pt x="181155" y="175403"/>
                    <a:pt x="0" y="267418"/>
                  </a:cubicBezTo>
                  <a:lnTo>
                    <a:pt x="0" y="854014"/>
                  </a:lnTo>
                  <a:cubicBezTo>
                    <a:pt x="69011" y="856889"/>
                    <a:pt x="189780" y="946029"/>
                    <a:pt x="362309" y="966157"/>
                  </a:cubicBezTo>
                  <a:cubicBezTo>
                    <a:pt x="516544" y="989955"/>
                    <a:pt x="753082" y="992465"/>
                    <a:pt x="884927" y="984895"/>
                  </a:cubicBezTo>
                  <a:cubicBezTo>
                    <a:pt x="1065985" y="980499"/>
                    <a:pt x="1049459" y="866918"/>
                    <a:pt x="986692" y="825484"/>
                  </a:cubicBezTo>
                  <a:close/>
                </a:path>
              </a:pathLst>
            </a:custGeom>
            <a:solidFill>
              <a:srgbClr val="FDCB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334C80D-3BD1-4599-9331-FDDC0B7B7546}"/>
                </a:ext>
              </a:extLst>
            </p:cNvPr>
            <p:cNvSpPr/>
            <p:nvPr/>
          </p:nvSpPr>
          <p:spPr>
            <a:xfrm rot="10800000">
              <a:off x="7507958" y="3816475"/>
              <a:ext cx="868043" cy="68198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CE5640D-4037-40F5-8D71-0178DC2B482A}"/>
                </a:ext>
              </a:extLst>
            </p:cNvPr>
            <p:cNvSpPr/>
            <p:nvPr/>
          </p:nvSpPr>
          <p:spPr>
            <a:xfrm rot="10800000">
              <a:off x="7241804" y="3922576"/>
              <a:ext cx="266155" cy="544494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</p:grpSp>
    </p:spTree>
    <p:extLst>
      <p:ext uri="{BB962C8B-B14F-4D97-AF65-F5344CB8AC3E}">
        <p14:creationId xmlns:p14="http://schemas.microsoft.com/office/powerpoint/2010/main" val="781417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CE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roup 260">
            <a:extLst>
              <a:ext uri="{FF2B5EF4-FFF2-40B4-BE49-F238E27FC236}">
                <a16:creationId xmlns:a16="http://schemas.microsoft.com/office/drawing/2014/main" id="{7E51A3AC-8D30-4581-8DD7-74976CF7D0FD}"/>
              </a:ext>
            </a:extLst>
          </p:cNvPr>
          <p:cNvGrpSpPr/>
          <p:nvPr/>
        </p:nvGrpSpPr>
        <p:grpSpPr>
          <a:xfrm>
            <a:off x="3695700" y="7375930"/>
            <a:ext cx="4800600" cy="4800600"/>
            <a:chOff x="659666" y="598425"/>
            <a:chExt cx="5641271" cy="5641271"/>
          </a:xfrm>
          <a:effectLst/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91AC262-9716-4414-B895-E4DA7A21C1C5}"/>
                </a:ext>
              </a:extLst>
            </p:cNvPr>
            <p:cNvGrpSpPr/>
            <p:nvPr/>
          </p:nvGrpSpPr>
          <p:grpSpPr>
            <a:xfrm>
              <a:off x="659666" y="598425"/>
              <a:ext cx="5641271" cy="5641271"/>
              <a:chOff x="1224922" y="598425"/>
              <a:chExt cx="5641271" cy="564127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D6C4E4A-E712-41C4-8BD7-851BC1129879}"/>
                  </a:ext>
                </a:extLst>
              </p:cNvPr>
              <p:cNvSpPr/>
              <p:nvPr/>
            </p:nvSpPr>
            <p:spPr>
              <a:xfrm rot="2700000">
                <a:off x="3958590" y="59842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C67887-1461-41D9-97B1-C420F58099E8}"/>
                  </a:ext>
                </a:extLst>
              </p:cNvPr>
              <p:cNvSpPr/>
              <p:nvPr/>
            </p:nvSpPr>
            <p:spPr>
              <a:xfrm rot="2700000">
                <a:off x="3958590" y="606576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3350902-52CA-419B-AF1D-F38AE33A093C}"/>
                  </a:ext>
                </a:extLst>
              </p:cNvPr>
              <p:cNvSpPr/>
              <p:nvPr/>
            </p:nvSpPr>
            <p:spPr>
              <a:xfrm rot="3600000">
                <a:off x="4666115" y="69157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0CB4885-4CED-43DB-BF99-9618319762A5}"/>
                  </a:ext>
                </a:extLst>
              </p:cNvPr>
              <p:cNvSpPr/>
              <p:nvPr/>
            </p:nvSpPr>
            <p:spPr>
              <a:xfrm rot="3600000">
                <a:off x="3251065" y="597261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F41517B-D9B9-468D-B05A-0318386E78EB}"/>
                  </a:ext>
                </a:extLst>
              </p:cNvPr>
              <p:cNvSpPr/>
              <p:nvPr/>
            </p:nvSpPr>
            <p:spPr>
              <a:xfrm rot="4500000">
                <a:off x="5325424" y="964667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B245ADF-7664-4A2B-85EB-A9DFF9EF4AA3}"/>
                  </a:ext>
                </a:extLst>
              </p:cNvPr>
              <p:cNvSpPr/>
              <p:nvPr/>
            </p:nvSpPr>
            <p:spPr>
              <a:xfrm rot="4500000">
                <a:off x="2591756" y="5699520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FEA8A56-F0FF-40B6-8134-A2EF84973616}"/>
                  </a:ext>
                </a:extLst>
              </p:cNvPr>
              <p:cNvSpPr/>
              <p:nvPr/>
            </p:nvSpPr>
            <p:spPr>
              <a:xfrm rot="5400000">
                <a:off x="5891586" y="139909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9D75FC2-F7E9-4D4D-9FB4-1F8C0E886870}"/>
                  </a:ext>
                </a:extLst>
              </p:cNvPr>
              <p:cNvSpPr/>
              <p:nvPr/>
            </p:nvSpPr>
            <p:spPr>
              <a:xfrm rot="5400000">
                <a:off x="2025594" y="526508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3037B79-FF6A-416A-961E-E40A96A1A97A}"/>
                  </a:ext>
                </a:extLst>
              </p:cNvPr>
              <p:cNvSpPr/>
              <p:nvPr/>
            </p:nvSpPr>
            <p:spPr>
              <a:xfrm rot="6300000">
                <a:off x="6326016" y="196525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3105D1F-DECC-46E5-BBBD-AC55B0823584}"/>
                  </a:ext>
                </a:extLst>
              </p:cNvPr>
              <p:cNvSpPr/>
              <p:nvPr/>
            </p:nvSpPr>
            <p:spPr>
              <a:xfrm rot="6300000">
                <a:off x="1591164" y="469892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8E7EBE3-7E40-42E5-A553-6A113BF3D7A6}"/>
                  </a:ext>
                </a:extLst>
              </p:cNvPr>
              <p:cNvSpPr/>
              <p:nvPr/>
            </p:nvSpPr>
            <p:spPr>
              <a:xfrm rot="7200000">
                <a:off x="6599111" y="262456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1E2DA96-3FD1-4E7E-B063-ED44E46F92E9}"/>
                  </a:ext>
                </a:extLst>
              </p:cNvPr>
              <p:cNvSpPr/>
              <p:nvPr/>
            </p:nvSpPr>
            <p:spPr>
              <a:xfrm rot="7200000">
                <a:off x="1318069" y="403961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6A79BA0-AD14-4601-AF9F-DF4F417D9A89}"/>
                  </a:ext>
                </a:extLst>
              </p:cNvPr>
              <p:cNvSpPr/>
              <p:nvPr/>
            </p:nvSpPr>
            <p:spPr>
              <a:xfrm rot="8100000">
                <a:off x="6692259" y="3332094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6BA47FB-A6D8-4B11-9CD1-5CB7A17C1EF8}"/>
                  </a:ext>
                </a:extLst>
              </p:cNvPr>
              <p:cNvSpPr/>
              <p:nvPr/>
            </p:nvSpPr>
            <p:spPr>
              <a:xfrm rot="8100000">
                <a:off x="1224922" y="3332094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CC63048-5117-43BE-AF8A-F2E35B24F645}"/>
                  </a:ext>
                </a:extLst>
              </p:cNvPr>
              <p:cNvSpPr/>
              <p:nvPr/>
            </p:nvSpPr>
            <p:spPr>
              <a:xfrm rot="9000000">
                <a:off x="6599111" y="403961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F384C62-BA2B-4436-9AAE-616937EB76B7}"/>
                  </a:ext>
                </a:extLst>
              </p:cNvPr>
              <p:cNvSpPr/>
              <p:nvPr/>
            </p:nvSpPr>
            <p:spPr>
              <a:xfrm rot="9000000">
                <a:off x="1318069" y="262456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59778B3-21D4-419E-9CFF-26B8C203CCC3}"/>
                  </a:ext>
                </a:extLst>
              </p:cNvPr>
              <p:cNvSpPr/>
              <p:nvPr/>
            </p:nvSpPr>
            <p:spPr>
              <a:xfrm rot="9900000">
                <a:off x="6326016" y="469892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5B461A0-4C17-4BB7-BAF2-07508B63B6D0}"/>
                  </a:ext>
                </a:extLst>
              </p:cNvPr>
              <p:cNvSpPr/>
              <p:nvPr/>
            </p:nvSpPr>
            <p:spPr>
              <a:xfrm rot="9900000">
                <a:off x="1591164" y="196525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44B254D-4BA6-4FAE-B78C-48EF9AF181F0}"/>
                  </a:ext>
                </a:extLst>
              </p:cNvPr>
              <p:cNvSpPr/>
              <p:nvPr/>
            </p:nvSpPr>
            <p:spPr>
              <a:xfrm rot="10800000">
                <a:off x="5891586" y="526508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9C5F3A3-918C-485E-9126-80ED9D437032}"/>
                  </a:ext>
                </a:extLst>
              </p:cNvPr>
              <p:cNvSpPr/>
              <p:nvPr/>
            </p:nvSpPr>
            <p:spPr>
              <a:xfrm rot="10800000">
                <a:off x="2025594" y="139909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3A59EE9-CB46-4C47-A3D2-7599DFB2040E}"/>
                  </a:ext>
                </a:extLst>
              </p:cNvPr>
              <p:cNvSpPr/>
              <p:nvPr/>
            </p:nvSpPr>
            <p:spPr>
              <a:xfrm rot="11700000">
                <a:off x="5325424" y="5699520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E3ABB18-67C8-4E10-9660-B246F371916B}"/>
                  </a:ext>
                </a:extLst>
              </p:cNvPr>
              <p:cNvSpPr/>
              <p:nvPr/>
            </p:nvSpPr>
            <p:spPr>
              <a:xfrm rot="11700000">
                <a:off x="2591756" y="964667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C8CC82E7-8A36-4941-A18E-FB3C9DFB68B5}"/>
                  </a:ext>
                </a:extLst>
              </p:cNvPr>
              <p:cNvSpPr/>
              <p:nvPr/>
            </p:nvSpPr>
            <p:spPr>
              <a:xfrm rot="12600000">
                <a:off x="4666115" y="597261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B032F6F-913C-45CB-9277-3D87DD21BA0E}"/>
                  </a:ext>
                </a:extLst>
              </p:cNvPr>
              <p:cNvSpPr/>
              <p:nvPr/>
            </p:nvSpPr>
            <p:spPr>
              <a:xfrm rot="12600000">
                <a:off x="3251065" y="69157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" name="Circle: Hollow 53">
              <a:extLst>
                <a:ext uri="{FF2B5EF4-FFF2-40B4-BE49-F238E27FC236}">
                  <a16:creationId xmlns:a16="http://schemas.microsoft.com/office/drawing/2014/main" id="{2DAB6D9C-DC4E-48FC-9383-17D84B61470E}"/>
                </a:ext>
              </a:extLst>
            </p:cNvPr>
            <p:cNvSpPr/>
            <p:nvPr/>
          </p:nvSpPr>
          <p:spPr>
            <a:xfrm>
              <a:off x="1041620" y="980379"/>
              <a:ext cx="4877362" cy="4877362"/>
            </a:xfrm>
            <a:prstGeom prst="donut">
              <a:avLst>
                <a:gd name="adj" fmla="val 1206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8EF0485B-6316-47CB-BD53-A6B7F147B84F}"/>
              </a:ext>
            </a:extLst>
          </p:cNvPr>
          <p:cNvGrpSpPr/>
          <p:nvPr/>
        </p:nvGrpSpPr>
        <p:grpSpPr>
          <a:xfrm>
            <a:off x="4206030" y="7878227"/>
            <a:ext cx="3787971" cy="3787969"/>
            <a:chOff x="2154470" y="585173"/>
            <a:chExt cx="5641271" cy="5641271"/>
          </a:xfrm>
          <a:effectLst/>
        </p:grpSpPr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AC2DE40F-5C83-47EE-83FE-3C4EFFC5AC39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</p:grpSpPr>
          <p:grpSp>
            <p:nvGrpSpPr>
              <p:cNvPr id="266" name="Group 265">
                <a:extLst>
                  <a:ext uri="{FF2B5EF4-FFF2-40B4-BE49-F238E27FC236}">
                    <a16:creationId xmlns:a16="http://schemas.microsoft.com/office/drawing/2014/main" id="{28D561E5-258A-4123-ACAB-EFF3AF49D376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</p:grpSpPr>
            <p:sp>
              <p:nvSpPr>
                <p:cNvPr id="292" name="Rectangle 80">
                  <a:extLst>
                    <a:ext uri="{FF2B5EF4-FFF2-40B4-BE49-F238E27FC236}">
                      <a16:creationId xmlns:a16="http://schemas.microsoft.com/office/drawing/2014/main" id="{EE683968-58D8-4CDE-8C6E-C776B1A79A12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3" name="Rectangle 81">
                  <a:extLst>
                    <a:ext uri="{FF2B5EF4-FFF2-40B4-BE49-F238E27FC236}">
                      <a16:creationId xmlns:a16="http://schemas.microsoft.com/office/drawing/2014/main" id="{E50FF7FD-AF1E-43AC-AF82-54551E787F41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4" name="Rectangle 82">
                  <a:extLst>
                    <a:ext uri="{FF2B5EF4-FFF2-40B4-BE49-F238E27FC236}">
                      <a16:creationId xmlns:a16="http://schemas.microsoft.com/office/drawing/2014/main" id="{4103FBED-7F78-4FCE-8A6D-E74A55AE24E7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5" name="Rectangle 83">
                  <a:extLst>
                    <a:ext uri="{FF2B5EF4-FFF2-40B4-BE49-F238E27FC236}">
                      <a16:creationId xmlns:a16="http://schemas.microsoft.com/office/drawing/2014/main" id="{8A2A6440-B405-409D-A82A-52AA6AC13E9D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6" name="Rectangle 84">
                  <a:extLst>
                    <a:ext uri="{FF2B5EF4-FFF2-40B4-BE49-F238E27FC236}">
                      <a16:creationId xmlns:a16="http://schemas.microsoft.com/office/drawing/2014/main" id="{EC860494-78B1-400C-8BA0-1151E41F455D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7" name="Rectangle 85">
                  <a:extLst>
                    <a:ext uri="{FF2B5EF4-FFF2-40B4-BE49-F238E27FC236}">
                      <a16:creationId xmlns:a16="http://schemas.microsoft.com/office/drawing/2014/main" id="{66434C06-0653-4A24-9BD3-8C8CD6FE85B7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8" name="Rectangle 86">
                  <a:extLst>
                    <a:ext uri="{FF2B5EF4-FFF2-40B4-BE49-F238E27FC236}">
                      <a16:creationId xmlns:a16="http://schemas.microsoft.com/office/drawing/2014/main" id="{39D6C104-41E3-47AA-8FCB-077F34FB1F8A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9" name="Rectangle 87">
                  <a:extLst>
                    <a:ext uri="{FF2B5EF4-FFF2-40B4-BE49-F238E27FC236}">
                      <a16:creationId xmlns:a16="http://schemas.microsoft.com/office/drawing/2014/main" id="{AD8AD4A8-C588-4168-8693-F0E358BEAFA4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0" name="Rectangle 88">
                  <a:extLst>
                    <a:ext uri="{FF2B5EF4-FFF2-40B4-BE49-F238E27FC236}">
                      <a16:creationId xmlns:a16="http://schemas.microsoft.com/office/drawing/2014/main" id="{CD6B9561-4F74-4D55-AE75-4EA034B80A59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1" name="Rectangle 89">
                  <a:extLst>
                    <a:ext uri="{FF2B5EF4-FFF2-40B4-BE49-F238E27FC236}">
                      <a16:creationId xmlns:a16="http://schemas.microsoft.com/office/drawing/2014/main" id="{064E8FDA-845B-42C5-B559-3A742E7FAC71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2" name="Rectangle 90">
                  <a:extLst>
                    <a:ext uri="{FF2B5EF4-FFF2-40B4-BE49-F238E27FC236}">
                      <a16:creationId xmlns:a16="http://schemas.microsoft.com/office/drawing/2014/main" id="{DADAC996-3936-4CDF-A6CB-3CDDC773127C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3" name="Rectangle 91">
                  <a:extLst>
                    <a:ext uri="{FF2B5EF4-FFF2-40B4-BE49-F238E27FC236}">
                      <a16:creationId xmlns:a16="http://schemas.microsoft.com/office/drawing/2014/main" id="{DEB43521-0BEC-4EB1-B13A-94BBAF89C61E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4" name="Rectangle 92">
                  <a:extLst>
                    <a:ext uri="{FF2B5EF4-FFF2-40B4-BE49-F238E27FC236}">
                      <a16:creationId xmlns:a16="http://schemas.microsoft.com/office/drawing/2014/main" id="{F3244BEC-CD1E-422E-B30B-24E1261C9368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5" name="Rectangle 93">
                  <a:extLst>
                    <a:ext uri="{FF2B5EF4-FFF2-40B4-BE49-F238E27FC236}">
                      <a16:creationId xmlns:a16="http://schemas.microsoft.com/office/drawing/2014/main" id="{12C6BC75-9263-4940-AB54-90D513C072DB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6" name="Rectangle 94">
                  <a:extLst>
                    <a:ext uri="{FF2B5EF4-FFF2-40B4-BE49-F238E27FC236}">
                      <a16:creationId xmlns:a16="http://schemas.microsoft.com/office/drawing/2014/main" id="{8C376E36-B160-4324-AC54-B9FBDEADB83F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" name="Rectangle 95">
                  <a:extLst>
                    <a:ext uri="{FF2B5EF4-FFF2-40B4-BE49-F238E27FC236}">
                      <a16:creationId xmlns:a16="http://schemas.microsoft.com/office/drawing/2014/main" id="{B8EAA488-3E51-4C2E-8EAD-462CD3D15D22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8" name="Rectangle 96">
                  <a:extLst>
                    <a:ext uri="{FF2B5EF4-FFF2-40B4-BE49-F238E27FC236}">
                      <a16:creationId xmlns:a16="http://schemas.microsoft.com/office/drawing/2014/main" id="{983F5CFD-7937-47E0-BB9B-B8282B28B064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9" name="Rectangle 97">
                  <a:extLst>
                    <a:ext uri="{FF2B5EF4-FFF2-40B4-BE49-F238E27FC236}">
                      <a16:creationId xmlns:a16="http://schemas.microsoft.com/office/drawing/2014/main" id="{7A724156-94FD-40B7-935C-3866E9C694CF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0" name="Rectangle 98">
                  <a:extLst>
                    <a:ext uri="{FF2B5EF4-FFF2-40B4-BE49-F238E27FC236}">
                      <a16:creationId xmlns:a16="http://schemas.microsoft.com/office/drawing/2014/main" id="{1FDB25A4-A63A-42D8-9C45-E14CEC570E31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1" name="Rectangle 99">
                  <a:extLst>
                    <a:ext uri="{FF2B5EF4-FFF2-40B4-BE49-F238E27FC236}">
                      <a16:creationId xmlns:a16="http://schemas.microsoft.com/office/drawing/2014/main" id="{88E075F3-AE03-4D73-AD08-C2F7B816408F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2" name="Rectangle 100">
                  <a:extLst>
                    <a:ext uri="{FF2B5EF4-FFF2-40B4-BE49-F238E27FC236}">
                      <a16:creationId xmlns:a16="http://schemas.microsoft.com/office/drawing/2014/main" id="{1C08D680-0C06-4EFA-8E25-721DF825184F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3" name="Rectangle 101">
                  <a:extLst>
                    <a:ext uri="{FF2B5EF4-FFF2-40B4-BE49-F238E27FC236}">
                      <a16:creationId xmlns:a16="http://schemas.microsoft.com/office/drawing/2014/main" id="{C57ABF66-C507-4306-9766-DEA076E6FCF2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4" name="Rectangle 102">
                  <a:extLst>
                    <a:ext uri="{FF2B5EF4-FFF2-40B4-BE49-F238E27FC236}">
                      <a16:creationId xmlns:a16="http://schemas.microsoft.com/office/drawing/2014/main" id="{B4E2C5E9-5B21-4452-B65A-E396DB498033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5" name="Rectangle 103">
                  <a:extLst>
                    <a:ext uri="{FF2B5EF4-FFF2-40B4-BE49-F238E27FC236}">
                      <a16:creationId xmlns:a16="http://schemas.microsoft.com/office/drawing/2014/main" id="{D2960129-B074-40EB-B1A1-1CFAFE6F7C23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0C15E60E-39C6-4684-AE42-9A077E931443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</p:grpSpPr>
            <p:sp>
              <p:nvSpPr>
                <p:cNvPr id="268" name="Freeform: Shape 267">
                  <a:extLst>
                    <a:ext uri="{FF2B5EF4-FFF2-40B4-BE49-F238E27FC236}">
                      <a16:creationId xmlns:a16="http://schemas.microsoft.com/office/drawing/2014/main" id="{AF3D4EBF-7670-498B-A909-C78B155648D5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9" name="Freeform: Shape 268">
                  <a:extLst>
                    <a:ext uri="{FF2B5EF4-FFF2-40B4-BE49-F238E27FC236}">
                      <a16:creationId xmlns:a16="http://schemas.microsoft.com/office/drawing/2014/main" id="{53F081AF-D26A-45A6-8A8A-A2BE1EA111B3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0" name="Freeform: Shape 269">
                  <a:extLst>
                    <a:ext uri="{FF2B5EF4-FFF2-40B4-BE49-F238E27FC236}">
                      <a16:creationId xmlns:a16="http://schemas.microsoft.com/office/drawing/2014/main" id="{F459A4EE-F7CF-449E-A108-282D2EFCF7DD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1" name="Freeform: Shape 270">
                  <a:extLst>
                    <a:ext uri="{FF2B5EF4-FFF2-40B4-BE49-F238E27FC236}">
                      <a16:creationId xmlns:a16="http://schemas.microsoft.com/office/drawing/2014/main" id="{6A45962C-B110-441B-9D03-7618358FD5A4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2" name="Freeform: Shape 271">
                  <a:extLst>
                    <a:ext uri="{FF2B5EF4-FFF2-40B4-BE49-F238E27FC236}">
                      <a16:creationId xmlns:a16="http://schemas.microsoft.com/office/drawing/2014/main" id="{A945B6E0-C3D1-4690-9959-8F4CEFEB91E4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3" name="Freeform: Shape 272">
                  <a:extLst>
                    <a:ext uri="{FF2B5EF4-FFF2-40B4-BE49-F238E27FC236}">
                      <a16:creationId xmlns:a16="http://schemas.microsoft.com/office/drawing/2014/main" id="{3F5944D1-E7B1-472A-82C7-CFA13ACA7BFB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4" name="Freeform: Shape 273">
                  <a:extLst>
                    <a:ext uri="{FF2B5EF4-FFF2-40B4-BE49-F238E27FC236}">
                      <a16:creationId xmlns:a16="http://schemas.microsoft.com/office/drawing/2014/main" id="{42E93AAD-2A4B-4E75-A280-48E9BDAF9C6D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5" name="Freeform: Shape 274">
                  <a:extLst>
                    <a:ext uri="{FF2B5EF4-FFF2-40B4-BE49-F238E27FC236}">
                      <a16:creationId xmlns:a16="http://schemas.microsoft.com/office/drawing/2014/main" id="{EE98365A-48FC-4045-9CA8-5BA32067953F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6" name="Freeform: Shape 275">
                  <a:extLst>
                    <a:ext uri="{FF2B5EF4-FFF2-40B4-BE49-F238E27FC236}">
                      <a16:creationId xmlns:a16="http://schemas.microsoft.com/office/drawing/2014/main" id="{E79F88B1-374E-4EF1-BC60-50916EACADF8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7" name="Freeform: Shape 276">
                  <a:extLst>
                    <a:ext uri="{FF2B5EF4-FFF2-40B4-BE49-F238E27FC236}">
                      <a16:creationId xmlns:a16="http://schemas.microsoft.com/office/drawing/2014/main" id="{28D11CE6-3BE0-4EC8-BBF8-6048E4D8EEC2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8" name="Freeform: Shape 277">
                  <a:extLst>
                    <a:ext uri="{FF2B5EF4-FFF2-40B4-BE49-F238E27FC236}">
                      <a16:creationId xmlns:a16="http://schemas.microsoft.com/office/drawing/2014/main" id="{40439566-25CE-4922-88F2-F8B9DD431B1F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9" name="Freeform: Shape 278">
                  <a:extLst>
                    <a:ext uri="{FF2B5EF4-FFF2-40B4-BE49-F238E27FC236}">
                      <a16:creationId xmlns:a16="http://schemas.microsoft.com/office/drawing/2014/main" id="{EF0DF8C1-70EB-426E-9066-045E7ECADFD8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0" name="Freeform: Shape 279">
                  <a:extLst>
                    <a:ext uri="{FF2B5EF4-FFF2-40B4-BE49-F238E27FC236}">
                      <a16:creationId xmlns:a16="http://schemas.microsoft.com/office/drawing/2014/main" id="{C35E3E14-E212-4682-938C-EE14FF7B3CEF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1" name="Freeform: Shape 280">
                  <a:extLst>
                    <a:ext uri="{FF2B5EF4-FFF2-40B4-BE49-F238E27FC236}">
                      <a16:creationId xmlns:a16="http://schemas.microsoft.com/office/drawing/2014/main" id="{A1C9C705-A412-400A-A281-4A4C17650D66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2" name="Freeform: Shape 281">
                  <a:extLst>
                    <a:ext uri="{FF2B5EF4-FFF2-40B4-BE49-F238E27FC236}">
                      <a16:creationId xmlns:a16="http://schemas.microsoft.com/office/drawing/2014/main" id="{6701850A-64DE-4848-AD54-BDFEB59EED9C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3" name="Freeform: Shape 282">
                  <a:extLst>
                    <a:ext uri="{FF2B5EF4-FFF2-40B4-BE49-F238E27FC236}">
                      <a16:creationId xmlns:a16="http://schemas.microsoft.com/office/drawing/2014/main" id="{C23D418F-1A20-4A03-9707-90ADD15DE3E9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4" name="Freeform: Shape 283">
                  <a:extLst>
                    <a:ext uri="{FF2B5EF4-FFF2-40B4-BE49-F238E27FC236}">
                      <a16:creationId xmlns:a16="http://schemas.microsoft.com/office/drawing/2014/main" id="{C9E6D86D-64B3-47E7-BB7C-F30FB7149671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5" name="Freeform: Shape 284">
                  <a:extLst>
                    <a:ext uri="{FF2B5EF4-FFF2-40B4-BE49-F238E27FC236}">
                      <a16:creationId xmlns:a16="http://schemas.microsoft.com/office/drawing/2014/main" id="{60681EA8-44EB-4BDD-981D-1278ED758716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6" name="Freeform: Shape 285">
                  <a:extLst>
                    <a:ext uri="{FF2B5EF4-FFF2-40B4-BE49-F238E27FC236}">
                      <a16:creationId xmlns:a16="http://schemas.microsoft.com/office/drawing/2014/main" id="{19DA99E3-0489-4388-8BF9-3F77979A8F69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7" name="Freeform: Shape 286">
                  <a:extLst>
                    <a:ext uri="{FF2B5EF4-FFF2-40B4-BE49-F238E27FC236}">
                      <a16:creationId xmlns:a16="http://schemas.microsoft.com/office/drawing/2014/main" id="{2F8E4404-382A-45EC-A405-ACE25E93B100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8" name="Freeform: Shape 287">
                  <a:extLst>
                    <a:ext uri="{FF2B5EF4-FFF2-40B4-BE49-F238E27FC236}">
                      <a16:creationId xmlns:a16="http://schemas.microsoft.com/office/drawing/2014/main" id="{46B6B3E8-BD8D-4CF0-BC62-466E2D0AD17C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9" name="Freeform: Shape 288">
                  <a:extLst>
                    <a:ext uri="{FF2B5EF4-FFF2-40B4-BE49-F238E27FC236}">
                      <a16:creationId xmlns:a16="http://schemas.microsoft.com/office/drawing/2014/main" id="{C42A47A3-F6C4-42F5-B30D-4FEF894ABC1A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0" name="Freeform: Shape 289">
                  <a:extLst>
                    <a:ext uri="{FF2B5EF4-FFF2-40B4-BE49-F238E27FC236}">
                      <a16:creationId xmlns:a16="http://schemas.microsoft.com/office/drawing/2014/main" id="{69578DF4-029D-4C0B-AD2F-7DC0CB3573A2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1" name="Freeform: Shape 290">
                  <a:extLst>
                    <a:ext uri="{FF2B5EF4-FFF2-40B4-BE49-F238E27FC236}">
                      <a16:creationId xmlns:a16="http://schemas.microsoft.com/office/drawing/2014/main" id="{1F0AB1F4-C5C7-4003-BA8A-9F3D243CB8E0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64" name="Circle: Hollow 263">
              <a:extLst>
                <a:ext uri="{FF2B5EF4-FFF2-40B4-BE49-F238E27FC236}">
                  <a16:creationId xmlns:a16="http://schemas.microsoft.com/office/drawing/2014/main" id="{147B0A70-CA52-4A66-BD4A-95983FD682F1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5" name="Circle: Hollow 264">
              <a:extLst>
                <a:ext uri="{FF2B5EF4-FFF2-40B4-BE49-F238E27FC236}">
                  <a16:creationId xmlns:a16="http://schemas.microsoft.com/office/drawing/2014/main" id="{93A84295-0701-4803-A8A4-7CC35A2B54F6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8F75B49E-0147-4EE7-A1FF-864A86918FED}"/>
              </a:ext>
            </a:extLst>
          </p:cNvPr>
          <p:cNvGrpSpPr/>
          <p:nvPr/>
        </p:nvGrpSpPr>
        <p:grpSpPr>
          <a:xfrm>
            <a:off x="4854863" y="8516842"/>
            <a:ext cx="2500523" cy="2500521"/>
            <a:chOff x="2551359" y="1949856"/>
            <a:chExt cx="2938410" cy="2938408"/>
          </a:xfrm>
          <a:effectLst/>
        </p:grpSpPr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8B6DE93E-EF3B-4CDC-BF62-1E2B7F6DD9F5}"/>
                </a:ext>
              </a:extLst>
            </p:cNvPr>
            <p:cNvGrpSpPr/>
            <p:nvPr/>
          </p:nvGrpSpPr>
          <p:grpSpPr>
            <a:xfrm>
              <a:off x="2551359" y="1949856"/>
              <a:ext cx="2938410" cy="2938408"/>
              <a:chOff x="1224922" y="598425"/>
              <a:chExt cx="5641271" cy="5641271"/>
            </a:xfrm>
          </p:grpSpPr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CD29EB79-E417-40C2-A4AB-B44B4A562ACA}"/>
                  </a:ext>
                </a:extLst>
              </p:cNvPr>
              <p:cNvSpPr/>
              <p:nvPr/>
            </p:nvSpPr>
            <p:spPr>
              <a:xfrm rot="2700000">
                <a:off x="3958590" y="59842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049F2F69-5F6D-4715-9C51-A60273C01554}"/>
                  </a:ext>
                </a:extLst>
              </p:cNvPr>
              <p:cNvSpPr/>
              <p:nvPr/>
            </p:nvSpPr>
            <p:spPr>
              <a:xfrm rot="2700000">
                <a:off x="3958590" y="606576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41EF09A0-2840-490B-A985-774CD66B805D}"/>
                  </a:ext>
                </a:extLst>
              </p:cNvPr>
              <p:cNvSpPr/>
              <p:nvPr/>
            </p:nvSpPr>
            <p:spPr>
              <a:xfrm rot="3600000">
                <a:off x="4666115" y="69157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57EAAFB1-8C37-47B9-AFED-E9DB47367003}"/>
                  </a:ext>
                </a:extLst>
              </p:cNvPr>
              <p:cNvSpPr/>
              <p:nvPr/>
            </p:nvSpPr>
            <p:spPr>
              <a:xfrm rot="3600000">
                <a:off x="3251065" y="597261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3A25CC5E-E6E8-4A69-A386-9E7A2578FFB0}"/>
                  </a:ext>
                </a:extLst>
              </p:cNvPr>
              <p:cNvSpPr/>
              <p:nvPr/>
            </p:nvSpPr>
            <p:spPr>
              <a:xfrm rot="4500000">
                <a:off x="5325424" y="964667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49BB8E80-4435-4B3E-96DC-6C44E4D17DFA}"/>
                  </a:ext>
                </a:extLst>
              </p:cNvPr>
              <p:cNvSpPr/>
              <p:nvPr/>
            </p:nvSpPr>
            <p:spPr>
              <a:xfrm rot="4500000">
                <a:off x="2591756" y="5699520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A133B53C-D09E-4F52-985B-22A877B729B6}"/>
                  </a:ext>
                </a:extLst>
              </p:cNvPr>
              <p:cNvSpPr/>
              <p:nvPr/>
            </p:nvSpPr>
            <p:spPr>
              <a:xfrm rot="5400000">
                <a:off x="5891586" y="139909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1910E2E4-6AB1-4C35-9EF5-6357DB9531CB}"/>
                  </a:ext>
                </a:extLst>
              </p:cNvPr>
              <p:cNvSpPr/>
              <p:nvPr/>
            </p:nvSpPr>
            <p:spPr>
              <a:xfrm rot="5400000">
                <a:off x="2025594" y="526508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19EEED5D-1466-4943-8E63-7F083FC848E4}"/>
                  </a:ext>
                </a:extLst>
              </p:cNvPr>
              <p:cNvSpPr/>
              <p:nvPr/>
            </p:nvSpPr>
            <p:spPr>
              <a:xfrm rot="6300000">
                <a:off x="6326016" y="196525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D005903D-46E6-4F38-8FB0-A04DDC6C1231}"/>
                  </a:ext>
                </a:extLst>
              </p:cNvPr>
              <p:cNvSpPr/>
              <p:nvPr/>
            </p:nvSpPr>
            <p:spPr>
              <a:xfrm rot="6300000">
                <a:off x="1591164" y="469892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0B6C7D2F-B444-4935-81D5-A881756BA06A}"/>
                  </a:ext>
                </a:extLst>
              </p:cNvPr>
              <p:cNvSpPr/>
              <p:nvPr/>
            </p:nvSpPr>
            <p:spPr>
              <a:xfrm rot="7200000">
                <a:off x="6599111" y="262456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51F1DF29-5F86-4954-B0DC-8E2FCEE76A67}"/>
                  </a:ext>
                </a:extLst>
              </p:cNvPr>
              <p:cNvSpPr/>
              <p:nvPr/>
            </p:nvSpPr>
            <p:spPr>
              <a:xfrm rot="7200000">
                <a:off x="1318069" y="403961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15E95714-FFC2-4B55-BB19-B626775556D1}"/>
                  </a:ext>
                </a:extLst>
              </p:cNvPr>
              <p:cNvSpPr/>
              <p:nvPr/>
            </p:nvSpPr>
            <p:spPr>
              <a:xfrm rot="8100000">
                <a:off x="6692259" y="3332094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657283F3-3D9C-4EBF-98DD-BFAA6F30F728}"/>
                  </a:ext>
                </a:extLst>
              </p:cNvPr>
              <p:cNvSpPr/>
              <p:nvPr/>
            </p:nvSpPr>
            <p:spPr>
              <a:xfrm rot="8100000">
                <a:off x="1224922" y="3332094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8DBC9F9E-3DFF-440E-AC3D-E830A235A041}"/>
                  </a:ext>
                </a:extLst>
              </p:cNvPr>
              <p:cNvSpPr/>
              <p:nvPr/>
            </p:nvSpPr>
            <p:spPr>
              <a:xfrm rot="9000000">
                <a:off x="6599111" y="403961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CD90AC8F-B7F0-4DE0-B4C8-4E695C25029F}"/>
                  </a:ext>
                </a:extLst>
              </p:cNvPr>
              <p:cNvSpPr/>
              <p:nvPr/>
            </p:nvSpPr>
            <p:spPr>
              <a:xfrm rot="9000000">
                <a:off x="1318069" y="262456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2D59AD85-C77E-4D44-9899-64A5136BFE1B}"/>
                  </a:ext>
                </a:extLst>
              </p:cNvPr>
              <p:cNvSpPr/>
              <p:nvPr/>
            </p:nvSpPr>
            <p:spPr>
              <a:xfrm rot="9900000">
                <a:off x="6326016" y="469892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717596C3-0278-4DF6-B84F-03A2F6D2A744}"/>
                  </a:ext>
                </a:extLst>
              </p:cNvPr>
              <p:cNvSpPr/>
              <p:nvPr/>
            </p:nvSpPr>
            <p:spPr>
              <a:xfrm rot="9900000">
                <a:off x="1591164" y="196525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8F8B3281-8081-481D-A63B-63AA6129D952}"/>
                  </a:ext>
                </a:extLst>
              </p:cNvPr>
              <p:cNvSpPr/>
              <p:nvPr/>
            </p:nvSpPr>
            <p:spPr>
              <a:xfrm rot="10800000">
                <a:off x="5891586" y="526508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9A506D71-9019-4725-9DA6-B214B2912106}"/>
                  </a:ext>
                </a:extLst>
              </p:cNvPr>
              <p:cNvSpPr/>
              <p:nvPr/>
            </p:nvSpPr>
            <p:spPr>
              <a:xfrm rot="10800000">
                <a:off x="2025594" y="139909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3A32BD10-EE54-4701-8035-5A52F2B0D61D}"/>
                  </a:ext>
                </a:extLst>
              </p:cNvPr>
              <p:cNvSpPr/>
              <p:nvPr/>
            </p:nvSpPr>
            <p:spPr>
              <a:xfrm rot="11700000">
                <a:off x="5325424" y="5699520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D2A4CBC0-8235-4C1D-85F8-0F61140BC793}"/>
                  </a:ext>
                </a:extLst>
              </p:cNvPr>
              <p:cNvSpPr/>
              <p:nvPr/>
            </p:nvSpPr>
            <p:spPr>
              <a:xfrm rot="11700000">
                <a:off x="2591756" y="964667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" name="Rectangle 340">
                <a:extLst>
                  <a:ext uri="{FF2B5EF4-FFF2-40B4-BE49-F238E27FC236}">
                    <a16:creationId xmlns:a16="http://schemas.microsoft.com/office/drawing/2014/main" id="{C3A2912C-2D13-4094-82E8-F2B4C4F9897C}"/>
                  </a:ext>
                </a:extLst>
              </p:cNvPr>
              <p:cNvSpPr/>
              <p:nvPr/>
            </p:nvSpPr>
            <p:spPr>
              <a:xfrm rot="12600000">
                <a:off x="4666115" y="597261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5490B398-59FC-4FBE-B233-FF9E081A6ADE}"/>
                  </a:ext>
                </a:extLst>
              </p:cNvPr>
              <p:cNvSpPr/>
              <p:nvPr/>
            </p:nvSpPr>
            <p:spPr>
              <a:xfrm rot="12600000">
                <a:off x="3251065" y="69157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8" name="Circle: Hollow 317">
              <a:extLst>
                <a:ext uri="{FF2B5EF4-FFF2-40B4-BE49-F238E27FC236}">
                  <a16:creationId xmlns:a16="http://schemas.microsoft.com/office/drawing/2014/main" id="{5361CFC7-93B8-47BC-9400-BF5F474E3E22}"/>
                </a:ext>
              </a:extLst>
            </p:cNvPr>
            <p:cNvSpPr/>
            <p:nvPr/>
          </p:nvSpPr>
          <p:spPr>
            <a:xfrm>
              <a:off x="2750310" y="2148807"/>
              <a:ext cx="2540507" cy="2540505"/>
            </a:xfrm>
            <a:prstGeom prst="donut">
              <a:avLst>
                <a:gd name="adj" fmla="val 1206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6B0A2DD9-D480-49E9-AA36-465330FD36C4}"/>
              </a:ext>
            </a:extLst>
          </p:cNvPr>
          <p:cNvGrpSpPr/>
          <p:nvPr/>
        </p:nvGrpSpPr>
        <p:grpSpPr>
          <a:xfrm>
            <a:off x="5120685" y="8778476"/>
            <a:ext cx="1973067" cy="1973065"/>
            <a:chOff x="2154470" y="585173"/>
            <a:chExt cx="5641271" cy="5641271"/>
          </a:xfrm>
          <a:effectLst/>
        </p:grpSpPr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FB0827B9-4C32-4A2B-A4A1-1CB7FF7B3370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</p:grpSpPr>
          <p:grpSp>
            <p:nvGrpSpPr>
              <p:cNvPr id="347" name="Group 346">
                <a:extLst>
                  <a:ext uri="{FF2B5EF4-FFF2-40B4-BE49-F238E27FC236}">
                    <a16:creationId xmlns:a16="http://schemas.microsoft.com/office/drawing/2014/main" id="{28CFCC16-4787-439F-B81E-5A163392EDD4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</p:grpSpPr>
            <p:sp>
              <p:nvSpPr>
                <p:cNvPr id="373" name="Rectangle 80">
                  <a:extLst>
                    <a:ext uri="{FF2B5EF4-FFF2-40B4-BE49-F238E27FC236}">
                      <a16:creationId xmlns:a16="http://schemas.microsoft.com/office/drawing/2014/main" id="{CBD690E4-AE88-4DBD-AB5F-7B36CABA1FA6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4" name="Rectangle 81">
                  <a:extLst>
                    <a:ext uri="{FF2B5EF4-FFF2-40B4-BE49-F238E27FC236}">
                      <a16:creationId xmlns:a16="http://schemas.microsoft.com/office/drawing/2014/main" id="{CC7E5DAD-6BE6-4172-A2E5-D17991ADBFA8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5" name="Rectangle 82">
                  <a:extLst>
                    <a:ext uri="{FF2B5EF4-FFF2-40B4-BE49-F238E27FC236}">
                      <a16:creationId xmlns:a16="http://schemas.microsoft.com/office/drawing/2014/main" id="{B485CD5B-B65E-4E53-9357-18BBB9E7A3DA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6" name="Rectangle 83">
                  <a:extLst>
                    <a:ext uri="{FF2B5EF4-FFF2-40B4-BE49-F238E27FC236}">
                      <a16:creationId xmlns:a16="http://schemas.microsoft.com/office/drawing/2014/main" id="{3A18313A-4421-4148-BA7A-90FE8F059758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7" name="Rectangle 84">
                  <a:extLst>
                    <a:ext uri="{FF2B5EF4-FFF2-40B4-BE49-F238E27FC236}">
                      <a16:creationId xmlns:a16="http://schemas.microsoft.com/office/drawing/2014/main" id="{2DC1511A-BF68-4E75-A903-C6E476AE1973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8" name="Rectangle 85">
                  <a:extLst>
                    <a:ext uri="{FF2B5EF4-FFF2-40B4-BE49-F238E27FC236}">
                      <a16:creationId xmlns:a16="http://schemas.microsoft.com/office/drawing/2014/main" id="{74502575-71BC-4036-AFA3-B8AFA67BD47F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9" name="Rectangle 86">
                  <a:extLst>
                    <a:ext uri="{FF2B5EF4-FFF2-40B4-BE49-F238E27FC236}">
                      <a16:creationId xmlns:a16="http://schemas.microsoft.com/office/drawing/2014/main" id="{0D2E1A97-1933-46C9-9FF3-0B0AC48AA4AC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0" name="Rectangle 87">
                  <a:extLst>
                    <a:ext uri="{FF2B5EF4-FFF2-40B4-BE49-F238E27FC236}">
                      <a16:creationId xmlns:a16="http://schemas.microsoft.com/office/drawing/2014/main" id="{515EF11A-9281-4117-B15D-C6FEA0D41308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1" name="Rectangle 88">
                  <a:extLst>
                    <a:ext uri="{FF2B5EF4-FFF2-40B4-BE49-F238E27FC236}">
                      <a16:creationId xmlns:a16="http://schemas.microsoft.com/office/drawing/2014/main" id="{48935BC6-C802-44F1-93C8-09BF4EAABDEB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2" name="Rectangle 89">
                  <a:extLst>
                    <a:ext uri="{FF2B5EF4-FFF2-40B4-BE49-F238E27FC236}">
                      <a16:creationId xmlns:a16="http://schemas.microsoft.com/office/drawing/2014/main" id="{88D62032-8795-465C-8D61-B6DAA7F9FB05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3" name="Rectangle 90">
                  <a:extLst>
                    <a:ext uri="{FF2B5EF4-FFF2-40B4-BE49-F238E27FC236}">
                      <a16:creationId xmlns:a16="http://schemas.microsoft.com/office/drawing/2014/main" id="{3DC9683C-3020-41F2-B13A-1223704FE359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4" name="Rectangle 91">
                  <a:extLst>
                    <a:ext uri="{FF2B5EF4-FFF2-40B4-BE49-F238E27FC236}">
                      <a16:creationId xmlns:a16="http://schemas.microsoft.com/office/drawing/2014/main" id="{12D3E660-A8B1-4552-8C2D-DB5865191991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5" name="Rectangle 92">
                  <a:extLst>
                    <a:ext uri="{FF2B5EF4-FFF2-40B4-BE49-F238E27FC236}">
                      <a16:creationId xmlns:a16="http://schemas.microsoft.com/office/drawing/2014/main" id="{A6D76923-E193-4DDE-AA62-B4FEE0A5BAB1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6" name="Rectangle 93">
                  <a:extLst>
                    <a:ext uri="{FF2B5EF4-FFF2-40B4-BE49-F238E27FC236}">
                      <a16:creationId xmlns:a16="http://schemas.microsoft.com/office/drawing/2014/main" id="{9E06B0DE-5B61-4E29-BAB9-722C040E5E59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7" name="Rectangle 94">
                  <a:extLst>
                    <a:ext uri="{FF2B5EF4-FFF2-40B4-BE49-F238E27FC236}">
                      <a16:creationId xmlns:a16="http://schemas.microsoft.com/office/drawing/2014/main" id="{3A9DBEDB-DEC7-4B1A-8D7E-464D8D1D8568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8" name="Rectangle 95">
                  <a:extLst>
                    <a:ext uri="{FF2B5EF4-FFF2-40B4-BE49-F238E27FC236}">
                      <a16:creationId xmlns:a16="http://schemas.microsoft.com/office/drawing/2014/main" id="{8FDECD82-D8DF-4130-805F-F2AF01A0C353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9" name="Rectangle 96">
                  <a:extLst>
                    <a:ext uri="{FF2B5EF4-FFF2-40B4-BE49-F238E27FC236}">
                      <a16:creationId xmlns:a16="http://schemas.microsoft.com/office/drawing/2014/main" id="{C23180AB-A7FF-4C82-AA17-FA17F70A5EA0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0" name="Rectangle 97">
                  <a:extLst>
                    <a:ext uri="{FF2B5EF4-FFF2-40B4-BE49-F238E27FC236}">
                      <a16:creationId xmlns:a16="http://schemas.microsoft.com/office/drawing/2014/main" id="{5A2203B2-3C8F-4F35-A46B-4AD15F37448C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1" name="Rectangle 98">
                  <a:extLst>
                    <a:ext uri="{FF2B5EF4-FFF2-40B4-BE49-F238E27FC236}">
                      <a16:creationId xmlns:a16="http://schemas.microsoft.com/office/drawing/2014/main" id="{2C006030-8500-407F-A5AD-D7B583A5073B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2" name="Rectangle 99">
                  <a:extLst>
                    <a:ext uri="{FF2B5EF4-FFF2-40B4-BE49-F238E27FC236}">
                      <a16:creationId xmlns:a16="http://schemas.microsoft.com/office/drawing/2014/main" id="{BA41CA40-A981-41AF-B2B8-0CE9D672ADF2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3" name="Rectangle 100">
                  <a:extLst>
                    <a:ext uri="{FF2B5EF4-FFF2-40B4-BE49-F238E27FC236}">
                      <a16:creationId xmlns:a16="http://schemas.microsoft.com/office/drawing/2014/main" id="{F2DF6981-F11F-4DC1-96A0-269219D41A51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4" name="Rectangle 101">
                  <a:extLst>
                    <a:ext uri="{FF2B5EF4-FFF2-40B4-BE49-F238E27FC236}">
                      <a16:creationId xmlns:a16="http://schemas.microsoft.com/office/drawing/2014/main" id="{2070EB8E-C031-472D-B27C-25C0187802E8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5" name="Rectangle 102">
                  <a:extLst>
                    <a:ext uri="{FF2B5EF4-FFF2-40B4-BE49-F238E27FC236}">
                      <a16:creationId xmlns:a16="http://schemas.microsoft.com/office/drawing/2014/main" id="{D09F619D-98B8-4617-BE92-50F7433B82A6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6" name="Rectangle 103">
                  <a:extLst>
                    <a:ext uri="{FF2B5EF4-FFF2-40B4-BE49-F238E27FC236}">
                      <a16:creationId xmlns:a16="http://schemas.microsoft.com/office/drawing/2014/main" id="{9F778E1D-12E8-4DE7-A216-633B080E33C7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8" name="Group 347">
                <a:extLst>
                  <a:ext uri="{FF2B5EF4-FFF2-40B4-BE49-F238E27FC236}">
                    <a16:creationId xmlns:a16="http://schemas.microsoft.com/office/drawing/2014/main" id="{A8E3FEF1-66FB-4D3E-8C91-6C5CC7CD276E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</p:grpSpPr>
            <p:sp>
              <p:nvSpPr>
                <p:cNvPr id="349" name="Freeform: Shape 348">
                  <a:extLst>
                    <a:ext uri="{FF2B5EF4-FFF2-40B4-BE49-F238E27FC236}">
                      <a16:creationId xmlns:a16="http://schemas.microsoft.com/office/drawing/2014/main" id="{F3398C0F-5202-4306-BF68-3DE3910C5DD8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0" name="Freeform: Shape 349">
                  <a:extLst>
                    <a:ext uri="{FF2B5EF4-FFF2-40B4-BE49-F238E27FC236}">
                      <a16:creationId xmlns:a16="http://schemas.microsoft.com/office/drawing/2014/main" id="{04D23447-7355-4631-814C-4CBFDA13E968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1" name="Freeform: Shape 350">
                  <a:extLst>
                    <a:ext uri="{FF2B5EF4-FFF2-40B4-BE49-F238E27FC236}">
                      <a16:creationId xmlns:a16="http://schemas.microsoft.com/office/drawing/2014/main" id="{FEC22F0E-8185-4AB2-9815-B3D8B8DC08F2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2" name="Freeform: Shape 351">
                  <a:extLst>
                    <a:ext uri="{FF2B5EF4-FFF2-40B4-BE49-F238E27FC236}">
                      <a16:creationId xmlns:a16="http://schemas.microsoft.com/office/drawing/2014/main" id="{E8F438B2-0D1E-43B2-9F9E-DC318BA09109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3" name="Freeform: Shape 352">
                  <a:extLst>
                    <a:ext uri="{FF2B5EF4-FFF2-40B4-BE49-F238E27FC236}">
                      <a16:creationId xmlns:a16="http://schemas.microsoft.com/office/drawing/2014/main" id="{65E726E6-02B6-47D9-8650-F7CC4196AD3E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4" name="Freeform: Shape 353">
                  <a:extLst>
                    <a:ext uri="{FF2B5EF4-FFF2-40B4-BE49-F238E27FC236}">
                      <a16:creationId xmlns:a16="http://schemas.microsoft.com/office/drawing/2014/main" id="{4A027513-B863-4E3A-98F8-0CAF4EBE055F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5" name="Freeform: Shape 354">
                  <a:extLst>
                    <a:ext uri="{FF2B5EF4-FFF2-40B4-BE49-F238E27FC236}">
                      <a16:creationId xmlns:a16="http://schemas.microsoft.com/office/drawing/2014/main" id="{598BA572-D7B8-4F6C-94B4-B30F41C135DE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6" name="Freeform: Shape 355">
                  <a:extLst>
                    <a:ext uri="{FF2B5EF4-FFF2-40B4-BE49-F238E27FC236}">
                      <a16:creationId xmlns:a16="http://schemas.microsoft.com/office/drawing/2014/main" id="{2DC4A1D7-6794-4A06-A118-136963D06A4F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7" name="Freeform: Shape 356">
                  <a:extLst>
                    <a:ext uri="{FF2B5EF4-FFF2-40B4-BE49-F238E27FC236}">
                      <a16:creationId xmlns:a16="http://schemas.microsoft.com/office/drawing/2014/main" id="{56D97B37-2BE6-4649-81A4-447306C8F174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8" name="Freeform: Shape 357">
                  <a:extLst>
                    <a:ext uri="{FF2B5EF4-FFF2-40B4-BE49-F238E27FC236}">
                      <a16:creationId xmlns:a16="http://schemas.microsoft.com/office/drawing/2014/main" id="{5D7349F8-6D97-46A3-BB9E-3EF4721F15E4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9" name="Freeform: Shape 358">
                  <a:extLst>
                    <a:ext uri="{FF2B5EF4-FFF2-40B4-BE49-F238E27FC236}">
                      <a16:creationId xmlns:a16="http://schemas.microsoft.com/office/drawing/2014/main" id="{023D2CF4-8D04-4CD3-B0C6-32F27EF52B74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0" name="Freeform: Shape 359">
                  <a:extLst>
                    <a:ext uri="{FF2B5EF4-FFF2-40B4-BE49-F238E27FC236}">
                      <a16:creationId xmlns:a16="http://schemas.microsoft.com/office/drawing/2014/main" id="{FFC43EAD-DD84-4932-9F92-6F6D232FB463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1" name="Freeform: Shape 360">
                  <a:extLst>
                    <a:ext uri="{FF2B5EF4-FFF2-40B4-BE49-F238E27FC236}">
                      <a16:creationId xmlns:a16="http://schemas.microsoft.com/office/drawing/2014/main" id="{94B465E1-BA65-460B-8624-B01F33230C27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2" name="Freeform: Shape 361">
                  <a:extLst>
                    <a:ext uri="{FF2B5EF4-FFF2-40B4-BE49-F238E27FC236}">
                      <a16:creationId xmlns:a16="http://schemas.microsoft.com/office/drawing/2014/main" id="{6D4A5C95-F064-4EE6-863C-075152EB61B6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3" name="Freeform: Shape 362">
                  <a:extLst>
                    <a:ext uri="{FF2B5EF4-FFF2-40B4-BE49-F238E27FC236}">
                      <a16:creationId xmlns:a16="http://schemas.microsoft.com/office/drawing/2014/main" id="{AED73AA9-3F2D-4415-8FDC-EB56FA514B3B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4" name="Freeform: Shape 363">
                  <a:extLst>
                    <a:ext uri="{FF2B5EF4-FFF2-40B4-BE49-F238E27FC236}">
                      <a16:creationId xmlns:a16="http://schemas.microsoft.com/office/drawing/2014/main" id="{D9831BD8-580B-42D2-AE95-58458337AE0F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5" name="Freeform: Shape 364">
                  <a:extLst>
                    <a:ext uri="{FF2B5EF4-FFF2-40B4-BE49-F238E27FC236}">
                      <a16:creationId xmlns:a16="http://schemas.microsoft.com/office/drawing/2014/main" id="{55CE90B6-568D-4DC1-A7D8-97A57950A7A4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6" name="Freeform: Shape 365">
                  <a:extLst>
                    <a:ext uri="{FF2B5EF4-FFF2-40B4-BE49-F238E27FC236}">
                      <a16:creationId xmlns:a16="http://schemas.microsoft.com/office/drawing/2014/main" id="{25092D40-8F64-4481-BE6C-9B1A5442BAAA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7" name="Freeform: Shape 366">
                  <a:extLst>
                    <a:ext uri="{FF2B5EF4-FFF2-40B4-BE49-F238E27FC236}">
                      <a16:creationId xmlns:a16="http://schemas.microsoft.com/office/drawing/2014/main" id="{9829E0F5-3057-493E-94E2-537A3B35971D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8" name="Freeform: Shape 367">
                  <a:extLst>
                    <a:ext uri="{FF2B5EF4-FFF2-40B4-BE49-F238E27FC236}">
                      <a16:creationId xmlns:a16="http://schemas.microsoft.com/office/drawing/2014/main" id="{9C3FDF29-4177-446D-B87C-FA1892F2D9B1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9" name="Freeform: Shape 368">
                  <a:extLst>
                    <a:ext uri="{FF2B5EF4-FFF2-40B4-BE49-F238E27FC236}">
                      <a16:creationId xmlns:a16="http://schemas.microsoft.com/office/drawing/2014/main" id="{80DD1EDF-8C22-4919-B784-81E9756B3831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0" name="Freeform: Shape 369">
                  <a:extLst>
                    <a:ext uri="{FF2B5EF4-FFF2-40B4-BE49-F238E27FC236}">
                      <a16:creationId xmlns:a16="http://schemas.microsoft.com/office/drawing/2014/main" id="{F8A20935-667F-424C-B933-8D38B6714E68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1" name="Freeform: Shape 370">
                  <a:extLst>
                    <a:ext uri="{FF2B5EF4-FFF2-40B4-BE49-F238E27FC236}">
                      <a16:creationId xmlns:a16="http://schemas.microsoft.com/office/drawing/2014/main" id="{58D38FA2-C45C-4BCE-B5CE-B5D73F77382E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2" name="Freeform: Shape 371">
                  <a:extLst>
                    <a:ext uri="{FF2B5EF4-FFF2-40B4-BE49-F238E27FC236}">
                      <a16:creationId xmlns:a16="http://schemas.microsoft.com/office/drawing/2014/main" id="{37C85F78-F434-4786-9863-C0710AE7AD2E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345" name="Circle: Hollow 344">
              <a:extLst>
                <a:ext uri="{FF2B5EF4-FFF2-40B4-BE49-F238E27FC236}">
                  <a16:creationId xmlns:a16="http://schemas.microsoft.com/office/drawing/2014/main" id="{0F7EBE6B-8668-4279-9F91-87D9A02440EB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6" name="Circle: Hollow 345">
              <a:extLst>
                <a:ext uri="{FF2B5EF4-FFF2-40B4-BE49-F238E27FC236}">
                  <a16:creationId xmlns:a16="http://schemas.microsoft.com/office/drawing/2014/main" id="{341D0121-11B9-467A-B811-15986868094E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060DA7C8-07C3-488A-A28F-73B7FDD68D82}"/>
              </a:ext>
            </a:extLst>
          </p:cNvPr>
          <p:cNvGrpSpPr/>
          <p:nvPr/>
        </p:nvGrpSpPr>
        <p:grpSpPr>
          <a:xfrm>
            <a:off x="5564723" y="9215521"/>
            <a:ext cx="1091984" cy="1091984"/>
            <a:chOff x="1224922" y="598425"/>
            <a:chExt cx="5641271" cy="5641271"/>
          </a:xfrm>
          <a:effectLst/>
        </p:grpSpPr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4E6A399C-C269-402B-B2D9-D4F37BABD98B}"/>
                </a:ext>
              </a:extLst>
            </p:cNvPr>
            <p:cNvSpPr/>
            <p:nvPr/>
          </p:nvSpPr>
          <p:spPr>
            <a:xfrm rot="2700000">
              <a:off x="3958590" y="598425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F394055E-FFFA-461E-B09C-6F988D27D8A1}"/>
                </a:ext>
              </a:extLst>
            </p:cNvPr>
            <p:cNvSpPr/>
            <p:nvPr/>
          </p:nvSpPr>
          <p:spPr>
            <a:xfrm rot="2700000">
              <a:off x="3958590" y="6065762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F6979BC9-301F-4E9B-8D86-5565114FD13E}"/>
                </a:ext>
              </a:extLst>
            </p:cNvPr>
            <p:cNvSpPr/>
            <p:nvPr/>
          </p:nvSpPr>
          <p:spPr>
            <a:xfrm rot="3600000">
              <a:off x="4666115" y="691572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0975EB7B-C94A-41CF-AB97-8E96DD8F6AF1}"/>
                </a:ext>
              </a:extLst>
            </p:cNvPr>
            <p:cNvSpPr/>
            <p:nvPr/>
          </p:nvSpPr>
          <p:spPr>
            <a:xfrm rot="3600000">
              <a:off x="3251065" y="5972615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45526FD7-63E2-42CD-B87F-2E81C9EE0E22}"/>
                </a:ext>
              </a:extLst>
            </p:cNvPr>
            <p:cNvSpPr/>
            <p:nvPr/>
          </p:nvSpPr>
          <p:spPr>
            <a:xfrm rot="4500000">
              <a:off x="5325424" y="964667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AB0629A7-4FDB-4CDA-9A37-CADF67404CF3}"/>
                </a:ext>
              </a:extLst>
            </p:cNvPr>
            <p:cNvSpPr/>
            <p:nvPr/>
          </p:nvSpPr>
          <p:spPr>
            <a:xfrm rot="4500000">
              <a:off x="2591756" y="5699520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46774DA7-FE3C-4E0F-A848-F1F28855091E}"/>
                </a:ext>
              </a:extLst>
            </p:cNvPr>
            <p:cNvSpPr/>
            <p:nvPr/>
          </p:nvSpPr>
          <p:spPr>
            <a:xfrm rot="5400000">
              <a:off x="5891586" y="139909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041F119D-0621-4CD9-8D28-AC8CAE1EA97C}"/>
                </a:ext>
              </a:extLst>
            </p:cNvPr>
            <p:cNvSpPr/>
            <p:nvPr/>
          </p:nvSpPr>
          <p:spPr>
            <a:xfrm rot="5400000">
              <a:off x="2025594" y="526508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8A09B88B-7DC0-4272-BF19-89FED5D812B6}"/>
                </a:ext>
              </a:extLst>
            </p:cNvPr>
            <p:cNvSpPr/>
            <p:nvPr/>
          </p:nvSpPr>
          <p:spPr>
            <a:xfrm rot="6300000">
              <a:off x="6326016" y="196525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D30848CD-43B6-4783-8E07-D757DA83564D}"/>
                </a:ext>
              </a:extLst>
            </p:cNvPr>
            <p:cNvSpPr/>
            <p:nvPr/>
          </p:nvSpPr>
          <p:spPr>
            <a:xfrm rot="6300000">
              <a:off x="1591164" y="469892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4FDEABE0-E8EF-464E-9D97-6EFD6FD27386}"/>
                </a:ext>
              </a:extLst>
            </p:cNvPr>
            <p:cNvSpPr/>
            <p:nvPr/>
          </p:nvSpPr>
          <p:spPr>
            <a:xfrm rot="7200000">
              <a:off x="6599111" y="262456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A42E31C3-610D-4CD2-9D17-E423CFACCEAC}"/>
                </a:ext>
              </a:extLst>
            </p:cNvPr>
            <p:cNvSpPr/>
            <p:nvPr/>
          </p:nvSpPr>
          <p:spPr>
            <a:xfrm rot="7200000">
              <a:off x="1318069" y="403961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D64721D4-A549-4501-A1A5-E202CD0BAE51}"/>
                </a:ext>
              </a:extLst>
            </p:cNvPr>
            <p:cNvSpPr/>
            <p:nvPr/>
          </p:nvSpPr>
          <p:spPr>
            <a:xfrm rot="8100000">
              <a:off x="6692259" y="3332094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FEF5B6FA-32BE-4616-BB59-A769A8217D3C}"/>
                </a:ext>
              </a:extLst>
            </p:cNvPr>
            <p:cNvSpPr/>
            <p:nvPr/>
          </p:nvSpPr>
          <p:spPr>
            <a:xfrm rot="8100000">
              <a:off x="1224922" y="3332094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69A7D1F4-13A0-42E6-B37E-14A04EA8D065}"/>
                </a:ext>
              </a:extLst>
            </p:cNvPr>
            <p:cNvSpPr/>
            <p:nvPr/>
          </p:nvSpPr>
          <p:spPr>
            <a:xfrm rot="9000000">
              <a:off x="6599111" y="403961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A28DEDD9-2A79-4143-B985-C5841E0826E9}"/>
                </a:ext>
              </a:extLst>
            </p:cNvPr>
            <p:cNvSpPr/>
            <p:nvPr/>
          </p:nvSpPr>
          <p:spPr>
            <a:xfrm rot="9000000">
              <a:off x="1318069" y="262456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4918041D-9CEA-4C79-BB59-2B8B0BC16D75}"/>
                </a:ext>
              </a:extLst>
            </p:cNvPr>
            <p:cNvSpPr/>
            <p:nvPr/>
          </p:nvSpPr>
          <p:spPr>
            <a:xfrm rot="9900000">
              <a:off x="6326016" y="469892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F60CAEA2-8EA4-4BC4-9B4A-C891A12ED24C}"/>
                </a:ext>
              </a:extLst>
            </p:cNvPr>
            <p:cNvSpPr/>
            <p:nvPr/>
          </p:nvSpPr>
          <p:spPr>
            <a:xfrm rot="9900000">
              <a:off x="1591164" y="196525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64A7454B-2A51-4FFD-9773-C2AF7A3485F8}"/>
                </a:ext>
              </a:extLst>
            </p:cNvPr>
            <p:cNvSpPr/>
            <p:nvPr/>
          </p:nvSpPr>
          <p:spPr>
            <a:xfrm rot="10800000">
              <a:off x="5891586" y="526508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349DC073-778A-4A7A-8FFF-0CE8A04DFF6E}"/>
                </a:ext>
              </a:extLst>
            </p:cNvPr>
            <p:cNvSpPr/>
            <p:nvPr/>
          </p:nvSpPr>
          <p:spPr>
            <a:xfrm rot="10800000">
              <a:off x="2025594" y="139909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0CD5DEE1-511D-4502-8255-C2925E94C218}"/>
                </a:ext>
              </a:extLst>
            </p:cNvPr>
            <p:cNvSpPr/>
            <p:nvPr/>
          </p:nvSpPr>
          <p:spPr>
            <a:xfrm rot="11700000">
              <a:off x="5325424" y="5699520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A2C8E6CE-C455-4988-BCD9-39333DD998D7}"/>
                </a:ext>
              </a:extLst>
            </p:cNvPr>
            <p:cNvSpPr/>
            <p:nvPr/>
          </p:nvSpPr>
          <p:spPr>
            <a:xfrm rot="11700000">
              <a:off x="2591756" y="964667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0FB67B44-56E5-455F-B455-88951EA448F3}"/>
                </a:ext>
              </a:extLst>
            </p:cNvPr>
            <p:cNvSpPr/>
            <p:nvPr/>
          </p:nvSpPr>
          <p:spPr>
            <a:xfrm rot="12600000">
              <a:off x="4666115" y="5972615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30C1E9DF-9F03-441E-8401-2A79C4827A39}"/>
                </a:ext>
              </a:extLst>
            </p:cNvPr>
            <p:cNvSpPr/>
            <p:nvPr/>
          </p:nvSpPr>
          <p:spPr>
            <a:xfrm rot="12600000">
              <a:off x="3251065" y="691572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3" name="Oval 422">
            <a:extLst>
              <a:ext uri="{FF2B5EF4-FFF2-40B4-BE49-F238E27FC236}">
                <a16:creationId xmlns:a16="http://schemas.microsoft.com/office/drawing/2014/main" id="{5AF3EE30-9F79-462D-B47C-BB0F01987629}"/>
              </a:ext>
            </a:extLst>
          </p:cNvPr>
          <p:cNvSpPr/>
          <p:nvPr/>
        </p:nvSpPr>
        <p:spPr>
          <a:xfrm>
            <a:off x="6008701" y="9652509"/>
            <a:ext cx="211017" cy="21101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F5C6B7-436D-4B2F-8446-8DB3DB298BF7}"/>
              </a:ext>
            </a:extLst>
          </p:cNvPr>
          <p:cNvSpPr txBox="1"/>
          <p:nvPr/>
        </p:nvSpPr>
        <p:spPr>
          <a:xfrm>
            <a:off x="-4350263" y="559923"/>
            <a:ext cx="43502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Bahnschrift SemiBold" panose="020B0502040204020203" pitchFamily="34" charset="0"/>
              </a:rPr>
              <a:t>Thank You…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D62EAC27-8E5F-46A9-9D8F-2EA2E1324874}"/>
              </a:ext>
            </a:extLst>
          </p:cNvPr>
          <p:cNvCxnSpPr/>
          <p:nvPr/>
        </p:nvCxnSpPr>
        <p:spPr>
          <a:xfrm>
            <a:off x="13847133" y="559923"/>
            <a:ext cx="1271376" cy="0"/>
          </a:xfrm>
          <a:prstGeom prst="line">
            <a:avLst/>
          </a:prstGeom>
          <a:ln w="127000">
            <a:solidFill>
              <a:schemeClr val="bg1"/>
            </a:solidFill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3A403FD4-52C9-46B4-AF40-031EDA9188D5}"/>
              </a:ext>
            </a:extLst>
          </p:cNvPr>
          <p:cNvCxnSpPr/>
          <p:nvPr/>
        </p:nvCxnSpPr>
        <p:spPr>
          <a:xfrm flipH="1">
            <a:off x="10900809" y="-2710428"/>
            <a:ext cx="10204" cy="1123776"/>
          </a:xfrm>
          <a:prstGeom prst="line">
            <a:avLst/>
          </a:prstGeom>
          <a:ln w="127000">
            <a:solidFill>
              <a:schemeClr val="bg1"/>
            </a:solidFill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98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400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40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400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40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400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CE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roup 260">
            <a:extLst>
              <a:ext uri="{FF2B5EF4-FFF2-40B4-BE49-F238E27FC236}">
                <a16:creationId xmlns:a16="http://schemas.microsoft.com/office/drawing/2014/main" id="{7E51A3AC-8D30-4581-8DD7-74976CF7D0FD}"/>
              </a:ext>
            </a:extLst>
          </p:cNvPr>
          <p:cNvGrpSpPr/>
          <p:nvPr/>
        </p:nvGrpSpPr>
        <p:grpSpPr>
          <a:xfrm>
            <a:off x="3695700" y="1830536"/>
            <a:ext cx="4800600" cy="4800600"/>
            <a:chOff x="659666" y="598425"/>
            <a:chExt cx="5641271" cy="5641271"/>
          </a:xfrm>
          <a:effectLst/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91AC262-9716-4414-B895-E4DA7A21C1C5}"/>
                </a:ext>
              </a:extLst>
            </p:cNvPr>
            <p:cNvGrpSpPr/>
            <p:nvPr/>
          </p:nvGrpSpPr>
          <p:grpSpPr>
            <a:xfrm>
              <a:off x="659666" y="598425"/>
              <a:ext cx="5641271" cy="5641271"/>
              <a:chOff x="1224922" y="598425"/>
              <a:chExt cx="5641271" cy="564127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D6C4E4A-E712-41C4-8BD7-851BC1129879}"/>
                  </a:ext>
                </a:extLst>
              </p:cNvPr>
              <p:cNvSpPr/>
              <p:nvPr/>
            </p:nvSpPr>
            <p:spPr>
              <a:xfrm rot="2700000">
                <a:off x="3958590" y="59842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C67887-1461-41D9-97B1-C420F58099E8}"/>
                  </a:ext>
                </a:extLst>
              </p:cNvPr>
              <p:cNvSpPr/>
              <p:nvPr/>
            </p:nvSpPr>
            <p:spPr>
              <a:xfrm rot="2700000">
                <a:off x="3958590" y="606576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3350902-52CA-419B-AF1D-F38AE33A093C}"/>
                  </a:ext>
                </a:extLst>
              </p:cNvPr>
              <p:cNvSpPr/>
              <p:nvPr/>
            </p:nvSpPr>
            <p:spPr>
              <a:xfrm rot="3600000">
                <a:off x="4666115" y="69157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0CB4885-4CED-43DB-BF99-9618319762A5}"/>
                  </a:ext>
                </a:extLst>
              </p:cNvPr>
              <p:cNvSpPr/>
              <p:nvPr/>
            </p:nvSpPr>
            <p:spPr>
              <a:xfrm rot="3600000">
                <a:off x="3251065" y="597261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F41517B-D9B9-468D-B05A-0318386E78EB}"/>
                  </a:ext>
                </a:extLst>
              </p:cNvPr>
              <p:cNvSpPr/>
              <p:nvPr/>
            </p:nvSpPr>
            <p:spPr>
              <a:xfrm rot="4500000">
                <a:off x="5325424" y="964667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B245ADF-7664-4A2B-85EB-A9DFF9EF4AA3}"/>
                  </a:ext>
                </a:extLst>
              </p:cNvPr>
              <p:cNvSpPr/>
              <p:nvPr/>
            </p:nvSpPr>
            <p:spPr>
              <a:xfrm rot="4500000">
                <a:off x="2591756" y="5699520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FEA8A56-F0FF-40B6-8134-A2EF84973616}"/>
                  </a:ext>
                </a:extLst>
              </p:cNvPr>
              <p:cNvSpPr/>
              <p:nvPr/>
            </p:nvSpPr>
            <p:spPr>
              <a:xfrm rot="5400000">
                <a:off x="5891586" y="139909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9D75FC2-F7E9-4D4D-9FB4-1F8C0E886870}"/>
                  </a:ext>
                </a:extLst>
              </p:cNvPr>
              <p:cNvSpPr/>
              <p:nvPr/>
            </p:nvSpPr>
            <p:spPr>
              <a:xfrm rot="5400000">
                <a:off x="2025594" y="526508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3037B79-FF6A-416A-961E-E40A96A1A97A}"/>
                  </a:ext>
                </a:extLst>
              </p:cNvPr>
              <p:cNvSpPr/>
              <p:nvPr/>
            </p:nvSpPr>
            <p:spPr>
              <a:xfrm rot="6300000">
                <a:off x="6326016" y="196525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3105D1F-DECC-46E5-BBBD-AC55B0823584}"/>
                  </a:ext>
                </a:extLst>
              </p:cNvPr>
              <p:cNvSpPr/>
              <p:nvPr/>
            </p:nvSpPr>
            <p:spPr>
              <a:xfrm rot="6300000">
                <a:off x="1591164" y="469892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8E7EBE3-7E40-42E5-A553-6A113BF3D7A6}"/>
                  </a:ext>
                </a:extLst>
              </p:cNvPr>
              <p:cNvSpPr/>
              <p:nvPr/>
            </p:nvSpPr>
            <p:spPr>
              <a:xfrm rot="7200000">
                <a:off x="6599111" y="262456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1E2DA96-3FD1-4E7E-B063-ED44E46F92E9}"/>
                  </a:ext>
                </a:extLst>
              </p:cNvPr>
              <p:cNvSpPr/>
              <p:nvPr/>
            </p:nvSpPr>
            <p:spPr>
              <a:xfrm rot="7200000">
                <a:off x="1318069" y="403961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6A79BA0-AD14-4601-AF9F-DF4F417D9A89}"/>
                  </a:ext>
                </a:extLst>
              </p:cNvPr>
              <p:cNvSpPr/>
              <p:nvPr/>
            </p:nvSpPr>
            <p:spPr>
              <a:xfrm rot="8100000">
                <a:off x="6692259" y="3332094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6BA47FB-A6D8-4B11-9CD1-5CB7A17C1EF8}"/>
                  </a:ext>
                </a:extLst>
              </p:cNvPr>
              <p:cNvSpPr/>
              <p:nvPr/>
            </p:nvSpPr>
            <p:spPr>
              <a:xfrm rot="8100000">
                <a:off x="1224922" y="3332094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CC63048-5117-43BE-AF8A-F2E35B24F645}"/>
                  </a:ext>
                </a:extLst>
              </p:cNvPr>
              <p:cNvSpPr/>
              <p:nvPr/>
            </p:nvSpPr>
            <p:spPr>
              <a:xfrm rot="9000000">
                <a:off x="6599111" y="403961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F384C62-BA2B-4436-9AAE-616937EB76B7}"/>
                  </a:ext>
                </a:extLst>
              </p:cNvPr>
              <p:cNvSpPr/>
              <p:nvPr/>
            </p:nvSpPr>
            <p:spPr>
              <a:xfrm rot="9000000">
                <a:off x="1318069" y="262456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59778B3-21D4-419E-9CFF-26B8C203CCC3}"/>
                  </a:ext>
                </a:extLst>
              </p:cNvPr>
              <p:cNvSpPr/>
              <p:nvPr/>
            </p:nvSpPr>
            <p:spPr>
              <a:xfrm rot="9900000">
                <a:off x="6326016" y="469892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5B461A0-4C17-4BB7-BAF2-07508B63B6D0}"/>
                  </a:ext>
                </a:extLst>
              </p:cNvPr>
              <p:cNvSpPr/>
              <p:nvPr/>
            </p:nvSpPr>
            <p:spPr>
              <a:xfrm rot="9900000">
                <a:off x="1591164" y="196525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44B254D-4BA6-4FAE-B78C-48EF9AF181F0}"/>
                  </a:ext>
                </a:extLst>
              </p:cNvPr>
              <p:cNvSpPr/>
              <p:nvPr/>
            </p:nvSpPr>
            <p:spPr>
              <a:xfrm rot="10800000">
                <a:off x="5891586" y="526508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9C5F3A3-918C-485E-9126-80ED9D437032}"/>
                  </a:ext>
                </a:extLst>
              </p:cNvPr>
              <p:cNvSpPr/>
              <p:nvPr/>
            </p:nvSpPr>
            <p:spPr>
              <a:xfrm rot="10800000">
                <a:off x="2025594" y="139909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3A59EE9-CB46-4C47-A3D2-7599DFB2040E}"/>
                  </a:ext>
                </a:extLst>
              </p:cNvPr>
              <p:cNvSpPr/>
              <p:nvPr/>
            </p:nvSpPr>
            <p:spPr>
              <a:xfrm rot="11700000">
                <a:off x="5325424" y="5699520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E3ABB18-67C8-4E10-9660-B246F371916B}"/>
                  </a:ext>
                </a:extLst>
              </p:cNvPr>
              <p:cNvSpPr/>
              <p:nvPr/>
            </p:nvSpPr>
            <p:spPr>
              <a:xfrm rot="11700000">
                <a:off x="2591756" y="964667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C8CC82E7-8A36-4941-A18E-FB3C9DFB68B5}"/>
                  </a:ext>
                </a:extLst>
              </p:cNvPr>
              <p:cNvSpPr/>
              <p:nvPr/>
            </p:nvSpPr>
            <p:spPr>
              <a:xfrm rot="12600000">
                <a:off x="4666115" y="597261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B032F6F-913C-45CB-9277-3D87DD21BA0E}"/>
                  </a:ext>
                </a:extLst>
              </p:cNvPr>
              <p:cNvSpPr/>
              <p:nvPr/>
            </p:nvSpPr>
            <p:spPr>
              <a:xfrm rot="12600000">
                <a:off x="3251065" y="69157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" name="Circle: Hollow 53">
              <a:extLst>
                <a:ext uri="{FF2B5EF4-FFF2-40B4-BE49-F238E27FC236}">
                  <a16:creationId xmlns:a16="http://schemas.microsoft.com/office/drawing/2014/main" id="{2DAB6D9C-DC4E-48FC-9383-17D84B61470E}"/>
                </a:ext>
              </a:extLst>
            </p:cNvPr>
            <p:cNvSpPr/>
            <p:nvPr/>
          </p:nvSpPr>
          <p:spPr>
            <a:xfrm>
              <a:off x="1041620" y="980379"/>
              <a:ext cx="4877362" cy="4877362"/>
            </a:xfrm>
            <a:prstGeom prst="donut">
              <a:avLst>
                <a:gd name="adj" fmla="val 1206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8EF0485B-6316-47CB-BD53-A6B7F147B84F}"/>
              </a:ext>
            </a:extLst>
          </p:cNvPr>
          <p:cNvGrpSpPr/>
          <p:nvPr/>
        </p:nvGrpSpPr>
        <p:grpSpPr>
          <a:xfrm>
            <a:off x="4206030" y="2332833"/>
            <a:ext cx="3787971" cy="3787969"/>
            <a:chOff x="2154470" y="585173"/>
            <a:chExt cx="5641271" cy="5641271"/>
          </a:xfrm>
          <a:effectLst/>
        </p:grpSpPr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AC2DE40F-5C83-47EE-83FE-3C4EFFC5AC39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</p:grpSpPr>
          <p:grpSp>
            <p:nvGrpSpPr>
              <p:cNvPr id="266" name="Group 265">
                <a:extLst>
                  <a:ext uri="{FF2B5EF4-FFF2-40B4-BE49-F238E27FC236}">
                    <a16:creationId xmlns:a16="http://schemas.microsoft.com/office/drawing/2014/main" id="{28D561E5-258A-4123-ACAB-EFF3AF49D376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</p:grpSpPr>
            <p:sp>
              <p:nvSpPr>
                <p:cNvPr id="292" name="Rectangle 80">
                  <a:extLst>
                    <a:ext uri="{FF2B5EF4-FFF2-40B4-BE49-F238E27FC236}">
                      <a16:creationId xmlns:a16="http://schemas.microsoft.com/office/drawing/2014/main" id="{EE683968-58D8-4CDE-8C6E-C776B1A79A12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3" name="Rectangle 81">
                  <a:extLst>
                    <a:ext uri="{FF2B5EF4-FFF2-40B4-BE49-F238E27FC236}">
                      <a16:creationId xmlns:a16="http://schemas.microsoft.com/office/drawing/2014/main" id="{E50FF7FD-AF1E-43AC-AF82-54551E787F41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4" name="Rectangle 82">
                  <a:extLst>
                    <a:ext uri="{FF2B5EF4-FFF2-40B4-BE49-F238E27FC236}">
                      <a16:creationId xmlns:a16="http://schemas.microsoft.com/office/drawing/2014/main" id="{4103FBED-7F78-4FCE-8A6D-E74A55AE24E7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5" name="Rectangle 83">
                  <a:extLst>
                    <a:ext uri="{FF2B5EF4-FFF2-40B4-BE49-F238E27FC236}">
                      <a16:creationId xmlns:a16="http://schemas.microsoft.com/office/drawing/2014/main" id="{8A2A6440-B405-409D-A82A-52AA6AC13E9D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6" name="Rectangle 84">
                  <a:extLst>
                    <a:ext uri="{FF2B5EF4-FFF2-40B4-BE49-F238E27FC236}">
                      <a16:creationId xmlns:a16="http://schemas.microsoft.com/office/drawing/2014/main" id="{EC860494-78B1-400C-8BA0-1151E41F455D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7" name="Rectangle 85">
                  <a:extLst>
                    <a:ext uri="{FF2B5EF4-FFF2-40B4-BE49-F238E27FC236}">
                      <a16:creationId xmlns:a16="http://schemas.microsoft.com/office/drawing/2014/main" id="{66434C06-0653-4A24-9BD3-8C8CD6FE85B7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8" name="Rectangle 86">
                  <a:extLst>
                    <a:ext uri="{FF2B5EF4-FFF2-40B4-BE49-F238E27FC236}">
                      <a16:creationId xmlns:a16="http://schemas.microsoft.com/office/drawing/2014/main" id="{39D6C104-41E3-47AA-8FCB-077F34FB1F8A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9" name="Rectangle 87">
                  <a:extLst>
                    <a:ext uri="{FF2B5EF4-FFF2-40B4-BE49-F238E27FC236}">
                      <a16:creationId xmlns:a16="http://schemas.microsoft.com/office/drawing/2014/main" id="{AD8AD4A8-C588-4168-8693-F0E358BEAFA4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0" name="Rectangle 88">
                  <a:extLst>
                    <a:ext uri="{FF2B5EF4-FFF2-40B4-BE49-F238E27FC236}">
                      <a16:creationId xmlns:a16="http://schemas.microsoft.com/office/drawing/2014/main" id="{CD6B9561-4F74-4D55-AE75-4EA034B80A59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1" name="Rectangle 89">
                  <a:extLst>
                    <a:ext uri="{FF2B5EF4-FFF2-40B4-BE49-F238E27FC236}">
                      <a16:creationId xmlns:a16="http://schemas.microsoft.com/office/drawing/2014/main" id="{064E8FDA-845B-42C5-B559-3A742E7FAC71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2" name="Rectangle 90">
                  <a:extLst>
                    <a:ext uri="{FF2B5EF4-FFF2-40B4-BE49-F238E27FC236}">
                      <a16:creationId xmlns:a16="http://schemas.microsoft.com/office/drawing/2014/main" id="{DADAC996-3936-4CDF-A6CB-3CDDC773127C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3" name="Rectangle 91">
                  <a:extLst>
                    <a:ext uri="{FF2B5EF4-FFF2-40B4-BE49-F238E27FC236}">
                      <a16:creationId xmlns:a16="http://schemas.microsoft.com/office/drawing/2014/main" id="{DEB43521-0BEC-4EB1-B13A-94BBAF89C61E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4" name="Rectangle 92">
                  <a:extLst>
                    <a:ext uri="{FF2B5EF4-FFF2-40B4-BE49-F238E27FC236}">
                      <a16:creationId xmlns:a16="http://schemas.microsoft.com/office/drawing/2014/main" id="{F3244BEC-CD1E-422E-B30B-24E1261C9368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5" name="Rectangle 93">
                  <a:extLst>
                    <a:ext uri="{FF2B5EF4-FFF2-40B4-BE49-F238E27FC236}">
                      <a16:creationId xmlns:a16="http://schemas.microsoft.com/office/drawing/2014/main" id="{12C6BC75-9263-4940-AB54-90D513C072DB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6" name="Rectangle 94">
                  <a:extLst>
                    <a:ext uri="{FF2B5EF4-FFF2-40B4-BE49-F238E27FC236}">
                      <a16:creationId xmlns:a16="http://schemas.microsoft.com/office/drawing/2014/main" id="{8C376E36-B160-4324-AC54-B9FBDEADB83F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" name="Rectangle 95">
                  <a:extLst>
                    <a:ext uri="{FF2B5EF4-FFF2-40B4-BE49-F238E27FC236}">
                      <a16:creationId xmlns:a16="http://schemas.microsoft.com/office/drawing/2014/main" id="{B8EAA488-3E51-4C2E-8EAD-462CD3D15D22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8" name="Rectangle 96">
                  <a:extLst>
                    <a:ext uri="{FF2B5EF4-FFF2-40B4-BE49-F238E27FC236}">
                      <a16:creationId xmlns:a16="http://schemas.microsoft.com/office/drawing/2014/main" id="{983F5CFD-7937-47E0-BB9B-B8282B28B064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9" name="Rectangle 97">
                  <a:extLst>
                    <a:ext uri="{FF2B5EF4-FFF2-40B4-BE49-F238E27FC236}">
                      <a16:creationId xmlns:a16="http://schemas.microsoft.com/office/drawing/2014/main" id="{7A724156-94FD-40B7-935C-3866E9C694CF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0" name="Rectangle 98">
                  <a:extLst>
                    <a:ext uri="{FF2B5EF4-FFF2-40B4-BE49-F238E27FC236}">
                      <a16:creationId xmlns:a16="http://schemas.microsoft.com/office/drawing/2014/main" id="{1FDB25A4-A63A-42D8-9C45-E14CEC570E31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1" name="Rectangle 99">
                  <a:extLst>
                    <a:ext uri="{FF2B5EF4-FFF2-40B4-BE49-F238E27FC236}">
                      <a16:creationId xmlns:a16="http://schemas.microsoft.com/office/drawing/2014/main" id="{88E075F3-AE03-4D73-AD08-C2F7B816408F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2" name="Rectangle 100">
                  <a:extLst>
                    <a:ext uri="{FF2B5EF4-FFF2-40B4-BE49-F238E27FC236}">
                      <a16:creationId xmlns:a16="http://schemas.microsoft.com/office/drawing/2014/main" id="{1C08D680-0C06-4EFA-8E25-721DF825184F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3" name="Rectangle 101">
                  <a:extLst>
                    <a:ext uri="{FF2B5EF4-FFF2-40B4-BE49-F238E27FC236}">
                      <a16:creationId xmlns:a16="http://schemas.microsoft.com/office/drawing/2014/main" id="{C57ABF66-C507-4306-9766-DEA076E6FCF2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4" name="Rectangle 102">
                  <a:extLst>
                    <a:ext uri="{FF2B5EF4-FFF2-40B4-BE49-F238E27FC236}">
                      <a16:creationId xmlns:a16="http://schemas.microsoft.com/office/drawing/2014/main" id="{B4E2C5E9-5B21-4452-B65A-E396DB498033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5" name="Rectangle 103">
                  <a:extLst>
                    <a:ext uri="{FF2B5EF4-FFF2-40B4-BE49-F238E27FC236}">
                      <a16:creationId xmlns:a16="http://schemas.microsoft.com/office/drawing/2014/main" id="{D2960129-B074-40EB-B1A1-1CFAFE6F7C23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0C15E60E-39C6-4684-AE42-9A077E931443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</p:grpSpPr>
            <p:sp>
              <p:nvSpPr>
                <p:cNvPr id="268" name="Freeform: Shape 267">
                  <a:extLst>
                    <a:ext uri="{FF2B5EF4-FFF2-40B4-BE49-F238E27FC236}">
                      <a16:creationId xmlns:a16="http://schemas.microsoft.com/office/drawing/2014/main" id="{AF3D4EBF-7670-498B-A909-C78B155648D5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9" name="Freeform: Shape 268">
                  <a:extLst>
                    <a:ext uri="{FF2B5EF4-FFF2-40B4-BE49-F238E27FC236}">
                      <a16:creationId xmlns:a16="http://schemas.microsoft.com/office/drawing/2014/main" id="{53F081AF-D26A-45A6-8A8A-A2BE1EA111B3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0" name="Freeform: Shape 269">
                  <a:extLst>
                    <a:ext uri="{FF2B5EF4-FFF2-40B4-BE49-F238E27FC236}">
                      <a16:creationId xmlns:a16="http://schemas.microsoft.com/office/drawing/2014/main" id="{F459A4EE-F7CF-449E-A108-282D2EFCF7DD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1" name="Freeform: Shape 270">
                  <a:extLst>
                    <a:ext uri="{FF2B5EF4-FFF2-40B4-BE49-F238E27FC236}">
                      <a16:creationId xmlns:a16="http://schemas.microsoft.com/office/drawing/2014/main" id="{6A45962C-B110-441B-9D03-7618358FD5A4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2" name="Freeform: Shape 271">
                  <a:extLst>
                    <a:ext uri="{FF2B5EF4-FFF2-40B4-BE49-F238E27FC236}">
                      <a16:creationId xmlns:a16="http://schemas.microsoft.com/office/drawing/2014/main" id="{A945B6E0-C3D1-4690-9959-8F4CEFEB91E4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3" name="Freeform: Shape 272">
                  <a:extLst>
                    <a:ext uri="{FF2B5EF4-FFF2-40B4-BE49-F238E27FC236}">
                      <a16:creationId xmlns:a16="http://schemas.microsoft.com/office/drawing/2014/main" id="{3F5944D1-E7B1-472A-82C7-CFA13ACA7BFB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4" name="Freeform: Shape 273">
                  <a:extLst>
                    <a:ext uri="{FF2B5EF4-FFF2-40B4-BE49-F238E27FC236}">
                      <a16:creationId xmlns:a16="http://schemas.microsoft.com/office/drawing/2014/main" id="{42E93AAD-2A4B-4E75-A280-48E9BDAF9C6D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5" name="Freeform: Shape 274">
                  <a:extLst>
                    <a:ext uri="{FF2B5EF4-FFF2-40B4-BE49-F238E27FC236}">
                      <a16:creationId xmlns:a16="http://schemas.microsoft.com/office/drawing/2014/main" id="{EE98365A-48FC-4045-9CA8-5BA32067953F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6" name="Freeform: Shape 275">
                  <a:extLst>
                    <a:ext uri="{FF2B5EF4-FFF2-40B4-BE49-F238E27FC236}">
                      <a16:creationId xmlns:a16="http://schemas.microsoft.com/office/drawing/2014/main" id="{E79F88B1-374E-4EF1-BC60-50916EACADF8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7" name="Freeform: Shape 276">
                  <a:extLst>
                    <a:ext uri="{FF2B5EF4-FFF2-40B4-BE49-F238E27FC236}">
                      <a16:creationId xmlns:a16="http://schemas.microsoft.com/office/drawing/2014/main" id="{28D11CE6-3BE0-4EC8-BBF8-6048E4D8EEC2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8" name="Freeform: Shape 277">
                  <a:extLst>
                    <a:ext uri="{FF2B5EF4-FFF2-40B4-BE49-F238E27FC236}">
                      <a16:creationId xmlns:a16="http://schemas.microsoft.com/office/drawing/2014/main" id="{40439566-25CE-4922-88F2-F8B9DD431B1F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9" name="Freeform: Shape 278">
                  <a:extLst>
                    <a:ext uri="{FF2B5EF4-FFF2-40B4-BE49-F238E27FC236}">
                      <a16:creationId xmlns:a16="http://schemas.microsoft.com/office/drawing/2014/main" id="{EF0DF8C1-70EB-426E-9066-045E7ECADFD8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0" name="Freeform: Shape 279">
                  <a:extLst>
                    <a:ext uri="{FF2B5EF4-FFF2-40B4-BE49-F238E27FC236}">
                      <a16:creationId xmlns:a16="http://schemas.microsoft.com/office/drawing/2014/main" id="{C35E3E14-E212-4682-938C-EE14FF7B3CEF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1" name="Freeform: Shape 280">
                  <a:extLst>
                    <a:ext uri="{FF2B5EF4-FFF2-40B4-BE49-F238E27FC236}">
                      <a16:creationId xmlns:a16="http://schemas.microsoft.com/office/drawing/2014/main" id="{A1C9C705-A412-400A-A281-4A4C17650D66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2" name="Freeform: Shape 281">
                  <a:extLst>
                    <a:ext uri="{FF2B5EF4-FFF2-40B4-BE49-F238E27FC236}">
                      <a16:creationId xmlns:a16="http://schemas.microsoft.com/office/drawing/2014/main" id="{6701850A-64DE-4848-AD54-BDFEB59EED9C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3" name="Freeform: Shape 282">
                  <a:extLst>
                    <a:ext uri="{FF2B5EF4-FFF2-40B4-BE49-F238E27FC236}">
                      <a16:creationId xmlns:a16="http://schemas.microsoft.com/office/drawing/2014/main" id="{C23D418F-1A20-4A03-9707-90ADD15DE3E9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4" name="Freeform: Shape 283">
                  <a:extLst>
                    <a:ext uri="{FF2B5EF4-FFF2-40B4-BE49-F238E27FC236}">
                      <a16:creationId xmlns:a16="http://schemas.microsoft.com/office/drawing/2014/main" id="{C9E6D86D-64B3-47E7-BB7C-F30FB7149671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5" name="Freeform: Shape 284">
                  <a:extLst>
                    <a:ext uri="{FF2B5EF4-FFF2-40B4-BE49-F238E27FC236}">
                      <a16:creationId xmlns:a16="http://schemas.microsoft.com/office/drawing/2014/main" id="{60681EA8-44EB-4BDD-981D-1278ED758716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6" name="Freeform: Shape 285">
                  <a:extLst>
                    <a:ext uri="{FF2B5EF4-FFF2-40B4-BE49-F238E27FC236}">
                      <a16:creationId xmlns:a16="http://schemas.microsoft.com/office/drawing/2014/main" id="{19DA99E3-0489-4388-8BF9-3F77979A8F69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7" name="Freeform: Shape 286">
                  <a:extLst>
                    <a:ext uri="{FF2B5EF4-FFF2-40B4-BE49-F238E27FC236}">
                      <a16:creationId xmlns:a16="http://schemas.microsoft.com/office/drawing/2014/main" id="{2F8E4404-382A-45EC-A405-ACE25E93B100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8" name="Freeform: Shape 287">
                  <a:extLst>
                    <a:ext uri="{FF2B5EF4-FFF2-40B4-BE49-F238E27FC236}">
                      <a16:creationId xmlns:a16="http://schemas.microsoft.com/office/drawing/2014/main" id="{46B6B3E8-BD8D-4CF0-BC62-466E2D0AD17C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9" name="Freeform: Shape 288">
                  <a:extLst>
                    <a:ext uri="{FF2B5EF4-FFF2-40B4-BE49-F238E27FC236}">
                      <a16:creationId xmlns:a16="http://schemas.microsoft.com/office/drawing/2014/main" id="{C42A47A3-F6C4-42F5-B30D-4FEF894ABC1A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0" name="Freeform: Shape 289">
                  <a:extLst>
                    <a:ext uri="{FF2B5EF4-FFF2-40B4-BE49-F238E27FC236}">
                      <a16:creationId xmlns:a16="http://schemas.microsoft.com/office/drawing/2014/main" id="{69578DF4-029D-4C0B-AD2F-7DC0CB3573A2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1" name="Freeform: Shape 290">
                  <a:extLst>
                    <a:ext uri="{FF2B5EF4-FFF2-40B4-BE49-F238E27FC236}">
                      <a16:creationId xmlns:a16="http://schemas.microsoft.com/office/drawing/2014/main" id="{1F0AB1F4-C5C7-4003-BA8A-9F3D243CB8E0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64" name="Circle: Hollow 263">
              <a:extLst>
                <a:ext uri="{FF2B5EF4-FFF2-40B4-BE49-F238E27FC236}">
                  <a16:creationId xmlns:a16="http://schemas.microsoft.com/office/drawing/2014/main" id="{147B0A70-CA52-4A66-BD4A-95983FD682F1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5" name="Circle: Hollow 264">
              <a:extLst>
                <a:ext uri="{FF2B5EF4-FFF2-40B4-BE49-F238E27FC236}">
                  <a16:creationId xmlns:a16="http://schemas.microsoft.com/office/drawing/2014/main" id="{93A84295-0701-4803-A8A4-7CC35A2B54F6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8F75B49E-0147-4EE7-A1FF-864A86918FED}"/>
              </a:ext>
            </a:extLst>
          </p:cNvPr>
          <p:cNvGrpSpPr/>
          <p:nvPr/>
        </p:nvGrpSpPr>
        <p:grpSpPr>
          <a:xfrm>
            <a:off x="4854863" y="2971448"/>
            <a:ext cx="2500523" cy="2500521"/>
            <a:chOff x="2551359" y="1949856"/>
            <a:chExt cx="2938410" cy="2938408"/>
          </a:xfrm>
          <a:effectLst/>
        </p:grpSpPr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8B6DE93E-EF3B-4CDC-BF62-1E2B7F6DD9F5}"/>
                </a:ext>
              </a:extLst>
            </p:cNvPr>
            <p:cNvGrpSpPr/>
            <p:nvPr/>
          </p:nvGrpSpPr>
          <p:grpSpPr>
            <a:xfrm>
              <a:off x="2551359" y="1949856"/>
              <a:ext cx="2938410" cy="2938408"/>
              <a:chOff x="1224922" y="598425"/>
              <a:chExt cx="5641271" cy="5641271"/>
            </a:xfrm>
          </p:grpSpPr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CD29EB79-E417-40C2-A4AB-B44B4A562ACA}"/>
                  </a:ext>
                </a:extLst>
              </p:cNvPr>
              <p:cNvSpPr/>
              <p:nvPr/>
            </p:nvSpPr>
            <p:spPr>
              <a:xfrm rot="2700000">
                <a:off x="3958590" y="59842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049F2F69-5F6D-4715-9C51-A60273C01554}"/>
                  </a:ext>
                </a:extLst>
              </p:cNvPr>
              <p:cNvSpPr/>
              <p:nvPr/>
            </p:nvSpPr>
            <p:spPr>
              <a:xfrm rot="2700000">
                <a:off x="3958590" y="606576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41EF09A0-2840-490B-A985-774CD66B805D}"/>
                  </a:ext>
                </a:extLst>
              </p:cNvPr>
              <p:cNvSpPr/>
              <p:nvPr/>
            </p:nvSpPr>
            <p:spPr>
              <a:xfrm rot="3600000">
                <a:off x="4666115" y="69157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57EAAFB1-8C37-47B9-AFED-E9DB47367003}"/>
                  </a:ext>
                </a:extLst>
              </p:cNvPr>
              <p:cNvSpPr/>
              <p:nvPr/>
            </p:nvSpPr>
            <p:spPr>
              <a:xfrm rot="3600000">
                <a:off x="3251065" y="597261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3A25CC5E-E6E8-4A69-A386-9E7A2578FFB0}"/>
                  </a:ext>
                </a:extLst>
              </p:cNvPr>
              <p:cNvSpPr/>
              <p:nvPr/>
            </p:nvSpPr>
            <p:spPr>
              <a:xfrm rot="4500000">
                <a:off x="5325424" y="964667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49BB8E80-4435-4B3E-96DC-6C44E4D17DFA}"/>
                  </a:ext>
                </a:extLst>
              </p:cNvPr>
              <p:cNvSpPr/>
              <p:nvPr/>
            </p:nvSpPr>
            <p:spPr>
              <a:xfrm rot="4500000">
                <a:off x="2591756" y="5699520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A133B53C-D09E-4F52-985B-22A877B729B6}"/>
                  </a:ext>
                </a:extLst>
              </p:cNvPr>
              <p:cNvSpPr/>
              <p:nvPr/>
            </p:nvSpPr>
            <p:spPr>
              <a:xfrm rot="5400000">
                <a:off x="5891586" y="139909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1910E2E4-6AB1-4C35-9EF5-6357DB9531CB}"/>
                  </a:ext>
                </a:extLst>
              </p:cNvPr>
              <p:cNvSpPr/>
              <p:nvPr/>
            </p:nvSpPr>
            <p:spPr>
              <a:xfrm rot="5400000">
                <a:off x="2025594" y="526508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19EEED5D-1466-4943-8E63-7F083FC848E4}"/>
                  </a:ext>
                </a:extLst>
              </p:cNvPr>
              <p:cNvSpPr/>
              <p:nvPr/>
            </p:nvSpPr>
            <p:spPr>
              <a:xfrm rot="6300000">
                <a:off x="6326016" y="196525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D005903D-46E6-4F38-8FB0-A04DDC6C1231}"/>
                  </a:ext>
                </a:extLst>
              </p:cNvPr>
              <p:cNvSpPr/>
              <p:nvPr/>
            </p:nvSpPr>
            <p:spPr>
              <a:xfrm rot="6300000">
                <a:off x="1591164" y="469892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0B6C7D2F-B444-4935-81D5-A881756BA06A}"/>
                  </a:ext>
                </a:extLst>
              </p:cNvPr>
              <p:cNvSpPr/>
              <p:nvPr/>
            </p:nvSpPr>
            <p:spPr>
              <a:xfrm rot="7200000">
                <a:off x="6599111" y="262456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51F1DF29-5F86-4954-B0DC-8E2FCEE76A67}"/>
                  </a:ext>
                </a:extLst>
              </p:cNvPr>
              <p:cNvSpPr/>
              <p:nvPr/>
            </p:nvSpPr>
            <p:spPr>
              <a:xfrm rot="7200000">
                <a:off x="1318069" y="403961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15E95714-FFC2-4B55-BB19-B626775556D1}"/>
                  </a:ext>
                </a:extLst>
              </p:cNvPr>
              <p:cNvSpPr/>
              <p:nvPr/>
            </p:nvSpPr>
            <p:spPr>
              <a:xfrm rot="8100000">
                <a:off x="6692259" y="3332094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657283F3-3D9C-4EBF-98DD-BFAA6F30F728}"/>
                  </a:ext>
                </a:extLst>
              </p:cNvPr>
              <p:cNvSpPr/>
              <p:nvPr/>
            </p:nvSpPr>
            <p:spPr>
              <a:xfrm rot="8100000">
                <a:off x="1224922" y="3332094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8DBC9F9E-3DFF-440E-AC3D-E830A235A041}"/>
                  </a:ext>
                </a:extLst>
              </p:cNvPr>
              <p:cNvSpPr/>
              <p:nvPr/>
            </p:nvSpPr>
            <p:spPr>
              <a:xfrm rot="9000000">
                <a:off x="6599111" y="403961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CD90AC8F-B7F0-4DE0-B4C8-4E695C25029F}"/>
                  </a:ext>
                </a:extLst>
              </p:cNvPr>
              <p:cNvSpPr/>
              <p:nvPr/>
            </p:nvSpPr>
            <p:spPr>
              <a:xfrm rot="9000000">
                <a:off x="1318069" y="262456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2D59AD85-C77E-4D44-9899-64A5136BFE1B}"/>
                  </a:ext>
                </a:extLst>
              </p:cNvPr>
              <p:cNvSpPr/>
              <p:nvPr/>
            </p:nvSpPr>
            <p:spPr>
              <a:xfrm rot="9900000">
                <a:off x="6326016" y="469892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717596C3-0278-4DF6-B84F-03A2F6D2A744}"/>
                  </a:ext>
                </a:extLst>
              </p:cNvPr>
              <p:cNvSpPr/>
              <p:nvPr/>
            </p:nvSpPr>
            <p:spPr>
              <a:xfrm rot="9900000">
                <a:off x="1591164" y="196525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8F8B3281-8081-481D-A63B-63AA6129D952}"/>
                  </a:ext>
                </a:extLst>
              </p:cNvPr>
              <p:cNvSpPr/>
              <p:nvPr/>
            </p:nvSpPr>
            <p:spPr>
              <a:xfrm rot="10800000">
                <a:off x="5891586" y="5265089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9A506D71-9019-4725-9DA6-B214B2912106}"/>
                  </a:ext>
                </a:extLst>
              </p:cNvPr>
              <p:cNvSpPr/>
              <p:nvPr/>
            </p:nvSpPr>
            <p:spPr>
              <a:xfrm rot="10800000">
                <a:off x="2025594" y="1399098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3A32BD10-EE54-4701-8035-5A52F2B0D61D}"/>
                  </a:ext>
                </a:extLst>
              </p:cNvPr>
              <p:cNvSpPr/>
              <p:nvPr/>
            </p:nvSpPr>
            <p:spPr>
              <a:xfrm rot="11700000">
                <a:off x="5325424" y="5699520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D2A4CBC0-8235-4C1D-85F8-0F61140BC793}"/>
                  </a:ext>
                </a:extLst>
              </p:cNvPr>
              <p:cNvSpPr/>
              <p:nvPr/>
            </p:nvSpPr>
            <p:spPr>
              <a:xfrm rot="11700000">
                <a:off x="2591756" y="964667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" name="Rectangle 340">
                <a:extLst>
                  <a:ext uri="{FF2B5EF4-FFF2-40B4-BE49-F238E27FC236}">
                    <a16:creationId xmlns:a16="http://schemas.microsoft.com/office/drawing/2014/main" id="{C3A2912C-2D13-4094-82E8-F2B4C4F9897C}"/>
                  </a:ext>
                </a:extLst>
              </p:cNvPr>
              <p:cNvSpPr/>
              <p:nvPr/>
            </p:nvSpPr>
            <p:spPr>
              <a:xfrm rot="12600000">
                <a:off x="4666115" y="5972615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5490B398-59FC-4FBE-B233-FF9E081A6ADE}"/>
                  </a:ext>
                </a:extLst>
              </p:cNvPr>
              <p:cNvSpPr/>
              <p:nvPr/>
            </p:nvSpPr>
            <p:spPr>
              <a:xfrm rot="12600000">
                <a:off x="3251065" y="691572"/>
                <a:ext cx="173934" cy="173934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8" name="Circle: Hollow 317">
              <a:extLst>
                <a:ext uri="{FF2B5EF4-FFF2-40B4-BE49-F238E27FC236}">
                  <a16:creationId xmlns:a16="http://schemas.microsoft.com/office/drawing/2014/main" id="{5361CFC7-93B8-47BC-9400-BF5F474E3E22}"/>
                </a:ext>
              </a:extLst>
            </p:cNvPr>
            <p:cNvSpPr/>
            <p:nvPr/>
          </p:nvSpPr>
          <p:spPr>
            <a:xfrm>
              <a:off x="2750310" y="2148807"/>
              <a:ext cx="2540507" cy="2540505"/>
            </a:xfrm>
            <a:prstGeom prst="donut">
              <a:avLst>
                <a:gd name="adj" fmla="val 1206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6B0A2DD9-D480-49E9-AA36-465330FD36C4}"/>
              </a:ext>
            </a:extLst>
          </p:cNvPr>
          <p:cNvGrpSpPr/>
          <p:nvPr/>
        </p:nvGrpSpPr>
        <p:grpSpPr>
          <a:xfrm>
            <a:off x="5120685" y="3233082"/>
            <a:ext cx="1973067" cy="1973065"/>
            <a:chOff x="2154470" y="585173"/>
            <a:chExt cx="5641271" cy="5641271"/>
          </a:xfrm>
          <a:effectLst/>
        </p:grpSpPr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FB0827B9-4C32-4A2B-A4A1-1CB7FF7B3370}"/>
                </a:ext>
              </a:extLst>
            </p:cNvPr>
            <p:cNvGrpSpPr/>
            <p:nvPr/>
          </p:nvGrpSpPr>
          <p:grpSpPr>
            <a:xfrm>
              <a:off x="2154470" y="585173"/>
              <a:ext cx="5641271" cy="5641271"/>
              <a:chOff x="3267320" y="598425"/>
              <a:chExt cx="5641271" cy="5641271"/>
            </a:xfrm>
          </p:grpSpPr>
          <p:grpSp>
            <p:nvGrpSpPr>
              <p:cNvPr id="347" name="Group 346">
                <a:extLst>
                  <a:ext uri="{FF2B5EF4-FFF2-40B4-BE49-F238E27FC236}">
                    <a16:creationId xmlns:a16="http://schemas.microsoft.com/office/drawing/2014/main" id="{28CFCC16-4787-439F-B81E-5A163392EDD4}"/>
                  </a:ext>
                </a:extLst>
              </p:cNvPr>
              <p:cNvGrpSpPr/>
              <p:nvPr/>
            </p:nvGrpSpPr>
            <p:grpSpPr>
              <a:xfrm>
                <a:off x="3267320" y="598425"/>
                <a:ext cx="5641271" cy="5641271"/>
                <a:chOff x="1224922" y="598425"/>
                <a:chExt cx="5641271" cy="5641271"/>
              </a:xfrm>
            </p:grpSpPr>
            <p:sp>
              <p:nvSpPr>
                <p:cNvPr id="373" name="Rectangle 80">
                  <a:extLst>
                    <a:ext uri="{FF2B5EF4-FFF2-40B4-BE49-F238E27FC236}">
                      <a16:creationId xmlns:a16="http://schemas.microsoft.com/office/drawing/2014/main" id="{CBD690E4-AE88-4DBD-AB5F-7B36CABA1FA6}"/>
                    </a:ext>
                  </a:extLst>
                </p:cNvPr>
                <p:cNvSpPr/>
                <p:nvPr/>
              </p:nvSpPr>
              <p:spPr>
                <a:xfrm rot="2700000">
                  <a:off x="3958590" y="59842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4" name="Rectangle 81">
                  <a:extLst>
                    <a:ext uri="{FF2B5EF4-FFF2-40B4-BE49-F238E27FC236}">
                      <a16:creationId xmlns:a16="http://schemas.microsoft.com/office/drawing/2014/main" id="{CC7E5DAD-6BE6-4172-A2E5-D17991ADBFA8}"/>
                    </a:ext>
                  </a:extLst>
                </p:cNvPr>
                <p:cNvSpPr/>
                <p:nvPr/>
              </p:nvSpPr>
              <p:spPr>
                <a:xfrm rot="2700000">
                  <a:off x="3958590" y="606576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5" name="Rectangle 82">
                  <a:extLst>
                    <a:ext uri="{FF2B5EF4-FFF2-40B4-BE49-F238E27FC236}">
                      <a16:creationId xmlns:a16="http://schemas.microsoft.com/office/drawing/2014/main" id="{B485CD5B-B65E-4E53-9357-18BBB9E7A3DA}"/>
                    </a:ext>
                  </a:extLst>
                </p:cNvPr>
                <p:cNvSpPr/>
                <p:nvPr/>
              </p:nvSpPr>
              <p:spPr>
                <a:xfrm rot="3600000">
                  <a:off x="4666115" y="69157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6" name="Rectangle 83">
                  <a:extLst>
                    <a:ext uri="{FF2B5EF4-FFF2-40B4-BE49-F238E27FC236}">
                      <a16:creationId xmlns:a16="http://schemas.microsoft.com/office/drawing/2014/main" id="{3A18313A-4421-4148-BA7A-90FE8F059758}"/>
                    </a:ext>
                  </a:extLst>
                </p:cNvPr>
                <p:cNvSpPr/>
                <p:nvPr/>
              </p:nvSpPr>
              <p:spPr>
                <a:xfrm rot="3600000">
                  <a:off x="3251065" y="597261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7" name="Rectangle 84">
                  <a:extLst>
                    <a:ext uri="{FF2B5EF4-FFF2-40B4-BE49-F238E27FC236}">
                      <a16:creationId xmlns:a16="http://schemas.microsoft.com/office/drawing/2014/main" id="{2DC1511A-BF68-4E75-A903-C6E476AE1973}"/>
                    </a:ext>
                  </a:extLst>
                </p:cNvPr>
                <p:cNvSpPr/>
                <p:nvPr/>
              </p:nvSpPr>
              <p:spPr>
                <a:xfrm rot="4500000">
                  <a:off x="5325424" y="964667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8" name="Rectangle 85">
                  <a:extLst>
                    <a:ext uri="{FF2B5EF4-FFF2-40B4-BE49-F238E27FC236}">
                      <a16:creationId xmlns:a16="http://schemas.microsoft.com/office/drawing/2014/main" id="{74502575-71BC-4036-AFA3-B8AFA67BD47F}"/>
                    </a:ext>
                  </a:extLst>
                </p:cNvPr>
                <p:cNvSpPr/>
                <p:nvPr/>
              </p:nvSpPr>
              <p:spPr>
                <a:xfrm rot="4500000">
                  <a:off x="2591756" y="5699520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9" name="Rectangle 86">
                  <a:extLst>
                    <a:ext uri="{FF2B5EF4-FFF2-40B4-BE49-F238E27FC236}">
                      <a16:creationId xmlns:a16="http://schemas.microsoft.com/office/drawing/2014/main" id="{0D2E1A97-1933-46C9-9FF3-0B0AC48AA4AC}"/>
                    </a:ext>
                  </a:extLst>
                </p:cNvPr>
                <p:cNvSpPr/>
                <p:nvPr/>
              </p:nvSpPr>
              <p:spPr>
                <a:xfrm rot="5400000">
                  <a:off x="5891586" y="139909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0" name="Rectangle 87">
                  <a:extLst>
                    <a:ext uri="{FF2B5EF4-FFF2-40B4-BE49-F238E27FC236}">
                      <a16:creationId xmlns:a16="http://schemas.microsoft.com/office/drawing/2014/main" id="{515EF11A-9281-4117-B15D-C6FEA0D41308}"/>
                    </a:ext>
                  </a:extLst>
                </p:cNvPr>
                <p:cNvSpPr/>
                <p:nvPr/>
              </p:nvSpPr>
              <p:spPr>
                <a:xfrm rot="5400000">
                  <a:off x="2025594" y="526508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1" name="Rectangle 88">
                  <a:extLst>
                    <a:ext uri="{FF2B5EF4-FFF2-40B4-BE49-F238E27FC236}">
                      <a16:creationId xmlns:a16="http://schemas.microsoft.com/office/drawing/2014/main" id="{48935BC6-C802-44F1-93C8-09BF4EAABDEB}"/>
                    </a:ext>
                  </a:extLst>
                </p:cNvPr>
                <p:cNvSpPr/>
                <p:nvPr/>
              </p:nvSpPr>
              <p:spPr>
                <a:xfrm rot="6300000">
                  <a:off x="6326016" y="196525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2" name="Rectangle 89">
                  <a:extLst>
                    <a:ext uri="{FF2B5EF4-FFF2-40B4-BE49-F238E27FC236}">
                      <a16:creationId xmlns:a16="http://schemas.microsoft.com/office/drawing/2014/main" id="{88D62032-8795-465C-8D61-B6DAA7F9FB05}"/>
                    </a:ext>
                  </a:extLst>
                </p:cNvPr>
                <p:cNvSpPr/>
                <p:nvPr/>
              </p:nvSpPr>
              <p:spPr>
                <a:xfrm rot="6300000">
                  <a:off x="1591164" y="469892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3" name="Rectangle 90">
                  <a:extLst>
                    <a:ext uri="{FF2B5EF4-FFF2-40B4-BE49-F238E27FC236}">
                      <a16:creationId xmlns:a16="http://schemas.microsoft.com/office/drawing/2014/main" id="{3DC9683C-3020-41F2-B13A-1223704FE359}"/>
                    </a:ext>
                  </a:extLst>
                </p:cNvPr>
                <p:cNvSpPr/>
                <p:nvPr/>
              </p:nvSpPr>
              <p:spPr>
                <a:xfrm rot="7200000">
                  <a:off x="6599111" y="262456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4" name="Rectangle 91">
                  <a:extLst>
                    <a:ext uri="{FF2B5EF4-FFF2-40B4-BE49-F238E27FC236}">
                      <a16:creationId xmlns:a16="http://schemas.microsoft.com/office/drawing/2014/main" id="{12D3E660-A8B1-4552-8C2D-DB5865191991}"/>
                    </a:ext>
                  </a:extLst>
                </p:cNvPr>
                <p:cNvSpPr/>
                <p:nvPr/>
              </p:nvSpPr>
              <p:spPr>
                <a:xfrm rot="7200000">
                  <a:off x="1318069" y="403961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5" name="Rectangle 92">
                  <a:extLst>
                    <a:ext uri="{FF2B5EF4-FFF2-40B4-BE49-F238E27FC236}">
                      <a16:creationId xmlns:a16="http://schemas.microsoft.com/office/drawing/2014/main" id="{A6D76923-E193-4DDE-AA62-B4FEE0A5BAB1}"/>
                    </a:ext>
                  </a:extLst>
                </p:cNvPr>
                <p:cNvSpPr/>
                <p:nvPr/>
              </p:nvSpPr>
              <p:spPr>
                <a:xfrm rot="8100000">
                  <a:off x="6692259" y="3332094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6" name="Rectangle 93">
                  <a:extLst>
                    <a:ext uri="{FF2B5EF4-FFF2-40B4-BE49-F238E27FC236}">
                      <a16:creationId xmlns:a16="http://schemas.microsoft.com/office/drawing/2014/main" id="{9E06B0DE-5B61-4E29-BAB9-722C040E5E59}"/>
                    </a:ext>
                  </a:extLst>
                </p:cNvPr>
                <p:cNvSpPr/>
                <p:nvPr/>
              </p:nvSpPr>
              <p:spPr>
                <a:xfrm rot="8100000">
                  <a:off x="1224922" y="3332094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7" name="Rectangle 94">
                  <a:extLst>
                    <a:ext uri="{FF2B5EF4-FFF2-40B4-BE49-F238E27FC236}">
                      <a16:creationId xmlns:a16="http://schemas.microsoft.com/office/drawing/2014/main" id="{3A9DBEDB-DEC7-4B1A-8D7E-464D8D1D8568}"/>
                    </a:ext>
                  </a:extLst>
                </p:cNvPr>
                <p:cNvSpPr/>
                <p:nvPr/>
              </p:nvSpPr>
              <p:spPr>
                <a:xfrm rot="9000000">
                  <a:off x="6599111" y="403961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8" name="Rectangle 95">
                  <a:extLst>
                    <a:ext uri="{FF2B5EF4-FFF2-40B4-BE49-F238E27FC236}">
                      <a16:creationId xmlns:a16="http://schemas.microsoft.com/office/drawing/2014/main" id="{8FDECD82-D8DF-4130-805F-F2AF01A0C353}"/>
                    </a:ext>
                  </a:extLst>
                </p:cNvPr>
                <p:cNvSpPr/>
                <p:nvPr/>
              </p:nvSpPr>
              <p:spPr>
                <a:xfrm rot="9000000">
                  <a:off x="1318069" y="262456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9" name="Rectangle 96">
                  <a:extLst>
                    <a:ext uri="{FF2B5EF4-FFF2-40B4-BE49-F238E27FC236}">
                      <a16:creationId xmlns:a16="http://schemas.microsoft.com/office/drawing/2014/main" id="{C23180AB-A7FF-4C82-AA17-FA17F70A5EA0}"/>
                    </a:ext>
                  </a:extLst>
                </p:cNvPr>
                <p:cNvSpPr/>
                <p:nvPr/>
              </p:nvSpPr>
              <p:spPr>
                <a:xfrm rot="9900000">
                  <a:off x="6326016" y="469892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0" name="Rectangle 97">
                  <a:extLst>
                    <a:ext uri="{FF2B5EF4-FFF2-40B4-BE49-F238E27FC236}">
                      <a16:creationId xmlns:a16="http://schemas.microsoft.com/office/drawing/2014/main" id="{5A2203B2-3C8F-4F35-A46B-4AD15F37448C}"/>
                    </a:ext>
                  </a:extLst>
                </p:cNvPr>
                <p:cNvSpPr/>
                <p:nvPr/>
              </p:nvSpPr>
              <p:spPr>
                <a:xfrm rot="9900000">
                  <a:off x="1591164" y="196525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1" name="Rectangle 98">
                  <a:extLst>
                    <a:ext uri="{FF2B5EF4-FFF2-40B4-BE49-F238E27FC236}">
                      <a16:creationId xmlns:a16="http://schemas.microsoft.com/office/drawing/2014/main" id="{2C006030-8500-407F-A5AD-D7B583A5073B}"/>
                    </a:ext>
                  </a:extLst>
                </p:cNvPr>
                <p:cNvSpPr/>
                <p:nvPr/>
              </p:nvSpPr>
              <p:spPr>
                <a:xfrm rot="10800000">
                  <a:off x="5891586" y="5265089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2" name="Rectangle 99">
                  <a:extLst>
                    <a:ext uri="{FF2B5EF4-FFF2-40B4-BE49-F238E27FC236}">
                      <a16:creationId xmlns:a16="http://schemas.microsoft.com/office/drawing/2014/main" id="{BA41CA40-A981-41AF-B2B8-0CE9D672ADF2}"/>
                    </a:ext>
                  </a:extLst>
                </p:cNvPr>
                <p:cNvSpPr/>
                <p:nvPr/>
              </p:nvSpPr>
              <p:spPr>
                <a:xfrm rot="10800000">
                  <a:off x="2025594" y="1399098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3" name="Rectangle 100">
                  <a:extLst>
                    <a:ext uri="{FF2B5EF4-FFF2-40B4-BE49-F238E27FC236}">
                      <a16:creationId xmlns:a16="http://schemas.microsoft.com/office/drawing/2014/main" id="{F2DF6981-F11F-4DC1-96A0-269219D41A51}"/>
                    </a:ext>
                  </a:extLst>
                </p:cNvPr>
                <p:cNvSpPr/>
                <p:nvPr/>
              </p:nvSpPr>
              <p:spPr>
                <a:xfrm rot="11700000">
                  <a:off x="5325424" y="5699520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4" name="Rectangle 101">
                  <a:extLst>
                    <a:ext uri="{FF2B5EF4-FFF2-40B4-BE49-F238E27FC236}">
                      <a16:creationId xmlns:a16="http://schemas.microsoft.com/office/drawing/2014/main" id="{2070EB8E-C031-472D-B27C-25C0187802E8}"/>
                    </a:ext>
                  </a:extLst>
                </p:cNvPr>
                <p:cNvSpPr/>
                <p:nvPr/>
              </p:nvSpPr>
              <p:spPr>
                <a:xfrm rot="11700000">
                  <a:off x="2591756" y="964667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5" name="Rectangle 102">
                  <a:extLst>
                    <a:ext uri="{FF2B5EF4-FFF2-40B4-BE49-F238E27FC236}">
                      <a16:creationId xmlns:a16="http://schemas.microsoft.com/office/drawing/2014/main" id="{D09F619D-98B8-4617-BE92-50F7433B82A6}"/>
                    </a:ext>
                  </a:extLst>
                </p:cNvPr>
                <p:cNvSpPr/>
                <p:nvPr/>
              </p:nvSpPr>
              <p:spPr>
                <a:xfrm rot="12600000">
                  <a:off x="4666115" y="5972615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6" name="Rectangle 103">
                  <a:extLst>
                    <a:ext uri="{FF2B5EF4-FFF2-40B4-BE49-F238E27FC236}">
                      <a16:creationId xmlns:a16="http://schemas.microsoft.com/office/drawing/2014/main" id="{9F778E1D-12E8-4DE7-A216-633B080E33C7}"/>
                    </a:ext>
                  </a:extLst>
                </p:cNvPr>
                <p:cNvSpPr/>
                <p:nvPr/>
              </p:nvSpPr>
              <p:spPr>
                <a:xfrm rot="12600000">
                  <a:off x="3251065" y="691572"/>
                  <a:ext cx="173934" cy="173934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8" name="Group 347">
                <a:extLst>
                  <a:ext uri="{FF2B5EF4-FFF2-40B4-BE49-F238E27FC236}">
                    <a16:creationId xmlns:a16="http://schemas.microsoft.com/office/drawing/2014/main" id="{A8E3FEF1-66FB-4D3E-8C91-6C5CC7CD276E}"/>
                  </a:ext>
                </a:extLst>
              </p:cNvPr>
              <p:cNvGrpSpPr/>
              <p:nvPr/>
            </p:nvGrpSpPr>
            <p:grpSpPr>
              <a:xfrm>
                <a:off x="3328637" y="659745"/>
                <a:ext cx="5518640" cy="5518638"/>
                <a:chOff x="3477279" y="808386"/>
                <a:chExt cx="5221355" cy="5221355"/>
              </a:xfrm>
            </p:grpSpPr>
            <p:sp>
              <p:nvSpPr>
                <p:cNvPr id="349" name="Freeform: Shape 348">
                  <a:extLst>
                    <a:ext uri="{FF2B5EF4-FFF2-40B4-BE49-F238E27FC236}">
                      <a16:creationId xmlns:a16="http://schemas.microsoft.com/office/drawing/2014/main" id="{F3398C0F-5202-4306-BF68-3DE3910C5DD8}"/>
                    </a:ext>
                  </a:extLst>
                </p:cNvPr>
                <p:cNvSpPr/>
                <p:nvPr/>
              </p:nvSpPr>
              <p:spPr>
                <a:xfrm>
                  <a:off x="6065098" y="808386"/>
                  <a:ext cx="45718" cy="353859"/>
                </a:xfrm>
                <a:custGeom>
                  <a:avLst/>
                  <a:gdLst>
                    <a:gd name="connsiteX0" fmla="*/ 0 w 45718"/>
                    <a:gd name="connsiteY0" fmla="*/ 0 h 353859"/>
                    <a:gd name="connsiteX1" fmla="*/ 45718 w 45718"/>
                    <a:gd name="connsiteY1" fmla="*/ 0 h 353859"/>
                    <a:gd name="connsiteX2" fmla="*/ 45718 w 45718"/>
                    <a:gd name="connsiteY2" fmla="*/ 353576 h 353859"/>
                    <a:gd name="connsiteX3" fmla="*/ 25658 w 45718"/>
                    <a:gd name="connsiteY3" fmla="*/ 352563 h 353859"/>
                    <a:gd name="connsiteX4" fmla="*/ 0 w 45718"/>
                    <a:gd name="connsiteY4" fmla="*/ 353859 h 353859"/>
                    <a:gd name="connsiteX5" fmla="*/ 0 w 45718"/>
                    <a:gd name="connsiteY5" fmla="*/ 0 h 35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8" h="353859">
                      <a:moveTo>
                        <a:pt x="0" y="0"/>
                      </a:moveTo>
                      <a:lnTo>
                        <a:pt x="45718" y="0"/>
                      </a:lnTo>
                      <a:lnTo>
                        <a:pt x="45718" y="353576"/>
                      </a:lnTo>
                      <a:lnTo>
                        <a:pt x="25658" y="352563"/>
                      </a:lnTo>
                      <a:lnTo>
                        <a:pt x="0" y="3538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0" name="Freeform: Shape 349">
                  <a:extLst>
                    <a:ext uri="{FF2B5EF4-FFF2-40B4-BE49-F238E27FC236}">
                      <a16:creationId xmlns:a16="http://schemas.microsoft.com/office/drawing/2014/main" id="{04D23447-7355-4631-814C-4CBFDA13E968}"/>
                    </a:ext>
                  </a:extLst>
                </p:cNvPr>
                <p:cNvSpPr/>
                <p:nvPr/>
              </p:nvSpPr>
              <p:spPr>
                <a:xfrm>
                  <a:off x="5390183" y="891424"/>
                  <a:ext cx="136202" cy="354886"/>
                </a:xfrm>
                <a:custGeom>
                  <a:avLst/>
                  <a:gdLst>
                    <a:gd name="connsiteX0" fmla="*/ 44161 w 136202"/>
                    <a:gd name="connsiteY0" fmla="*/ 0 h 354886"/>
                    <a:gd name="connsiteX1" fmla="*/ 136202 w 136202"/>
                    <a:gd name="connsiteY1" fmla="*/ 343500 h 354886"/>
                    <a:gd name="connsiteX2" fmla="*/ 91921 w 136202"/>
                    <a:gd name="connsiteY2" fmla="*/ 354886 h 354886"/>
                    <a:gd name="connsiteX3" fmla="*/ 0 w 136202"/>
                    <a:gd name="connsiteY3" fmla="*/ 11833 h 354886"/>
                    <a:gd name="connsiteX4" fmla="*/ 44161 w 136202"/>
                    <a:gd name="connsiteY4" fmla="*/ 0 h 35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6">
                      <a:moveTo>
                        <a:pt x="44161" y="0"/>
                      </a:moveTo>
                      <a:lnTo>
                        <a:pt x="136202" y="343500"/>
                      </a:lnTo>
                      <a:lnTo>
                        <a:pt x="91921" y="354886"/>
                      </a:lnTo>
                      <a:lnTo>
                        <a:pt x="0" y="11833"/>
                      </a:lnTo>
                      <a:lnTo>
                        <a:pt x="4416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1" name="Freeform: Shape 350">
                  <a:extLst>
                    <a:ext uri="{FF2B5EF4-FFF2-40B4-BE49-F238E27FC236}">
                      <a16:creationId xmlns:a16="http://schemas.microsoft.com/office/drawing/2014/main" id="{FEC22F0E-8185-4AB2-9815-B3D8B8DC08F2}"/>
                    </a:ext>
                  </a:extLst>
                </p:cNvPr>
                <p:cNvSpPr/>
                <p:nvPr/>
              </p:nvSpPr>
              <p:spPr>
                <a:xfrm>
                  <a:off x="6649891" y="891425"/>
                  <a:ext cx="135841" cy="353538"/>
                </a:xfrm>
                <a:custGeom>
                  <a:avLst/>
                  <a:gdLst>
                    <a:gd name="connsiteX0" fmla="*/ 91679 w 135841"/>
                    <a:gd name="connsiteY0" fmla="*/ 0 h 353538"/>
                    <a:gd name="connsiteX1" fmla="*/ 135841 w 135841"/>
                    <a:gd name="connsiteY1" fmla="*/ 11833 h 353538"/>
                    <a:gd name="connsiteX2" fmla="*/ 44281 w 135841"/>
                    <a:gd name="connsiteY2" fmla="*/ 353538 h 353538"/>
                    <a:gd name="connsiteX3" fmla="*/ 0 w 135841"/>
                    <a:gd name="connsiteY3" fmla="*/ 342153 h 353538"/>
                    <a:gd name="connsiteX4" fmla="*/ 91679 w 135841"/>
                    <a:gd name="connsiteY4" fmla="*/ 0 h 353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1" h="353538">
                      <a:moveTo>
                        <a:pt x="91679" y="0"/>
                      </a:moveTo>
                      <a:lnTo>
                        <a:pt x="135841" y="11833"/>
                      </a:lnTo>
                      <a:lnTo>
                        <a:pt x="44281" y="353538"/>
                      </a:lnTo>
                      <a:lnTo>
                        <a:pt x="0" y="342153"/>
                      </a:lnTo>
                      <a:lnTo>
                        <a:pt x="9167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2" name="Freeform: Shape 351">
                  <a:extLst>
                    <a:ext uri="{FF2B5EF4-FFF2-40B4-BE49-F238E27FC236}">
                      <a16:creationId xmlns:a16="http://schemas.microsoft.com/office/drawing/2014/main" id="{E8F438B2-0D1E-43B2-9F9E-DC318BA09109}"/>
                    </a:ext>
                  </a:extLst>
                </p:cNvPr>
                <p:cNvSpPr/>
                <p:nvPr/>
              </p:nvSpPr>
              <p:spPr>
                <a:xfrm>
                  <a:off x="4762821" y="1146720"/>
                  <a:ext cx="217217" cy="331395"/>
                </a:xfrm>
                <a:custGeom>
                  <a:avLst/>
                  <a:gdLst>
                    <a:gd name="connsiteX0" fmla="*/ 39595 w 217217"/>
                    <a:gd name="connsiteY0" fmla="*/ 0 h 331395"/>
                    <a:gd name="connsiteX1" fmla="*/ 217217 w 217217"/>
                    <a:gd name="connsiteY1" fmla="*/ 307651 h 331395"/>
                    <a:gd name="connsiteX2" fmla="*/ 178133 w 217217"/>
                    <a:gd name="connsiteY2" fmla="*/ 331395 h 331395"/>
                    <a:gd name="connsiteX3" fmla="*/ 0 w 217217"/>
                    <a:gd name="connsiteY3" fmla="*/ 22860 h 331395"/>
                    <a:gd name="connsiteX4" fmla="*/ 39595 w 217217"/>
                    <a:gd name="connsiteY4" fmla="*/ 0 h 33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5">
                      <a:moveTo>
                        <a:pt x="39595" y="0"/>
                      </a:moveTo>
                      <a:lnTo>
                        <a:pt x="217217" y="307651"/>
                      </a:lnTo>
                      <a:lnTo>
                        <a:pt x="178133" y="331395"/>
                      </a:lnTo>
                      <a:lnTo>
                        <a:pt x="0" y="22860"/>
                      </a:lnTo>
                      <a:lnTo>
                        <a:pt x="39595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3" name="Freeform: Shape 352">
                  <a:extLst>
                    <a:ext uri="{FF2B5EF4-FFF2-40B4-BE49-F238E27FC236}">
                      <a16:creationId xmlns:a16="http://schemas.microsoft.com/office/drawing/2014/main" id="{65E726E6-02B6-47D9-8650-F7CC4196AD3E}"/>
                    </a:ext>
                  </a:extLst>
                </p:cNvPr>
                <p:cNvSpPr/>
                <p:nvPr/>
              </p:nvSpPr>
              <p:spPr>
                <a:xfrm>
                  <a:off x="7197332" y="1146719"/>
                  <a:ext cx="215761" cy="328876"/>
                </a:xfrm>
                <a:custGeom>
                  <a:avLst/>
                  <a:gdLst>
                    <a:gd name="connsiteX0" fmla="*/ 176169 w 215761"/>
                    <a:gd name="connsiteY0" fmla="*/ 0 h 328876"/>
                    <a:gd name="connsiteX1" fmla="*/ 215761 w 215761"/>
                    <a:gd name="connsiteY1" fmla="*/ 22859 h 328876"/>
                    <a:gd name="connsiteX2" fmla="*/ 39082 w 215761"/>
                    <a:gd name="connsiteY2" fmla="*/ 328876 h 328876"/>
                    <a:gd name="connsiteX3" fmla="*/ 0 w 215761"/>
                    <a:gd name="connsiteY3" fmla="*/ 305133 h 328876"/>
                    <a:gd name="connsiteX4" fmla="*/ 176169 w 215761"/>
                    <a:gd name="connsiteY4" fmla="*/ 0 h 328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1" h="328876">
                      <a:moveTo>
                        <a:pt x="176169" y="0"/>
                      </a:moveTo>
                      <a:lnTo>
                        <a:pt x="215761" y="22859"/>
                      </a:lnTo>
                      <a:lnTo>
                        <a:pt x="39082" y="328876"/>
                      </a:lnTo>
                      <a:lnTo>
                        <a:pt x="0" y="305133"/>
                      </a:lnTo>
                      <a:lnTo>
                        <a:pt x="17616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4" name="Freeform: Shape 353">
                  <a:extLst>
                    <a:ext uri="{FF2B5EF4-FFF2-40B4-BE49-F238E27FC236}">
                      <a16:creationId xmlns:a16="http://schemas.microsoft.com/office/drawing/2014/main" id="{4A027513-B863-4E3A-98F8-0CAF4EBE055F}"/>
                    </a:ext>
                  </a:extLst>
                </p:cNvPr>
                <p:cNvSpPr/>
                <p:nvPr/>
              </p:nvSpPr>
              <p:spPr>
                <a:xfrm>
                  <a:off x="4225764" y="1556870"/>
                  <a:ext cx="283734" cy="283868"/>
                </a:xfrm>
                <a:custGeom>
                  <a:avLst/>
                  <a:gdLst>
                    <a:gd name="connsiteX0" fmla="*/ 32328 w 283734"/>
                    <a:gd name="connsiteY0" fmla="*/ 0 h 283868"/>
                    <a:gd name="connsiteX1" fmla="*/ 283734 w 283734"/>
                    <a:gd name="connsiteY1" fmla="*/ 251406 h 283868"/>
                    <a:gd name="connsiteX2" fmla="*/ 268266 w 283734"/>
                    <a:gd name="connsiteY2" fmla="*/ 265464 h 283868"/>
                    <a:gd name="connsiteX3" fmla="*/ 251540 w 283734"/>
                    <a:gd name="connsiteY3" fmla="*/ 283868 h 283868"/>
                    <a:gd name="connsiteX4" fmla="*/ 0 w 283734"/>
                    <a:gd name="connsiteY4" fmla="*/ 32328 h 283868"/>
                    <a:gd name="connsiteX5" fmla="*/ 32328 w 283734"/>
                    <a:gd name="connsiteY5" fmla="*/ 0 h 283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4" h="283868">
                      <a:moveTo>
                        <a:pt x="32328" y="0"/>
                      </a:moveTo>
                      <a:lnTo>
                        <a:pt x="283734" y="251406"/>
                      </a:lnTo>
                      <a:lnTo>
                        <a:pt x="268266" y="265464"/>
                      </a:lnTo>
                      <a:lnTo>
                        <a:pt x="251540" y="283868"/>
                      </a:lnTo>
                      <a:lnTo>
                        <a:pt x="0" y="32328"/>
                      </a:lnTo>
                      <a:lnTo>
                        <a:pt x="32328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5" name="Freeform: Shape 354">
                  <a:extLst>
                    <a:ext uri="{FF2B5EF4-FFF2-40B4-BE49-F238E27FC236}">
                      <a16:creationId xmlns:a16="http://schemas.microsoft.com/office/drawing/2014/main" id="{598BA572-D7B8-4F6C-94B4-B30F41C135DE}"/>
                    </a:ext>
                  </a:extLst>
                </p:cNvPr>
                <p:cNvSpPr/>
                <p:nvPr/>
              </p:nvSpPr>
              <p:spPr>
                <a:xfrm>
                  <a:off x="7669082" y="1556870"/>
                  <a:ext cx="281068" cy="280936"/>
                </a:xfrm>
                <a:custGeom>
                  <a:avLst/>
                  <a:gdLst>
                    <a:gd name="connsiteX0" fmla="*/ 248740 w 281068"/>
                    <a:gd name="connsiteY0" fmla="*/ 0 h 280936"/>
                    <a:gd name="connsiteX1" fmla="*/ 281068 w 281068"/>
                    <a:gd name="connsiteY1" fmla="*/ 32329 h 280936"/>
                    <a:gd name="connsiteX2" fmla="*/ 32462 w 281068"/>
                    <a:gd name="connsiteY2" fmla="*/ 280936 h 280936"/>
                    <a:gd name="connsiteX3" fmla="*/ 18400 w 281068"/>
                    <a:gd name="connsiteY3" fmla="*/ 265464 h 280936"/>
                    <a:gd name="connsiteX4" fmla="*/ 0 w 281068"/>
                    <a:gd name="connsiteY4" fmla="*/ 248741 h 280936"/>
                    <a:gd name="connsiteX5" fmla="*/ 248740 w 281068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68" h="280936">
                      <a:moveTo>
                        <a:pt x="248740" y="0"/>
                      </a:moveTo>
                      <a:lnTo>
                        <a:pt x="281068" y="32329"/>
                      </a:lnTo>
                      <a:lnTo>
                        <a:pt x="32462" y="280936"/>
                      </a:lnTo>
                      <a:lnTo>
                        <a:pt x="18400" y="265464"/>
                      </a:lnTo>
                      <a:lnTo>
                        <a:pt x="0" y="248741"/>
                      </a:lnTo>
                      <a:lnTo>
                        <a:pt x="24874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6" name="Freeform: Shape 355">
                  <a:extLst>
                    <a:ext uri="{FF2B5EF4-FFF2-40B4-BE49-F238E27FC236}">
                      <a16:creationId xmlns:a16="http://schemas.microsoft.com/office/drawing/2014/main" id="{2DC4A1D7-6794-4A06-A118-136963D06A4F}"/>
                    </a:ext>
                  </a:extLst>
                </p:cNvPr>
                <p:cNvSpPr/>
                <p:nvPr/>
              </p:nvSpPr>
              <p:spPr>
                <a:xfrm>
                  <a:off x="3815614" y="2093927"/>
                  <a:ext cx="332209" cy="217687"/>
                </a:xfrm>
                <a:custGeom>
                  <a:avLst/>
                  <a:gdLst>
                    <a:gd name="connsiteX0" fmla="*/ 22860 w 332209"/>
                    <a:gd name="connsiteY0" fmla="*/ 0 h 217687"/>
                    <a:gd name="connsiteX1" fmla="*/ 332209 w 332209"/>
                    <a:gd name="connsiteY1" fmla="*/ 178603 h 217687"/>
                    <a:gd name="connsiteX2" fmla="*/ 308465 w 332209"/>
                    <a:gd name="connsiteY2" fmla="*/ 217687 h 217687"/>
                    <a:gd name="connsiteX3" fmla="*/ 0 w 332209"/>
                    <a:gd name="connsiteY3" fmla="*/ 39594 h 217687"/>
                    <a:gd name="connsiteX4" fmla="*/ 22860 w 332209"/>
                    <a:gd name="connsiteY4" fmla="*/ 0 h 2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09" h="217687">
                      <a:moveTo>
                        <a:pt x="22860" y="0"/>
                      </a:moveTo>
                      <a:lnTo>
                        <a:pt x="332209" y="178603"/>
                      </a:lnTo>
                      <a:lnTo>
                        <a:pt x="308465" y="217687"/>
                      </a:lnTo>
                      <a:lnTo>
                        <a:pt x="0" y="39594"/>
                      </a:lnTo>
                      <a:lnTo>
                        <a:pt x="2286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7" name="Freeform: Shape 356">
                  <a:extLst>
                    <a:ext uri="{FF2B5EF4-FFF2-40B4-BE49-F238E27FC236}">
                      <a16:creationId xmlns:a16="http://schemas.microsoft.com/office/drawing/2014/main" id="{56D97B37-2BE6-4649-81A4-447306C8F174}"/>
                    </a:ext>
                  </a:extLst>
                </p:cNvPr>
                <p:cNvSpPr/>
                <p:nvPr/>
              </p:nvSpPr>
              <p:spPr>
                <a:xfrm>
                  <a:off x="8032238" y="2093927"/>
                  <a:ext cx="328063" cy="215292"/>
                </a:xfrm>
                <a:custGeom>
                  <a:avLst/>
                  <a:gdLst>
                    <a:gd name="connsiteX0" fmla="*/ 305203 w 328063"/>
                    <a:gd name="connsiteY0" fmla="*/ 0 h 215292"/>
                    <a:gd name="connsiteX1" fmla="*/ 328063 w 328063"/>
                    <a:gd name="connsiteY1" fmla="*/ 39593 h 215292"/>
                    <a:gd name="connsiteX2" fmla="*/ 23743 w 328063"/>
                    <a:gd name="connsiteY2" fmla="*/ 215292 h 215292"/>
                    <a:gd name="connsiteX3" fmla="*/ 0 w 328063"/>
                    <a:gd name="connsiteY3" fmla="*/ 176209 h 215292"/>
                    <a:gd name="connsiteX4" fmla="*/ 305203 w 328063"/>
                    <a:gd name="connsiteY4" fmla="*/ 0 h 215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3" h="215292">
                      <a:moveTo>
                        <a:pt x="305203" y="0"/>
                      </a:moveTo>
                      <a:lnTo>
                        <a:pt x="328063" y="39593"/>
                      </a:lnTo>
                      <a:lnTo>
                        <a:pt x="23743" y="215292"/>
                      </a:lnTo>
                      <a:lnTo>
                        <a:pt x="0" y="176209"/>
                      </a:lnTo>
                      <a:lnTo>
                        <a:pt x="305203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8" name="Freeform: Shape 357">
                  <a:extLst>
                    <a:ext uri="{FF2B5EF4-FFF2-40B4-BE49-F238E27FC236}">
                      <a16:creationId xmlns:a16="http://schemas.microsoft.com/office/drawing/2014/main" id="{5D7349F8-6D97-46A3-BB9E-3EF4721F15E4}"/>
                    </a:ext>
                  </a:extLst>
                </p:cNvPr>
                <p:cNvSpPr/>
                <p:nvPr/>
              </p:nvSpPr>
              <p:spPr>
                <a:xfrm>
                  <a:off x="3560320" y="2721289"/>
                  <a:ext cx="356833" cy="136723"/>
                </a:xfrm>
                <a:custGeom>
                  <a:avLst/>
                  <a:gdLst>
                    <a:gd name="connsiteX0" fmla="*/ 11833 w 356833"/>
                    <a:gd name="connsiteY0" fmla="*/ 0 h 136723"/>
                    <a:gd name="connsiteX1" fmla="*/ 356833 w 356833"/>
                    <a:gd name="connsiteY1" fmla="*/ 92443 h 136723"/>
                    <a:gd name="connsiteX2" fmla="*/ 345447 w 356833"/>
                    <a:gd name="connsiteY2" fmla="*/ 136723 h 136723"/>
                    <a:gd name="connsiteX3" fmla="*/ 0 w 356833"/>
                    <a:gd name="connsiteY3" fmla="*/ 44161 h 136723"/>
                    <a:gd name="connsiteX4" fmla="*/ 11833 w 356833"/>
                    <a:gd name="connsiteY4" fmla="*/ 0 h 13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3" h="136723">
                      <a:moveTo>
                        <a:pt x="11833" y="0"/>
                      </a:moveTo>
                      <a:lnTo>
                        <a:pt x="356833" y="92443"/>
                      </a:lnTo>
                      <a:lnTo>
                        <a:pt x="345447" y="136723"/>
                      </a:lnTo>
                      <a:lnTo>
                        <a:pt x="0" y="44161"/>
                      </a:lnTo>
                      <a:lnTo>
                        <a:pt x="11833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9" name="Freeform: Shape 358">
                  <a:extLst>
                    <a:ext uri="{FF2B5EF4-FFF2-40B4-BE49-F238E27FC236}">
                      <a16:creationId xmlns:a16="http://schemas.microsoft.com/office/drawing/2014/main" id="{023D2CF4-8D04-4CD3-B0C6-32F27EF52B74}"/>
                    </a:ext>
                  </a:extLst>
                </p:cNvPr>
                <p:cNvSpPr/>
                <p:nvPr/>
              </p:nvSpPr>
              <p:spPr>
                <a:xfrm>
                  <a:off x="8264000" y="2721289"/>
                  <a:ext cx="351595" cy="135321"/>
                </a:xfrm>
                <a:custGeom>
                  <a:avLst/>
                  <a:gdLst>
                    <a:gd name="connsiteX0" fmla="*/ 339761 w 351595"/>
                    <a:gd name="connsiteY0" fmla="*/ 0 h 135321"/>
                    <a:gd name="connsiteX1" fmla="*/ 351595 w 351595"/>
                    <a:gd name="connsiteY1" fmla="*/ 44162 h 135321"/>
                    <a:gd name="connsiteX2" fmla="*/ 11386 w 351595"/>
                    <a:gd name="connsiteY2" fmla="*/ 135321 h 135321"/>
                    <a:gd name="connsiteX3" fmla="*/ 0 w 351595"/>
                    <a:gd name="connsiteY3" fmla="*/ 91039 h 135321"/>
                    <a:gd name="connsiteX4" fmla="*/ 339761 w 351595"/>
                    <a:gd name="connsiteY4" fmla="*/ 0 h 135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1">
                      <a:moveTo>
                        <a:pt x="339761" y="0"/>
                      </a:moveTo>
                      <a:lnTo>
                        <a:pt x="351595" y="44162"/>
                      </a:lnTo>
                      <a:lnTo>
                        <a:pt x="11386" y="135321"/>
                      </a:lnTo>
                      <a:lnTo>
                        <a:pt x="0" y="91039"/>
                      </a:lnTo>
                      <a:lnTo>
                        <a:pt x="33976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0" name="Freeform: Shape 359">
                  <a:extLst>
                    <a:ext uri="{FF2B5EF4-FFF2-40B4-BE49-F238E27FC236}">
                      <a16:creationId xmlns:a16="http://schemas.microsoft.com/office/drawing/2014/main" id="{FFC43EAD-DD84-4932-9F92-6F6D232FB463}"/>
                    </a:ext>
                  </a:extLst>
                </p:cNvPr>
                <p:cNvSpPr/>
                <p:nvPr/>
              </p:nvSpPr>
              <p:spPr>
                <a:xfrm>
                  <a:off x="3477279" y="3396204"/>
                  <a:ext cx="356521" cy="45719"/>
                </a:xfrm>
                <a:custGeom>
                  <a:avLst/>
                  <a:gdLst>
                    <a:gd name="connsiteX0" fmla="*/ 356520 w 356521"/>
                    <a:gd name="connsiteY0" fmla="*/ 0 h 45719"/>
                    <a:gd name="connsiteX1" fmla="*/ 355366 w 356521"/>
                    <a:gd name="connsiteY1" fmla="*/ 22857 h 45719"/>
                    <a:gd name="connsiteX2" fmla="*/ 356521 w 356521"/>
                    <a:gd name="connsiteY2" fmla="*/ 45719 h 45719"/>
                    <a:gd name="connsiteX3" fmla="*/ 1 w 356521"/>
                    <a:gd name="connsiteY3" fmla="*/ 45719 h 45719"/>
                    <a:gd name="connsiteX4" fmla="*/ 0 w 356521"/>
                    <a:gd name="connsiteY4" fmla="*/ 0 h 45719"/>
                    <a:gd name="connsiteX5" fmla="*/ 356520 w 356521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521" h="45719">
                      <a:moveTo>
                        <a:pt x="356520" y="0"/>
                      </a:moveTo>
                      <a:lnTo>
                        <a:pt x="355366" y="22857"/>
                      </a:lnTo>
                      <a:lnTo>
                        <a:pt x="356521" y="45719"/>
                      </a:lnTo>
                      <a:lnTo>
                        <a:pt x="1" y="45719"/>
                      </a:lnTo>
                      <a:lnTo>
                        <a:pt x="0" y="0"/>
                      </a:lnTo>
                      <a:lnTo>
                        <a:pt x="35652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1" name="Freeform: Shape 360">
                  <a:extLst>
                    <a:ext uri="{FF2B5EF4-FFF2-40B4-BE49-F238E27FC236}">
                      <a16:creationId xmlns:a16="http://schemas.microsoft.com/office/drawing/2014/main" id="{94B465E1-BA65-460B-8624-B01F33230C27}"/>
                    </a:ext>
                  </a:extLst>
                </p:cNvPr>
                <p:cNvSpPr/>
                <p:nvPr/>
              </p:nvSpPr>
              <p:spPr>
                <a:xfrm>
                  <a:off x="8347714" y="3396204"/>
                  <a:ext cx="350920" cy="45719"/>
                </a:xfrm>
                <a:custGeom>
                  <a:avLst/>
                  <a:gdLst>
                    <a:gd name="connsiteX0" fmla="*/ 0 w 350920"/>
                    <a:gd name="connsiteY0" fmla="*/ 0 h 45719"/>
                    <a:gd name="connsiteX1" fmla="*/ 350920 w 350920"/>
                    <a:gd name="connsiteY1" fmla="*/ 0 h 45719"/>
                    <a:gd name="connsiteX2" fmla="*/ 350920 w 350920"/>
                    <a:gd name="connsiteY2" fmla="*/ 45719 h 45719"/>
                    <a:gd name="connsiteX3" fmla="*/ 0 w 350920"/>
                    <a:gd name="connsiteY3" fmla="*/ 45719 h 45719"/>
                    <a:gd name="connsiteX4" fmla="*/ 1154 w 350920"/>
                    <a:gd name="connsiteY4" fmla="*/ 22857 h 45719"/>
                    <a:gd name="connsiteX5" fmla="*/ 0 w 350920"/>
                    <a:gd name="connsiteY5" fmla="*/ 0 h 45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920" h="45719">
                      <a:moveTo>
                        <a:pt x="0" y="0"/>
                      </a:moveTo>
                      <a:lnTo>
                        <a:pt x="350920" y="0"/>
                      </a:lnTo>
                      <a:lnTo>
                        <a:pt x="350920" y="45719"/>
                      </a:lnTo>
                      <a:lnTo>
                        <a:pt x="0" y="45719"/>
                      </a:lnTo>
                      <a:lnTo>
                        <a:pt x="1154" y="228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2" name="Freeform: Shape 361">
                  <a:extLst>
                    <a:ext uri="{FF2B5EF4-FFF2-40B4-BE49-F238E27FC236}">
                      <a16:creationId xmlns:a16="http://schemas.microsoft.com/office/drawing/2014/main" id="{6D4A5C95-F064-4EE6-863C-075152EB61B6}"/>
                    </a:ext>
                  </a:extLst>
                </p:cNvPr>
                <p:cNvSpPr/>
                <p:nvPr/>
              </p:nvSpPr>
              <p:spPr>
                <a:xfrm>
                  <a:off x="3560319" y="3980112"/>
                  <a:ext cx="356835" cy="136724"/>
                </a:xfrm>
                <a:custGeom>
                  <a:avLst/>
                  <a:gdLst>
                    <a:gd name="connsiteX0" fmla="*/ 345449 w 356835"/>
                    <a:gd name="connsiteY0" fmla="*/ 0 h 136724"/>
                    <a:gd name="connsiteX1" fmla="*/ 356835 w 356835"/>
                    <a:gd name="connsiteY1" fmla="*/ 44281 h 136724"/>
                    <a:gd name="connsiteX2" fmla="*/ 11833 w 356835"/>
                    <a:gd name="connsiteY2" fmla="*/ 136724 h 136724"/>
                    <a:gd name="connsiteX3" fmla="*/ 0 w 356835"/>
                    <a:gd name="connsiteY3" fmla="*/ 92563 h 136724"/>
                    <a:gd name="connsiteX4" fmla="*/ 345449 w 356835"/>
                    <a:gd name="connsiteY4" fmla="*/ 0 h 136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835" h="136724">
                      <a:moveTo>
                        <a:pt x="345449" y="0"/>
                      </a:moveTo>
                      <a:lnTo>
                        <a:pt x="356835" y="44281"/>
                      </a:lnTo>
                      <a:lnTo>
                        <a:pt x="11833" y="136724"/>
                      </a:lnTo>
                      <a:lnTo>
                        <a:pt x="0" y="92563"/>
                      </a:lnTo>
                      <a:lnTo>
                        <a:pt x="345449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3" name="Freeform: Shape 362">
                  <a:extLst>
                    <a:ext uri="{FF2B5EF4-FFF2-40B4-BE49-F238E27FC236}">
                      <a16:creationId xmlns:a16="http://schemas.microsoft.com/office/drawing/2014/main" id="{AED73AA9-3F2D-4415-8FDC-EB56FA514B3B}"/>
                    </a:ext>
                  </a:extLst>
                </p:cNvPr>
                <p:cNvSpPr/>
                <p:nvPr/>
              </p:nvSpPr>
              <p:spPr>
                <a:xfrm>
                  <a:off x="8264000" y="3981516"/>
                  <a:ext cx="351595" cy="135320"/>
                </a:xfrm>
                <a:custGeom>
                  <a:avLst/>
                  <a:gdLst>
                    <a:gd name="connsiteX0" fmla="*/ 11385 w 351595"/>
                    <a:gd name="connsiteY0" fmla="*/ 0 h 135320"/>
                    <a:gd name="connsiteX1" fmla="*/ 351595 w 351595"/>
                    <a:gd name="connsiteY1" fmla="*/ 91159 h 135320"/>
                    <a:gd name="connsiteX2" fmla="*/ 339762 w 351595"/>
                    <a:gd name="connsiteY2" fmla="*/ 135320 h 135320"/>
                    <a:gd name="connsiteX3" fmla="*/ 0 w 351595"/>
                    <a:gd name="connsiteY3" fmla="*/ 44281 h 135320"/>
                    <a:gd name="connsiteX4" fmla="*/ 11385 w 351595"/>
                    <a:gd name="connsiteY4" fmla="*/ 0 h 135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1595" h="135320">
                      <a:moveTo>
                        <a:pt x="11385" y="0"/>
                      </a:moveTo>
                      <a:lnTo>
                        <a:pt x="351595" y="91159"/>
                      </a:lnTo>
                      <a:lnTo>
                        <a:pt x="339762" y="135320"/>
                      </a:lnTo>
                      <a:lnTo>
                        <a:pt x="0" y="44281"/>
                      </a:lnTo>
                      <a:lnTo>
                        <a:pt x="11385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4" name="Freeform: Shape 363">
                  <a:extLst>
                    <a:ext uri="{FF2B5EF4-FFF2-40B4-BE49-F238E27FC236}">
                      <a16:creationId xmlns:a16="http://schemas.microsoft.com/office/drawing/2014/main" id="{D9831BD8-580B-42D2-AE95-58458337AE0F}"/>
                    </a:ext>
                  </a:extLst>
                </p:cNvPr>
                <p:cNvSpPr/>
                <p:nvPr/>
              </p:nvSpPr>
              <p:spPr>
                <a:xfrm>
                  <a:off x="3815614" y="4526511"/>
                  <a:ext cx="332211" cy="217688"/>
                </a:xfrm>
                <a:custGeom>
                  <a:avLst/>
                  <a:gdLst>
                    <a:gd name="connsiteX0" fmla="*/ 308467 w 332211"/>
                    <a:gd name="connsiteY0" fmla="*/ 0 h 217688"/>
                    <a:gd name="connsiteX1" fmla="*/ 332211 w 332211"/>
                    <a:gd name="connsiteY1" fmla="*/ 39084 h 217688"/>
                    <a:gd name="connsiteX2" fmla="*/ 22860 w 332211"/>
                    <a:gd name="connsiteY2" fmla="*/ 217688 h 217688"/>
                    <a:gd name="connsiteX3" fmla="*/ 0 w 332211"/>
                    <a:gd name="connsiteY3" fmla="*/ 178093 h 217688"/>
                    <a:gd name="connsiteX4" fmla="*/ 308467 w 332211"/>
                    <a:gd name="connsiteY4" fmla="*/ 0 h 217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2211" h="217688">
                      <a:moveTo>
                        <a:pt x="308467" y="0"/>
                      </a:moveTo>
                      <a:lnTo>
                        <a:pt x="332211" y="39084"/>
                      </a:lnTo>
                      <a:lnTo>
                        <a:pt x="22860" y="217688"/>
                      </a:lnTo>
                      <a:lnTo>
                        <a:pt x="0" y="178093"/>
                      </a:lnTo>
                      <a:lnTo>
                        <a:pt x="308467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5" name="Freeform: Shape 364">
                  <a:extLst>
                    <a:ext uri="{FF2B5EF4-FFF2-40B4-BE49-F238E27FC236}">
                      <a16:creationId xmlns:a16="http://schemas.microsoft.com/office/drawing/2014/main" id="{55CE90B6-568D-4DC1-A7D8-97A57950A7A4}"/>
                    </a:ext>
                  </a:extLst>
                </p:cNvPr>
                <p:cNvSpPr/>
                <p:nvPr/>
              </p:nvSpPr>
              <p:spPr>
                <a:xfrm>
                  <a:off x="8032234" y="4528904"/>
                  <a:ext cx="328066" cy="215294"/>
                </a:xfrm>
                <a:custGeom>
                  <a:avLst/>
                  <a:gdLst>
                    <a:gd name="connsiteX0" fmla="*/ 23744 w 328066"/>
                    <a:gd name="connsiteY0" fmla="*/ 0 h 215294"/>
                    <a:gd name="connsiteX1" fmla="*/ 328066 w 328066"/>
                    <a:gd name="connsiteY1" fmla="*/ 175700 h 215294"/>
                    <a:gd name="connsiteX2" fmla="*/ 305206 w 328066"/>
                    <a:gd name="connsiteY2" fmla="*/ 215294 h 215294"/>
                    <a:gd name="connsiteX3" fmla="*/ 0 w 328066"/>
                    <a:gd name="connsiteY3" fmla="*/ 39084 h 215294"/>
                    <a:gd name="connsiteX4" fmla="*/ 23744 w 328066"/>
                    <a:gd name="connsiteY4" fmla="*/ 0 h 21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8066" h="215294">
                      <a:moveTo>
                        <a:pt x="23744" y="0"/>
                      </a:moveTo>
                      <a:lnTo>
                        <a:pt x="328066" y="175700"/>
                      </a:lnTo>
                      <a:lnTo>
                        <a:pt x="305206" y="215294"/>
                      </a:lnTo>
                      <a:lnTo>
                        <a:pt x="0" y="39084"/>
                      </a:lnTo>
                      <a:lnTo>
                        <a:pt x="2374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6" name="Freeform: Shape 365">
                  <a:extLst>
                    <a:ext uri="{FF2B5EF4-FFF2-40B4-BE49-F238E27FC236}">
                      <a16:creationId xmlns:a16="http://schemas.microsoft.com/office/drawing/2014/main" id="{25092D40-8F64-4481-BE6C-9B1A5442BAAA}"/>
                    </a:ext>
                  </a:extLst>
                </p:cNvPr>
                <p:cNvSpPr/>
                <p:nvPr/>
              </p:nvSpPr>
              <p:spPr>
                <a:xfrm>
                  <a:off x="4225765" y="4997386"/>
                  <a:ext cx="283736" cy="283869"/>
                </a:xfrm>
                <a:custGeom>
                  <a:avLst/>
                  <a:gdLst>
                    <a:gd name="connsiteX0" fmla="*/ 251541 w 283736"/>
                    <a:gd name="connsiteY0" fmla="*/ 0 h 283869"/>
                    <a:gd name="connsiteX1" fmla="*/ 268265 w 283736"/>
                    <a:gd name="connsiteY1" fmla="*/ 18401 h 283869"/>
                    <a:gd name="connsiteX2" fmla="*/ 283736 w 283736"/>
                    <a:gd name="connsiteY2" fmla="*/ 32462 h 283869"/>
                    <a:gd name="connsiteX3" fmla="*/ 32328 w 283736"/>
                    <a:gd name="connsiteY3" fmla="*/ 283869 h 283869"/>
                    <a:gd name="connsiteX4" fmla="*/ 0 w 283736"/>
                    <a:gd name="connsiteY4" fmla="*/ 251541 h 283869"/>
                    <a:gd name="connsiteX5" fmla="*/ 251541 w 283736"/>
                    <a:gd name="connsiteY5" fmla="*/ 0 h 283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3736" h="283869">
                      <a:moveTo>
                        <a:pt x="251541" y="0"/>
                      </a:moveTo>
                      <a:lnTo>
                        <a:pt x="268265" y="18401"/>
                      </a:lnTo>
                      <a:lnTo>
                        <a:pt x="283736" y="32462"/>
                      </a:lnTo>
                      <a:lnTo>
                        <a:pt x="32328" y="283869"/>
                      </a:lnTo>
                      <a:lnTo>
                        <a:pt x="0" y="251541"/>
                      </a:lnTo>
                      <a:lnTo>
                        <a:pt x="25154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7" name="Freeform: Shape 366">
                  <a:extLst>
                    <a:ext uri="{FF2B5EF4-FFF2-40B4-BE49-F238E27FC236}">
                      <a16:creationId xmlns:a16="http://schemas.microsoft.com/office/drawing/2014/main" id="{9829E0F5-3057-493E-94E2-537A3B35971D}"/>
                    </a:ext>
                  </a:extLst>
                </p:cNvPr>
                <p:cNvSpPr/>
                <p:nvPr/>
              </p:nvSpPr>
              <p:spPr>
                <a:xfrm>
                  <a:off x="7669079" y="5000318"/>
                  <a:ext cx="281070" cy="280936"/>
                </a:xfrm>
                <a:custGeom>
                  <a:avLst/>
                  <a:gdLst>
                    <a:gd name="connsiteX0" fmla="*/ 32462 w 281070"/>
                    <a:gd name="connsiteY0" fmla="*/ 0 h 280936"/>
                    <a:gd name="connsiteX1" fmla="*/ 281070 w 281070"/>
                    <a:gd name="connsiteY1" fmla="*/ 248608 h 280936"/>
                    <a:gd name="connsiteX2" fmla="*/ 248742 w 281070"/>
                    <a:gd name="connsiteY2" fmla="*/ 280936 h 280936"/>
                    <a:gd name="connsiteX3" fmla="*/ 0 w 281070"/>
                    <a:gd name="connsiteY3" fmla="*/ 32194 h 280936"/>
                    <a:gd name="connsiteX4" fmla="*/ 18403 w 281070"/>
                    <a:gd name="connsiteY4" fmla="*/ 15468 h 280936"/>
                    <a:gd name="connsiteX5" fmla="*/ 32462 w 281070"/>
                    <a:gd name="connsiteY5" fmla="*/ 0 h 280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070" h="280936">
                      <a:moveTo>
                        <a:pt x="32462" y="0"/>
                      </a:moveTo>
                      <a:lnTo>
                        <a:pt x="281070" y="248608"/>
                      </a:lnTo>
                      <a:lnTo>
                        <a:pt x="248742" y="280936"/>
                      </a:lnTo>
                      <a:lnTo>
                        <a:pt x="0" y="32194"/>
                      </a:lnTo>
                      <a:lnTo>
                        <a:pt x="18403" y="15468"/>
                      </a:lnTo>
                      <a:lnTo>
                        <a:pt x="32462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8" name="Freeform: Shape 367">
                  <a:extLst>
                    <a:ext uri="{FF2B5EF4-FFF2-40B4-BE49-F238E27FC236}">
                      <a16:creationId xmlns:a16="http://schemas.microsoft.com/office/drawing/2014/main" id="{9C3FDF29-4177-446D-B87C-FA1892F2D9B1}"/>
                    </a:ext>
                  </a:extLst>
                </p:cNvPr>
                <p:cNvSpPr/>
                <p:nvPr/>
              </p:nvSpPr>
              <p:spPr>
                <a:xfrm>
                  <a:off x="4762823" y="5360009"/>
                  <a:ext cx="217217" cy="331397"/>
                </a:xfrm>
                <a:custGeom>
                  <a:avLst/>
                  <a:gdLst>
                    <a:gd name="connsiteX0" fmla="*/ 178134 w 217217"/>
                    <a:gd name="connsiteY0" fmla="*/ 0 h 331397"/>
                    <a:gd name="connsiteX1" fmla="*/ 217217 w 217217"/>
                    <a:gd name="connsiteY1" fmla="*/ 23744 h 331397"/>
                    <a:gd name="connsiteX2" fmla="*/ 39593 w 217217"/>
                    <a:gd name="connsiteY2" fmla="*/ 331397 h 331397"/>
                    <a:gd name="connsiteX3" fmla="*/ 0 w 217217"/>
                    <a:gd name="connsiteY3" fmla="*/ 308537 h 331397"/>
                    <a:gd name="connsiteX4" fmla="*/ 178134 w 217217"/>
                    <a:gd name="connsiteY4" fmla="*/ 0 h 33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217" h="331397">
                      <a:moveTo>
                        <a:pt x="178134" y="0"/>
                      </a:moveTo>
                      <a:lnTo>
                        <a:pt x="217217" y="23744"/>
                      </a:lnTo>
                      <a:lnTo>
                        <a:pt x="39593" y="331397"/>
                      </a:lnTo>
                      <a:lnTo>
                        <a:pt x="0" y="308537"/>
                      </a:lnTo>
                      <a:lnTo>
                        <a:pt x="17813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9" name="Freeform: Shape 368">
                  <a:extLst>
                    <a:ext uri="{FF2B5EF4-FFF2-40B4-BE49-F238E27FC236}">
                      <a16:creationId xmlns:a16="http://schemas.microsoft.com/office/drawing/2014/main" id="{80DD1EDF-8C22-4919-B784-81E9756B3831}"/>
                    </a:ext>
                  </a:extLst>
                </p:cNvPr>
                <p:cNvSpPr/>
                <p:nvPr/>
              </p:nvSpPr>
              <p:spPr>
                <a:xfrm>
                  <a:off x="7197328" y="5362526"/>
                  <a:ext cx="215764" cy="328878"/>
                </a:xfrm>
                <a:custGeom>
                  <a:avLst/>
                  <a:gdLst>
                    <a:gd name="connsiteX0" fmla="*/ 39084 w 215764"/>
                    <a:gd name="connsiteY0" fmla="*/ 0 h 328878"/>
                    <a:gd name="connsiteX1" fmla="*/ 215764 w 215764"/>
                    <a:gd name="connsiteY1" fmla="*/ 306019 h 328878"/>
                    <a:gd name="connsiteX2" fmla="*/ 176170 w 215764"/>
                    <a:gd name="connsiteY2" fmla="*/ 328878 h 328878"/>
                    <a:gd name="connsiteX3" fmla="*/ 0 w 215764"/>
                    <a:gd name="connsiteY3" fmla="*/ 23744 h 328878"/>
                    <a:gd name="connsiteX4" fmla="*/ 39084 w 215764"/>
                    <a:gd name="connsiteY4" fmla="*/ 0 h 3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764" h="328878">
                      <a:moveTo>
                        <a:pt x="39084" y="0"/>
                      </a:moveTo>
                      <a:lnTo>
                        <a:pt x="215764" y="306019"/>
                      </a:lnTo>
                      <a:lnTo>
                        <a:pt x="176170" y="328878"/>
                      </a:lnTo>
                      <a:lnTo>
                        <a:pt x="0" y="23744"/>
                      </a:lnTo>
                      <a:lnTo>
                        <a:pt x="39084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0" name="Freeform: Shape 369">
                  <a:extLst>
                    <a:ext uri="{FF2B5EF4-FFF2-40B4-BE49-F238E27FC236}">
                      <a16:creationId xmlns:a16="http://schemas.microsoft.com/office/drawing/2014/main" id="{F8A20935-667F-424C-B933-8D38B6714E68}"/>
                    </a:ext>
                  </a:extLst>
                </p:cNvPr>
                <p:cNvSpPr/>
                <p:nvPr/>
              </p:nvSpPr>
              <p:spPr>
                <a:xfrm>
                  <a:off x="5390184" y="5591812"/>
                  <a:ext cx="136202" cy="354889"/>
                </a:xfrm>
                <a:custGeom>
                  <a:avLst/>
                  <a:gdLst>
                    <a:gd name="connsiteX0" fmla="*/ 91922 w 136202"/>
                    <a:gd name="connsiteY0" fmla="*/ 0 h 354889"/>
                    <a:gd name="connsiteX1" fmla="*/ 136202 w 136202"/>
                    <a:gd name="connsiteY1" fmla="*/ 11385 h 354889"/>
                    <a:gd name="connsiteX2" fmla="*/ 44161 w 136202"/>
                    <a:gd name="connsiteY2" fmla="*/ 354889 h 354889"/>
                    <a:gd name="connsiteX3" fmla="*/ 0 w 136202"/>
                    <a:gd name="connsiteY3" fmla="*/ 343056 h 354889"/>
                    <a:gd name="connsiteX4" fmla="*/ 91922 w 136202"/>
                    <a:gd name="connsiteY4" fmla="*/ 0 h 35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202" h="354889">
                      <a:moveTo>
                        <a:pt x="91922" y="0"/>
                      </a:moveTo>
                      <a:lnTo>
                        <a:pt x="136202" y="11385"/>
                      </a:lnTo>
                      <a:lnTo>
                        <a:pt x="44161" y="354889"/>
                      </a:lnTo>
                      <a:lnTo>
                        <a:pt x="0" y="343056"/>
                      </a:lnTo>
                      <a:lnTo>
                        <a:pt x="91922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1" name="Freeform: Shape 370">
                  <a:extLst>
                    <a:ext uri="{FF2B5EF4-FFF2-40B4-BE49-F238E27FC236}">
                      <a16:creationId xmlns:a16="http://schemas.microsoft.com/office/drawing/2014/main" id="{58D38FA2-C45C-4BCE-B5CE-B5D73F77382E}"/>
                    </a:ext>
                  </a:extLst>
                </p:cNvPr>
                <p:cNvSpPr/>
                <p:nvPr/>
              </p:nvSpPr>
              <p:spPr>
                <a:xfrm>
                  <a:off x="6649888" y="5593157"/>
                  <a:ext cx="135842" cy="353542"/>
                </a:xfrm>
                <a:custGeom>
                  <a:avLst/>
                  <a:gdLst>
                    <a:gd name="connsiteX0" fmla="*/ 44281 w 135842"/>
                    <a:gd name="connsiteY0" fmla="*/ 0 h 353542"/>
                    <a:gd name="connsiteX1" fmla="*/ 135842 w 135842"/>
                    <a:gd name="connsiteY1" fmla="*/ 341709 h 353542"/>
                    <a:gd name="connsiteX2" fmla="*/ 91681 w 135842"/>
                    <a:gd name="connsiteY2" fmla="*/ 353542 h 353542"/>
                    <a:gd name="connsiteX3" fmla="*/ 0 w 135842"/>
                    <a:gd name="connsiteY3" fmla="*/ 11386 h 353542"/>
                    <a:gd name="connsiteX4" fmla="*/ 44281 w 135842"/>
                    <a:gd name="connsiteY4" fmla="*/ 0 h 35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842" h="353542">
                      <a:moveTo>
                        <a:pt x="44281" y="0"/>
                      </a:moveTo>
                      <a:lnTo>
                        <a:pt x="135842" y="341709"/>
                      </a:lnTo>
                      <a:lnTo>
                        <a:pt x="91681" y="353542"/>
                      </a:lnTo>
                      <a:lnTo>
                        <a:pt x="0" y="11386"/>
                      </a:lnTo>
                      <a:lnTo>
                        <a:pt x="44281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2" name="Freeform: Shape 371">
                  <a:extLst>
                    <a:ext uri="{FF2B5EF4-FFF2-40B4-BE49-F238E27FC236}">
                      <a16:creationId xmlns:a16="http://schemas.microsoft.com/office/drawing/2014/main" id="{37C85F78-F434-4786-9863-C0710AE7AD2E}"/>
                    </a:ext>
                  </a:extLst>
                </p:cNvPr>
                <p:cNvSpPr/>
                <p:nvPr/>
              </p:nvSpPr>
              <p:spPr>
                <a:xfrm>
                  <a:off x="6065099" y="5675878"/>
                  <a:ext cx="45719" cy="353863"/>
                </a:xfrm>
                <a:custGeom>
                  <a:avLst/>
                  <a:gdLst>
                    <a:gd name="connsiteX0" fmla="*/ 0 w 45719"/>
                    <a:gd name="connsiteY0" fmla="*/ 0 h 353863"/>
                    <a:gd name="connsiteX1" fmla="*/ 25658 w 45719"/>
                    <a:gd name="connsiteY1" fmla="*/ 1295 h 353863"/>
                    <a:gd name="connsiteX2" fmla="*/ 45719 w 45719"/>
                    <a:gd name="connsiteY2" fmla="*/ 282 h 353863"/>
                    <a:gd name="connsiteX3" fmla="*/ 45719 w 45719"/>
                    <a:gd name="connsiteY3" fmla="*/ 353863 h 353863"/>
                    <a:gd name="connsiteX4" fmla="*/ 0 w 45719"/>
                    <a:gd name="connsiteY4" fmla="*/ 353863 h 353863"/>
                    <a:gd name="connsiteX5" fmla="*/ 0 w 45719"/>
                    <a:gd name="connsiteY5" fmla="*/ 0 h 353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719" h="353863">
                      <a:moveTo>
                        <a:pt x="0" y="0"/>
                      </a:moveTo>
                      <a:lnTo>
                        <a:pt x="25658" y="1295"/>
                      </a:lnTo>
                      <a:lnTo>
                        <a:pt x="45719" y="282"/>
                      </a:lnTo>
                      <a:lnTo>
                        <a:pt x="45719" y="353863"/>
                      </a:lnTo>
                      <a:lnTo>
                        <a:pt x="0" y="3538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345" name="Circle: Hollow 344">
              <a:extLst>
                <a:ext uri="{FF2B5EF4-FFF2-40B4-BE49-F238E27FC236}">
                  <a16:creationId xmlns:a16="http://schemas.microsoft.com/office/drawing/2014/main" id="{0F7EBE6B-8668-4279-9F91-87D9A02440EB}"/>
                </a:ext>
              </a:extLst>
            </p:cNvPr>
            <p:cNvSpPr/>
            <p:nvPr/>
          </p:nvSpPr>
          <p:spPr>
            <a:xfrm>
              <a:off x="2536424" y="967127"/>
              <a:ext cx="4877362" cy="4877362"/>
            </a:xfrm>
            <a:prstGeom prst="donut">
              <a:avLst>
                <a:gd name="adj" fmla="val 1206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6" name="Circle: Hollow 345">
              <a:extLst>
                <a:ext uri="{FF2B5EF4-FFF2-40B4-BE49-F238E27FC236}">
                  <a16:creationId xmlns:a16="http://schemas.microsoft.com/office/drawing/2014/main" id="{341D0121-11B9-467A-B811-15986868094E}"/>
                </a:ext>
              </a:extLst>
            </p:cNvPr>
            <p:cNvSpPr/>
            <p:nvPr/>
          </p:nvSpPr>
          <p:spPr>
            <a:xfrm>
              <a:off x="2215784" y="646487"/>
              <a:ext cx="5518642" cy="5518642"/>
            </a:xfrm>
            <a:prstGeom prst="donut">
              <a:avLst>
                <a:gd name="adj" fmla="val 68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060DA7C8-07C3-488A-A28F-73B7FDD68D82}"/>
              </a:ext>
            </a:extLst>
          </p:cNvPr>
          <p:cNvGrpSpPr/>
          <p:nvPr/>
        </p:nvGrpSpPr>
        <p:grpSpPr>
          <a:xfrm>
            <a:off x="5564723" y="3670127"/>
            <a:ext cx="1091984" cy="1091984"/>
            <a:chOff x="1224922" y="598425"/>
            <a:chExt cx="5641271" cy="5641271"/>
          </a:xfrm>
          <a:effectLst/>
        </p:grpSpPr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4E6A399C-C269-402B-B2D9-D4F37BABD98B}"/>
                </a:ext>
              </a:extLst>
            </p:cNvPr>
            <p:cNvSpPr/>
            <p:nvPr/>
          </p:nvSpPr>
          <p:spPr>
            <a:xfrm rot="2700000">
              <a:off x="3958590" y="598425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F394055E-FFFA-461E-B09C-6F988D27D8A1}"/>
                </a:ext>
              </a:extLst>
            </p:cNvPr>
            <p:cNvSpPr/>
            <p:nvPr/>
          </p:nvSpPr>
          <p:spPr>
            <a:xfrm rot="2700000">
              <a:off x="3958590" y="6065762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F6979BC9-301F-4E9B-8D86-5565114FD13E}"/>
                </a:ext>
              </a:extLst>
            </p:cNvPr>
            <p:cNvSpPr/>
            <p:nvPr/>
          </p:nvSpPr>
          <p:spPr>
            <a:xfrm rot="3600000">
              <a:off x="4666115" y="691572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0975EB7B-C94A-41CF-AB97-8E96DD8F6AF1}"/>
                </a:ext>
              </a:extLst>
            </p:cNvPr>
            <p:cNvSpPr/>
            <p:nvPr/>
          </p:nvSpPr>
          <p:spPr>
            <a:xfrm rot="3600000">
              <a:off x="3251065" y="5972615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45526FD7-63E2-42CD-B87F-2E81C9EE0E22}"/>
                </a:ext>
              </a:extLst>
            </p:cNvPr>
            <p:cNvSpPr/>
            <p:nvPr/>
          </p:nvSpPr>
          <p:spPr>
            <a:xfrm rot="4500000">
              <a:off x="5325424" y="964667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AB0629A7-4FDB-4CDA-9A37-CADF67404CF3}"/>
                </a:ext>
              </a:extLst>
            </p:cNvPr>
            <p:cNvSpPr/>
            <p:nvPr/>
          </p:nvSpPr>
          <p:spPr>
            <a:xfrm rot="4500000">
              <a:off x="2591756" y="5699520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46774DA7-FE3C-4E0F-A848-F1F28855091E}"/>
                </a:ext>
              </a:extLst>
            </p:cNvPr>
            <p:cNvSpPr/>
            <p:nvPr/>
          </p:nvSpPr>
          <p:spPr>
            <a:xfrm rot="5400000">
              <a:off x="5891586" y="139909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041F119D-0621-4CD9-8D28-AC8CAE1EA97C}"/>
                </a:ext>
              </a:extLst>
            </p:cNvPr>
            <p:cNvSpPr/>
            <p:nvPr/>
          </p:nvSpPr>
          <p:spPr>
            <a:xfrm rot="5400000">
              <a:off x="2025594" y="526508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8A09B88B-7DC0-4272-BF19-89FED5D812B6}"/>
                </a:ext>
              </a:extLst>
            </p:cNvPr>
            <p:cNvSpPr/>
            <p:nvPr/>
          </p:nvSpPr>
          <p:spPr>
            <a:xfrm rot="6300000">
              <a:off x="6326016" y="196525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D30848CD-43B6-4783-8E07-D757DA83564D}"/>
                </a:ext>
              </a:extLst>
            </p:cNvPr>
            <p:cNvSpPr/>
            <p:nvPr/>
          </p:nvSpPr>
          <p:spPr>
            <a:xfrm rot="6300000">
              <a:off x="1591164" y="469892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4FDEABE0-E8EF-464E-9D97-6EFD6FD27386}"/>
                </a:ext>
              </a:extLst>
            </p:cNvPr>
            <p:cNvSpPr/>
            <p:nvPr/>
          </p:nvSpPr>
          <p:spPr>
            <a:xfrm rot="7200000">
              <a:off x="6599111" y="262456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A42E31C3-610D-4CD2-9D17-E423CFACCEAC}"/>
                </a:ext>
              </a:extLst>
            </p:cNvPr>
            <p:cNvSpPr/>
            <p:nvPr/>
          </p:nvSpPr>
          <p:spPr>
            <a:xfrm rot="7200000">
              <a:off x="1318069" y="403961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D64721D4-A549-4501-A1A5-E202CD0BAE51}"/>
                </a:ext>
              </a:extLst>
            </p:cNvPr>
            <p:cNvSpPr/>
            <p:nvPr/>
          </p:nvSpPr>
          <p:spPr>
            <a:xfrm rot="8100000">
              <a:off x="6692259" y="3332094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FEF5B6FA-32BE-4616-BB59-A769A8217D3C}"/>
                </a:ext>
              </a:extLst>
            </p:cNvPr>
            <p:cNvSpPr/>
            <p:nvPr/>
          </p:nvSpPr>
          <p:spPr>
            <a:xfrm rot="8100000">
              <a:off x="1224922" y="3332094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69A7D1F4-13A0-42E6-B37E-14A04EA8D065}"/>
                </a:ext>
              </a:extLst>
            </p:cNvPr>
            <p:cNvSpPr/>
            <p:nvPr/>
          </p:nvSpPr>
          <p:spPr>
            <a:xfrm rot="9000000">
              <a:off x="6599111" y="403961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A28DEDD9-2A79-4143-B985-C5841E0826E9}"/>
                </a:ext>
              </a:extLst>
            </p:cNvPr>
            <p:cNvSpPr/>
            <p:nvPr/>
          </p:nvSpPr>
          <p:spPr>
            <a:xfrm rot="9000000">
              <a:off x="1318069" y="262456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4918041D-9CEA-4C79-BB59-2B8B0BC16D75}"/>
                </a:ext>
              </a:extLst>
            </p:cNvPr>
            <p:cNvSpPr/>
            <p:nvPr/>
          </p:nvSpPr>
          <p:spPr>
            <a:xfrm rot="9900000">
              <a:off x="6326016" y="469892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F60CAEA2-8EA4-4BC4-9B4A-C891A12ED24C}"/>
                </a:ext>
              </a:extLst>
            </p:cNvPr>
            <p:cNvSpPr/>
            <p:nvPr/>
          </p:nvSpPr>
          <p:spPr>
            <a:xfrm rot="9900000">
              <a:off x="1591164" y="196525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64A7454B-2A51-4FFD-9773-C2AF7A3485F8}"/>
                </a:ext>
              </a:extLst>
            </p:cNvPr>
            <p:cNvSpPr/>
            <p:nvPr/>
          </p:nvSpPr>
          <p:spPr>
            <a:xfrm rot="10800000">
              <a:off x="5891586" y="5265089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349DC073-778A-4A7A-8FFF-0CE8A04DFF6E}"/>
                </a:ext>
              </a:extLst>
            </p:cNvPr>
            <p:cNvSpPr/>
            <p:nvPr/>
          </p:nvSpPr>
          <p:spPr>
            <a:xfrm rot="10800000">
              <a:off x="2025594" y="1399098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0CD5DEE1-511D-4502-8255-C2925E94C218}"/>
                </a:ext>
              </a:extLst>
            </p:cNvPr>
            <p:cNvSpPr/>
            <p:nvPr/>
          </p:nvSpPr>
          <p:spPr>
            <a:xfrm rot="11700000">
              <a:off x="5325424" y="5699520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A2C8E6CE-C455-4988-BCD9-39333DD998D7}"/>
                </a:ext>
              </a:extLst>
            </p:cNvPr>
            <p:cNvSpPr/>
            <p:nvPr/>
          </p:nvSpPr>
          <p:spPr>
            <a:xfrm rot="11700000">
              <a:off x="2591756" y="964667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0FB67B44-56E5-455F-B455-88951EA448F3}"/>
                </a:ext>
              </a:extLst>
            </p:cNvPr>
            <p:cNvSpPr/>
            <p:nvPr/>
          </p:nvSpPr>
          <p:spPr>
            <a:xfrm rot="12600000">
              <a:off x="4666115" y="5972615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30C1E9DF-9F03-441E-8401-2A79C4827A39}"/>
                </a:ext>
              </a:extLst>
            </p:cNvPr>
            <p:cNvSpPr/>
            <p:nvPr/>
          </p:nvSpPr>
          <p:spPr>
            <a:xfrm rot="12600000">
              <a:off x="3251065" y="691572"/>
              <a:ext cx="173934" cy="17393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3" name="Oval 422">
            <a:extLst>
              <a:ext uri="{FF2B5EF4-FFF2-40B4-BE49-F238E27FC236}">
                <a16:creationId xmlns:a16="http://schemas.microsoft.com/office/drawing/2014/main" id="{5AF3EE30-9F79-462D-B47C-BB0F01987629}"/>
              </a:ext>
            </a:extLst>
          </p:cNvPr>
          <p:cNvSpPr/>
          <p:nvPr/>
        </p:nvSpPr>
        <p:spPr>
          <a:xfrm>
            <a:off x="6008701" y="4107115"/>
            <a:ext cx="211017" cy="21101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F5C6B7-436D-4B2F-8446-8DB3DB298BF7}"/>
              </a:ext>
            </a:extLst>
          </p:cNvPr>
          <p:cNvSpPr txBox="1"/>
          <p:nvPr/>
        </p:nvSpPr>
        <p:spPr>
          <a:xfrm>
            <a:off x="3992763" y="708392"/>
            <a:ext cx="43502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Bahnschrift SemiBold" panose="020B0502040204020203" pitchFamily="34" charset="0"/>
              </a:rPr>
              <a:t>Thank You…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D62EAC27-8E5F-46A9-9D8F-2EA2E1324874}"/>
              </a:ext>
            </a:extLst>
          </p:cNvPr>
          <p:cNvCxnSpPr/>
          <p:nvPr/>
        </p:nvCxnSpPr>
        <p:spPr>
          <a:xfrm>
            <a:off x="7382502" y="737373"/>
            <a:ext cx="1271376" cy="0"/>
          </a:xfrm>
          <a:prstGeom prst="line">
            <a:avLst/>
          </a:prstGeom>
          <a:ln w="127000">
            <a:solidFill>
              <a:schemeClr val="bg1"/>
            </a:solidFill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3A403FD4-52C9-46B4-AF40-031EDA9188D5}"/>
              </a:ext>
            </a:extLst>
          </p:cNvPr>
          <p:cNvCxnSpPr/>
          <p:nvPr/>
        </p:nvCxnSpPr>
        <p:spPr>
          <a:xfrm flipH="1">
            <a:off x="8161061" y="405298"/>
            <a:ext cx="10204" cy="1123776"/>
          </a:xfrm>
          <a:prstGeom prst="line">
            <a:avLst/>
          </a:prstGeom>
          <a:ln w="127000">
            <a:solidFill>
              <a:schemeClr val="bg1"/>
            </a:solidFill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633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400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40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400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40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400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2681</TotalTime>
  <Words>424</Words>
  <Application>Microsoft Office PowerPoint</Application>
  <PresentationFormat>Widescreen</PresentationFormat>
  <Paragraphs>54</Paragraphs>
  <Slides>11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맑은 고딕</vt:lpstr>
      <vt:lpstr>Arial</vt:lpstr>
      <vt:lpstr>Bahnschrift Condensed</vt:lpstr>
      <vt:lpstr>Bahnschrift SemiBold</vt:lpstr>
      <vt:lpstr>Bahnschrift SemiBold SemiConden</vt:lpstr>
      <vt:lpstr>Calibri</vt:lpstr>
      <vt:lpstr>Calibri Light</vt:lpstr>
      <vt:lpstr>Century Gothic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Nahid Ahmed</dc:creator>
  <cp:lastModifiedBy>ACER</cp:lastModifiedBy>
  <cp:revision>133</cp:revision>
  <dcterms:created xsi:type="dcterms:W3CDTF">2018-02-09T06:25:44Z</dcterms:created>
  <dcterms:modified xsi:type="dcterms:W3CDTF">2023-01-09T16:51:38Z</dcterms:modified>
</cp:coreProperties>
</file>